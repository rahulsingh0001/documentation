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3133725" y="7064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Lab:-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32284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 By:- Rahul Singh</a:t>
            </a:r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50" y="96425"/>
            <a:ext cx="2319000" cy="4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52650"/>
            <a:ext cx="2590800" cy="25908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00063" rotWithShape="0" algn="bl" dir="18420000" dist="209550">
              <a:srgbClr val="FFFF00">
                <a:alpha val="49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81" name="Google Shape;81;p14"/>
          <p:cNvSpPr txBox="1"/>
          <p:nvPr>
            <p:ph idx="2" type="body"/>
          </p:nvPr>
        </p:nvSpPr>
        <p:spPr>
          <a:xfrm>
            <a:off x="4939500" y="8004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Virtual Learning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“AAA” :- Anyone from Anywhere can access this  Anytime.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need of high resources.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physical damage of system.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 Limitation to perform experiments 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900" u="sng"/>
              <a:t>Safety From</a:t>
            </a:r>
            <a:r>
              <a:rPr b="1" lang="en" u="sng"/>
              <a:t> </a:t>
            </a:r>
            <a:r>
              <a:rPr b="1" lang="en" sz="1700" u="sng"/>
              <a:t>C</a:t>
            </a:r>
            <a:r>
              <a:rPr b="1" lang="en" sz="1700" u="sng"/>
              <a:t>OVID</a:t>
            </a:r>
            <a:r>
              <a:rPr b="1" lang="en" sz="1700" u="sng"/>
              <a:t>-19</a:t>
            </a:r>
            <a:r>
              <a:rPr b="1" lang="en" sz="1700"/>
              <a:t> </a:t>
            </a:r>
            <a:r>
              <a:rPr b="1" lang="en"/>
              <a:t>:-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Separate</a:t>
            </a:r>
            <a:r>
              <a:rPr lang="en" sz="1500"/>
              <a:t> system , so less person to person interaction.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1600"/>
              </a:spcAft>
              <a:buSzPts val="1500"/>
              <a:buChar char="●"/>
            </a:pPr>
            <a:r>
              <a:rPr lang="en" sz="1500"/>
              <a:t>No need to depend on college or </a:t>
            </a:r>
            <a:r>
              <a:rPr lang="en" sz="1500"/>
              <a:t>institute for the practicals and systems</a:t>
            </a:r>
            <a:r>
              <a:rPr lang="en" sz="1500"/>
              <a:t> .</a:t>
            </a:r>
            <a:endParaRPr sz="1500"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76200"/>
            <a:ext cx="2421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4967875" y="4414950"/>
            <a:ext cx="627300" cy="12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Learning- Go Digital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85650" y="1442700"/>
            <a:ext cx="37905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Benefits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Anyone can access this lab freely.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New experiments and concepts of Machine Learning are introduced into it.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Free to perform any experiment because there is no chance of physical damage to any equipments </a:t>
            </a:r>
            <a:endParaRPr sz="1600"/>
          </a:p>
        </p:txBody>
      </p:sp>
      <p:sp>
        <p:nvSpPr>
          <p:cNvPr id="90" name="Google Shape;90;p15"/>
          <p:cNvSpPr txBox="1"/>
          <p:nvPr>
            <p:ph idx="2" type="body"/>
          </p:nvPr>
        </p:nvSpPr>
        <p:spPr>
          <a:xfrm>
            <a:off x="4956250" y="1450275"/>
            <a:ext cx="4077300" cy="31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What will Learn?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 find mean, median and mode of Datasets.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To perform FIND-S algorithm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Linear Regression, Logistic Regression, Random forest, Decision tree.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Difference between Dependent and Independent Variables</a:t>
            </a:r>
            <a:endParaRPr sz="1600"/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25" y="76200"/>
            <a:ext cx="22957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From Covid-19</a:t>
            </a:r>
            <a:endParaRPr/>
          </a:p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3800700" y="1431075"/>
            <a:ext cx="5407800" cy="3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How?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As it will be </a:t>
            </a:r>
            <a:r>
              <a:rPr lang="en" sz="1600"/>
              <a:t>available</a:t>
            </a:r>
            <a:r>
              <a:rPr lang="en" sz="1600"/>
              <a:t> on Internet, so  from anywhere in the world it can be </a:t>
            </a:r>
            <a:r>
              <a:rPr lang="en" sz="1600"/>
              <a:t>accessible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Every person will use it from his/her own system so less chance of human to human interaction.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College student will be able to use virtual lab from there home in case of Lockdown.</a:t>
            </a:r>
            <a:endParaRPr sz="1600"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25" y="76200"/>
            <a:ext cx="229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16150"/>
            <a:ext cx="3397800" cy="3089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228600" rotWithShape="0" algn="bl" dir="18780000" dist="257175">
              <a:srgbClr val="6AA84F">
                <a:alpha val="36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18668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52400" y="1494725"/>
            <a:ext cx="4572000" cy="32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User’s Side System and Configuration:-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Operating System:- Windows 7 and above.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Browser: Mozilla Firefox, Google chrome, Microsoft Edge, etc. (updated version) 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Internet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1200"/>
              </a:spcAft>
              <a:buSzPts val="1500"/>
              <a:buChar char="●"/>
            </a:pPr>
            <a:r>
              <a:rPr lang="en" sz="1500"/>
              <a:t>Processor:- Intel </a:t>
            </a:r>
            <a:r>
              <a:rPr lang="en" sz="1500"/>
              <a:t>pentium + 4GB (RAM)</a:t>
            </a:r>
            <a:r>
              <a:rPr lang="en" sz="1500"/>
              <a:t> and above.</a:t>
            </a:r>
            <a:endParaRPr sz="1500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25" y="76200"/>
            <a:ext cx="2295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4686300" y="1450275"/>
            <a:ext cx="4307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Developer’s</a:t>
            </a:r>
            <a:r>
              <a:rPr b="1" lang="en" sz="2100">
                <a:solidFill>
                  <a:schemeClr val="dk1"/>
                </a:solidFill>
              </a:rPr>
              <a:t> Side System and Configuration:-</a:t>
            </a:r>
            <a:endParaRPr b="1" sz="21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Operating System:- Windows 7 and above.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Visual Studio Code + Django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Processor:- Intel i3 + 4GB(RAM) and above.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Hosting Server:- Pythonanywhere(example)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1200"/>
              </a:spcAft>
              <a:buSzPts val="1500"/>
              <a:buChar char="●"/>
            </a:pPr>
            <a:r>
              <a:rPr lang="en" sz="1500"/>
              <a:t>Programming Language :- Python</a:t>
            </a:r>
            <a:endParaRPr sz="1500"/>
          </a:p>
        </p:txBody>
      </p:sp>
      <p:sp>
        <p:nvSpPr>
          <p:cNvPr id="108" name="Google Shape;108;p17"/>
          <p:cNvSpPr/>
          <p:nvPr/>
        </p:nvSpPr>
        <p:spPr>
          <a:xfrm flipH="1">
            <a:off x="4516200" y="1293075"/>
            <a:ext cx="55800" cy="348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13" name="Google Shape;113;p18"/>
          <p:cNvSpPr/>
          <p:nvPr/>
        </p:nvSpPr>
        <p:spPr>
          <a:xfrm>
            <a:off x="340934" y="2462448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340923" y="2599998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Step:1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969270" y="1873663"/>
            <a:ext cx="198900" cy="593656"/>
            <a:chOff x="777447" y="1610215"/>
            <a:chExt cx="198900" cy="593656"/>
          </a:xfrm>
        </p:grpSpPr>
        <p:cxnSp>
          <p:nvCxnSpPr>
            <p:cNvPr id="116" name="Google Shape;116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8"/>
          <p:cNvSpPr txBox="1"/>
          <p:nvPr>
            <p:ph idx="4294967295" type="body"/>
          </p:nvPr>
        </p:nvSpPr>
        <p:spPr>
          <a:xfrm>
            <a:off x="340925" y="1215700"/>
            <a:ext cx="18723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User Arrival to the Virtual Lab</a:t>
            </a:r>
            <a:endParaRPr sz="1600"/>
          </a:p>
        </p:txBody>
      </p:sp>
      <p:sp>
        <p:nvSpPr>
          <p:cNvPr descr="Background pointer shape in timeline graphic" id="119" name="Google Shape;119;p18"/>
          <p:cNvSpPr/>
          <p:nvPr/>
        </p:nvSpPr>
        <p:spPr>
          <a:xfrm>
            <a:off x="1817054" y="2462448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4294967295" type="body"/>
          </p:nvPr>
        </p:nvSpPr>
        <p:spPr>
          <a:xfrm>
            <a:off x="2126317" y="2599998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Step:2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21" name="Google Shape;121;p18"/>
          <p:cNvGrpSpPr/>
          <p:nvPr/>
        </p:nvGrpSpPr>
        <p:grpSpPr>
          <a:xfrm>
            <a:off x="2684632" y="3202405"/>
            <a:ext cx="198900" cy="593656"/>
            <a:chOff x="2223534" y="2938958"/>
            <a:chExt cx="198900" cy="593656"/>
          </a:xfrm>
        </p:grpSpPr>
        <p:cxnSp>
          <p:nvCxnSpPr>
            <p:cNvPr id="122" name="Google Shape;122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1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8"/>
          <p:cNvSpPr txBox="1"/>
          <p:nvPr>
            <p:ph idx="4294967295" type="body"/>
          </p:nvPr>
        </p:nvSpPr>
        <p:spPr>
          <a:xfrm>
            <a:off x="1701537" y="3868773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Selection of Experiment as per requirement</a:t>
            </a:r>
            <a:endParaRPr sz="1600"/>
          </a:p>
        </p:txBody>
      </p:sp>
      <p:sp>
        <p:nvSpPr>
          <p:cNvPr descr="Background pointer shape in timeline graphic" id="125" name="Google Shape;125;p18"/>
          <p:cNvSpPr/>
          <p:nvPr/>
        </p:nvSpPr>
        <p:spPr>
          <a:xfrm>
            <a:off x="3471973" y="2462448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 txBox="1"/>
          <p:nvPr>
            <p:ph idx="4294967295" type="body"/>
          </p:nvPr>
        </p:nvSpPr>
        <p:spPr>
          <a:xfrm>
            <a:off x="3767755" y="2599998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Step:3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27" name="Google Shape;127;p18"/>
          <p:cNvGrpSpPr/>
          <p:nvPr/>
        </p:nvGrpSpPr>
        <p:grpSpPr>
          <a:xfrm>
            <a:off x="4319550" y="1996960"/>
            <a:ext cx="198900" cy="470413"/>
            <a:chOff x="3918084" y="1610215"/>
            <a:chExt cx="198900" cy="593656"/>
          </a:xfrm>
        </p:grpSpPr>
        <p:cxnSp>
          <p:nvCxnSpPr>
            <p:cNvPr id="128" name="Google Shape;128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8"/>
          <p:cNvSpPr txBox="1"/>
          <p:nvPr>
            <p:ph idx="4294967295" type="body"/>
          </p:nvPr>
        </p:nvSpPr>
        <p:spPr>
          <a:xfrm>
            <a:off x="3035925" y="1106325"/>
            <a:ext cx="2937300" cy="11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Will go through aim, theory, pre experiment test and then will perform the experiment</a:t>
            </a:r>
            <a:endParaRPr sz="1600"/>
          </a:p>
        </p:txBody>
      </p:sp>
      <p:sp>
        <p:nvSpPr>
          <p:cNvPr descr="Background pointer shape in timeline graphic" id="131" name="Google Shape;131;p18"/>
          <p:cNvSpPr/>
          <p:nvPr/>
        </p:nvSpPr>
        <p:spPr>
          <a:xfrm>
            <a:off x="5126893" y="2462448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 txBox="1"/>
          <p:nvPr>
            <p:ph idx="4294967295" type="body"/>
          </p:nvPr>
        </p:nvSpPr>
        <p:spPr>
          <a:xfrm>
            <a:off x="5416699" y="2599998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Step:4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5973070" y="3202405"/>
            <a:ext cx="198900" cy="593656"/>
            <a:chOff x="5958946" y="2938958"/>
            <a:chExt cx="198900" cy="593656"/>
          </a:xfrm>
        </p:grpSpPr>
        <p:cxnSp>
          <p:nvCxnSpPr>
            <p:cNvPr id="134" name="Google Shape;134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5" name="Google Shape;135;p1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>
            <p:ph idx="4294967295" type="body"/>
          </p:nvPr>
        </p:nvSpPr>
        <p:spPr>
          <a:xfrm>
            <a:off x="4001900" y="3792575"/>
            <a:ext cx="3367800" cy="11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All the logics, algorithm, functions and formula behind the particular experiment will calculate the result according to given input.</a:t>
            </a:r>
            <a:endParaRPr sz="1600"/>
          </a:p>
        </p:txBody>
      </p:sp>
      <p:sp>
        <p:nvSpPr>
          <p:cNvPr descr="Background pointer shape in timeline graphic" id="137" name="Google Shape;137;p18"/>
          <p:cNvSpPr/>
          <p:nvPr/>
        </p:nvSpPr>
        <p:spPr>
          <a:xfrm>
            <a:off x="6781813" y="2462448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>
            <p:ph idx="4294967295" type="body"/>
          </p:nvPr>
        </p:nvSpPr>
        <p:spPr>
          <a:xfrm>
            <a:off x="7111512" y="2599998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Step:5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7669800" y="2026029"/>
            <a:ext cx="198900" cy="457175"/>
            <a:chOff x="3918084" y="1610215"/>
            <a:chExt cx="198900" cy="593656"/>
          </a:xfrm>
        </p:grpSpPr>
        <p:cxnSp>
          <p:nvCxnSpPr>
            <p:cNvPr id="140" name="Google Shape;140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1" name="Google Shape;141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8"/>
          <p:cNvSpPr txBox="1"/>
          <p:nvPr>
            <p:ph idx="4294967295" type="body"/>
          </p:nvPr>
        </p:nvSpPr>
        <p:spPr>
          <a:xfrm>
            <a:off x="6661450" y="786625"/>
            <a:ext cx="19821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Final result as output with Post experiment test  will be shown to user</a:t>
            </a:r>
            <a:endParaRPr sz="1600"/>
          </a:p>
        </p:txBody>
      </p:sp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5" y="34848"/>
            <a:ext cx="22957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idx="4294967295" type="title"/>
          </p:nvPr>
        </p:nvSpPr>
        <p:spPr>
          <a:xfrm>
            <a:off x="1409650" y="194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next meeting</a:t>
            </a:r>
            <a:endParaRPr/>
          </a:p>
        </p:txBody>
      </p:sp>
      <p:sp>
        <p:nvSpPr>
          <p:cNvPr id="150" name="Google Shape;150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More experiments will be added.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New subjects will be added.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/>
              <a:t>UI Enhancement</a:t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25" y="76200"/>
            <a:ext cx="22957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