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09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48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jpeg" ContentType="image/jpeg"/>
  <Override PartName="/ppt/media/image5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59.png" ContentType="image/png"/>
  <Override PartName="/ppt/media/image6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</p:sldIdLst>
  <p:sldSz cx="12801600" cy="77724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
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areaChart>
        <c:grouping val="standard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bfbfbf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808080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595959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</c:ser>
        <c:axId val="5720129"/>
        <c:axId val="35310100"/>
      </c:areaChart>
      <c:catAx>
        <c:axId val="572012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35310100"/>
        <c:crosses val="autoZero"/>
        <c:auto val="1"/>
        <c:lblAlgn val="ctr"/>
        <c:lblOffset val="100"/>
        <c:noMultiLvlLbl val="0"/>
      </c:catAx>
      <c:valAx>
        <c:axId val="3531010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5720129"/>
        <c:crosses val="autoZero"/>
        <c:crossBetween val="midCat"/>
      </c:valAx>
      <c:spPr>
        <a:noFill/>
        <a:ln w="25560">
          <a:noFill/>
        </a:ln>
      </c:spPr>
    </c:plotArea>
    <c:plotVisOnly val="1"/>
    <c:dispBlanksAs val="zero"/>
  </c:chart>
  <c:spPr>
    <a:noFill/>
    <a:ln w="936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4374266259685"/>
          <c:y val="0"/>
          <c:w val="0.900915707912655"/>
          <c:h val="0.99710982658959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4374266259685"/>
          <c:y val="0"/>
          <c:w val="0.900915707912655"/>
          <c:h val="0.99710982658959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4374266259685"/>
          <c:y val="0"/>
          <c:w val="0.900915707912655"/>
          <c:h val="0.99710982658959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702287865624095"/>
          <c:y val="0.0157023015702302"/>
          <c:w val="0.837460179554011"/>
          <c:h val="0.9842259984226"/>
        </c:manualLayout>
      </c:layout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08080"/>
              </a:solidFill>
              <a:ln w="0">
                <a:noFill/>
              </a:ln>
            </c:spPr>
          </c:dPt>
          <c:dPt>
            <c:idx val="2"/>
            <c:spPr>
              <a:solidFill>
                <a:srgbClr val="bfbfbf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A08D1268-3E9F-41C1-8001-F5F9122C0ED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PlaceHolder 1"/>
          <p:cNvSpPr>
            <a:spLocks noGrp="1"/>
          </p:cNvSpPr>
          <p:nvPr>
            <p:ph type="sldImg"/>
          </p:nvPr>
        </p:nvSpPr>
        <p:spPr>
          <a:xfrm>
            <a:off x="779400" y="763560"/>
            <a:ext cx="6211440" cy="3771720"/>
          </a:xfrm>
          <a:prstGeom prst="rect">
            <a:avLst/>
          </a:prstGeom>
        </p:spPr>
      </p:sp>
      <p:sp>
        <p:nvSpPr>
          <p:cNvPr id="209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00" name="TextShape 3"/>
          <p:cNvSpPr txBox="1"/>
          <p:nvPr/>
        </p:nvSpPr>
        <p:spPr>
          <a:xfrm>
            <a:off x="4399200" y="9555480"/>
            <a:ext cx="337248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61CFAF8C-6024-466B-BA5F-479BFA2EA65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2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0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A0E761C-2C3B-419D-8937-BF8C04E002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subTitle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ubTitle"/>
          </p:nvPr>
        </p:nvSpPr>
        <p:spPr>
          <a:xfrm>
            <a:off x="640080" y="30996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4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body"/>
          </p:nvPr>
        </p:nvSpPr>
        <p:spPr>
          <a:xfrm>
            <a:off x="640080" y="4173120"/>
            <a:ext cx="1152108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body"/>
          </p:nvPr>
        </p:nvSpPr>
        <p:spPr>
          <a:xfrm>
            <a:off x="6543720" y="18187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4"/>
          <p:cNvSpPr>
            <a:spLocks noGrp="1"/>
          </p:cNvSpPr>
          <p:nvPr>
            <p:ph type="body"/>
          </p:nvPr>
        </p:nvSpPr>
        <p:spPr>
          <a:xfrm>
            <a:off x="64008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5"/>
          <p:cNvSpPr>
            <a:spLocks noGrp="1"/>
          </p:cNvSpPr>
          <p:nvPr>
            <p:ph type="body"/>
          </p:nvPr>
        </p:nvSpPr>
        <p:spPr>
          <a:xfrm>
            <a:off x="6543720" y="4173120"/>
            <a:ext cx="562212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body"/>
          </p:nvPr>
        </p:nvSpPr>
        <p:spPr>
          <a:xfrm>
            <a:off x="453528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4"/>
          <p:cNvSpPr>
            <a:spLocks noGrp="1"/>
          </p:cNvSpPr>
          <p:nvPr>
            <p:ph type="body"/>
          </p:nvPr>
        </p:nvSpPr>
        <p:spPr>
          <a:xfrm>
            <a:off x="8430840" y="18187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5"/>
          <p:cNvSpPr>
            <a:spLocks noGrp="1"/>
          </p:cNvSpPr>
          <p:nvPr>
            <p:ph type="body"/>
          </p:nvPr>
        </p:nvSpPr>
        <p:spPr>
          <a:xfrm>
            <a:off x="6400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6"/>
          <p:cNvSpPr>
            <a:spLocks noGrp="1"/>
          </p:cNvSpPr>
          <p:nvPr>
            <p:ph type="body"/>
          </p:nvPr>
        </p:nvSpPr>
        <p:spPr>
          <a:xfrm>
            <a:off x="453528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7"/>
          <p:cNvSpPr>
            <a:spLocks noGrp="1"/>
          </p:cNvSpPr>
          <p:nvPr>
            <p:ph type="body"/>
          </p:nvPr>
        </p:nvSpPr>
        <p:spPr>
          <a:xfrm>
            <a:off x="8430840" y="4173120"/>
            <a:ext cx="3709440" cy="2149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2.xml"/><Relationship Id="rId10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1098000" y="1682280"/>
            <a:ext cx="3248640" cy="4122000"/>
            <a:chOff x="1098000" y="1682280"/>
            <a:chExt cx="3248640" cy="4122000"/>
          </a:xfrm>
        </p:grpSpPr>
        <p:sp>
          <p:nvSpPr>
            <p:cNvPr id="1" name="CustomShape 2"/>
            <p:cNvSpPr/>
            <p:nvPr/>
          </p:nvSpPr>
          <p:spPr>
            <a:xfrm>
              <a:off x="1148040" y="2741040"/>
              <a:ext cx="3164760" cy="3063240"/>
            </a:xfrm>
            <a:custGeom>
              <a:avLst/>
              <a:gdLst/>
              <a:ahLst/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" name="CustomShape 3"/>
            <p:cNvSpPr/>
            <p:nvPr/>
          </p:nvSpPr>
          <p:spPr>
            <a:xfrm>
              <a:off x="1098000" y="2298240"/>
              <a:ext cx="3248640" cy="3506040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" name="Group 4"/>
            <p:cNvGrpSpPr/>
            <p:nvPr/>
          </p:nvGrpSpPr>
          <p:grpSpPr>
            <a:xfrm>
              <a:off x="2382480" y="1682280"/>
              <a:ext cx="666360" cy="1386720"/>
              <a:chOff x="2382480" y="1682280"/>
              <a:chExt cx="666360" cy="1386720"/>
            </a:xfrm>
          </p:grpSpPr>
          <p:grpSp>
            <p:nvGrpSpPr>
              <p:cNvPr id="4" name="Group 5"/>
              <p:cNvGrpSpPr/>
              <p:nvPr/>
            </p:nvGrpSpPr>
            <p:grpSpPr>
              <a:xfrm>
                <a:off x="2455560" y="1682280"/>
                <a:ext cx="513000" cy="1175400"/>
                <a:chOff x="2455560" y="1682280"/>
                <a:chExt cx="513000" cy="1175400"/>
              </a:xfrm>
            </p:grpSpPr>
            <p:sp>
              <p:nvSpPr>
                <p:cNvPr id="5" name="CustomShape 6"/>
                <p:cNvSpPr/>
                <p:nvPr/>
              </p:nvSpPr>
              <p:spPr>
                <a:xfrm>
                  <a:off x="2455560" y="1686240"/>
                  <a:ext cx="513000" cy="117144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" name="CustomShape 7"/>
                <p:cNvSpPr/>
                <p:nvPr/>
              </p:nvSpPr>
              <p:spPr>
                <a:xfrm>
                  <a:off x="2530800" y="2755080"/>
                  <a:ext cx="375840" cy="10260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" name="CustomShape 8"/>
                <p:cNvSpPr/>
                <p:nvPr/>
              </p:nvSpPr>
              <p:spPr>
                <a:xfrm>
                  <a:off x="2483280" y="1682280"/>
                  <a:ext cx="458640" cy="39132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8" name="CustomShape 9"/>
              <p:cNvSpPr/>
              <p:nvPr/>
            </p:nvSpPr>
            <p:spPr>
              <a:xfrm>
                <a:off x="2619720" y="2171880"/>
                <a:ext cx="186480" cy="20052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" name="CustomShape 10"/>
              <p:cNvSpPr/>
              <p:nvPr/>
            </p:nvSpPr>
            <p:spPr>
              <a:xfrm flipH="1">
                <a:off x="2701440" y="2571840"/>
                <a:ext cx="21600" cy="482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" name="CustomShape 11"/>
              <p:cNvSpPr/>
              <p:nvPr/>
            </p:nvSpPr>
            <p:spPr>
              <a:xfrm>
                <a:off x="2382480" y="2563560"/>
                <a:ext cx="146880" cy="50544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" name="CustomShape 12"/>
              <p:cNvSpPr/>
              <p:nvPr/>
            </p:nvSpPr>
            <p:spPr>
              <a:xfrm flipH="1">
                <a:off x="2901240" y="2563560"/>
                <a:ext cx="147600" cy="50544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2" name="CustomShape 13"/>
          <p:cNvSpPr/>
          <p:nvPr/>
        </p:nvSpPr>
        <p:spPr>
          <a:xfrm>
            <a:off x="5391000" y="2861640"/>
            <a:ext cx="7407000" cy="2066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" name="PlaceHolder 14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5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360" y="0"/>
            <a:ext cx="12800880" cy="2035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0" name="Group 2"/>
          <p:cNvGrpSpPr/>
          <p:nvPr/>
        </p:nvGrpSpPr>
        <p:grpSpPr>
          <a:xfrm>
            <a:off x="2661480" y="349920"/>
            <a:ext cx="7867440" cy="7008120"/>
            <a:chOff x="2661480" y="349920"/>
            <a:chExt cx="7867440" cy="7008120"/>
          </a:xfrm>
        </p:grpSpPr>
        <p:grpSp>
          <p:nvGrpSpPr>
            <p:cNvPr id="91" name="Group 3"/>
            <p:cNvGrpSpPr/>
            <p:nvPr/>
          </p:nvGrpSpPr>
          <p:grpSpPr>
            <a:xfrm>
              <a:off x="2661480" y="1921320"/>
              <a:ext cx="7867440" cy="5436720"/>
              <a:chOff x="2661480" y="1921320"/>
              <a:chExt cx="7867440" cy="5436720"/>
            </a:xfrm>
          </p:grpSpPr>
          <p:sp>
            <p:nvSpPr>
              <p:cNvPr id="92" name="CustomShape 4"/>
              <p:cNvSpPr/>
              <p:nvPr/>
            </p:nvSpPr>
            <p:spPr>
              <a:xfrm>
                <a:off x="5297040" y="2967840"/>
                <a:ext cx="1339560" cy="14450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3" name="CustomShape 5"/>
              <p:cNvSpPr/>
              <p:nvPr/>
            </p:nvSpPr>
            <p:spPr>
              <a:xfrm>
                <a:off x="5012280" y="3641400"/>
                <a:ext cx="686880" cy="7405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4" name="CustomShape 6"/>
              <p:cNvSpPr/>
              <p:nvPr/>
            </p:nvSpPr>
            <p:spPr>
              <a:xfrm>
                <a:off x="4179600" y="4141440"/>
                <a:ext cx="1664640" cy="17985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5" name="CustomShape 7"/>
              <p:cNvSpPr/>
              <p:nvPr/>
            </p:nvSpPr>
            <p:spPr>
              <a:xfrm>
                <a:off x="3341880" y="4406760"/>
                <a:ext cx="1665720" cy="1799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6" name="CustomShape 8"/>
              <p:cNvSpPr/>
              <p:nvPr/>
            </p:nvSpPr>
            <p:spPr>
              <a:xfrm>
                <a:off x="2661480" y="5348520"/>
                <a:ext cx="1097280" cy="1185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7" name="CustomShape 9"/>
              <p:cNvSpPr/>
              <p:nvPr/>
            </p:nvSpPr>
            <p:spPr>
              <a:xfrm>
                <a:off x="3524400" y="5772960"/>
                <a:ext cx="1098360" cy="118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8" name="CustomShape 10"/>
              <p:cNvSpPr/>
              <p:nvPr/>
            </p:nvSpPr>
            <p:spPr>
              <a:xfrm>
                <a:off x="4287960" y="4572720"/>
                <a:ext cx="2580480" cy="2785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9" name="CustomShape 11"/>
              <p:cNvSpPr/>
              <p:nvPr/>
            </p:nvSpPr>
            <p:spPr>
              <a:xfrm>
                <a:off x="6298920" y="609552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0" name="CustomShape 12"/>
              <p:cNvSpPr/>
              <p:nvPr/>
            </p:nvSpPr>
            <p:spPr>
              <a:xfrm>
                <a:off x="7214760" y="605124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1" name="CustomShape 13"/>
              <p:cNvSpPr/>
              <p:nvPr/>
            </p:nvSpPr>
            <p:spPr>
              <a:xfrm>
                <a:off x="7750440" y="5241960"/>
                <a:ext cx="1907280" cy="2058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2" name="CustomShape 14"/>
              <p:cNvSpPr/>
              <p:nvPr/>
            </p:nvSpPr>
            <p:spPr>
              <a:xfrm>
                <a:off x="9152640" y="5669640"/>
                <a:ext cx="109692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3" name="CustomShape 15"/>
              <p:cNvSpPr/>
              <p:nvPr/>
            </p:nvSpPr>
            <p:spPr>
              <a:xfrm>
                <a:off x="8622000" y="4153680"/>
                <a:ext cx="1906920" cy="2058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4" name="CustomShape 16"/>
              <p:cNvSpPr/>
              <p:nvPr/>
            </p:nvSpPr>
            <p:spPr>
              <a:xfrm>
                <a:off x="5883480" y="2876040"/>
                <a:ext cx="1454400" cy="15699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5" name="CustomShape 17"/>
              <p:cNvSpPr/>
              <p:nvPr/>
            </p:nvSpPr>
            <p:spPr>
              <a:xfrm>
                <a:off x="6579720" y="3288240"/>
                <a:ext cx="1455480" cy="1570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" name="CustomShape 18"/>
              <p:cNvSpPr/>
              <p:nvPr/>
            </p:nvSpPr>
            <p:spPr>
              <a:xfrm>
                <a:off x="7622640" y="3789000"/>
                <a:ext cx="981000" cy="1059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7" name="CustomShape 19"/>
              <p:cNvSpPr/>
              <p:nvPr/>
            </p:nvSpPr>
            <p:spPr>
              <a:xfrm>
                <a:off x="7870680" y="4253760"/>
                <a:ext cx="1455120" cy="1570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8" name="CustomShape 20"/>
              <p:cNvSpPr/>
              <p:nvPr/>
            </p:nvSpPr>
            <p:spPr>
              <a:xfrm>
                <a:off x="5251680" y="3615480"/>
                <a:ext cx="2989800" cy="32259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9" name="CustomShape 21"/>
              <p:cNvSpPr/>
              <p:nvPr/>
            </p:nvSpPr>
            <p:spPr>
              <a:xfrm>
                <a:off x="5971680" y="1921320"/>
                <a:ext cx="851040" cy="1837080"/>
              </a:xfrm>
              <a:prstGeom prst="trapezoid">
                <a:avLst>
                  <a:gd name="adj" fmla="val 25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10" name="Group 22"/>
            <p:cNvGrpSpPr/>
            <p:nvPr/>
          </p:nvGrpSpPr>
          <p:grpSpPr>
            <a:xfrm>
              <a:off x="5946480" y="349920"/>
              <a:ext cx="903600" cy="1875600"/>
              <a:chOff x="5946480" y="349920"/>
              <a:chExt cx="903600" cy="1875600"/>
            </a:xfrm>
          </p:grpSpPr>
          <p:grpSp>
            <p:nvGrpSpPr>
              <p:cNvPr id="111" name="Group 23"/>
              <p:cNvGrpSpPr/>
              <p:nvPr/>
            </p:nvGrpSpPr>
            <p:grpSpPr>
              <a:xfrm>
                <a:off x="6047280" y="349920"/>
                <a:ext cx="694440" cy="1590120"/>
                <a:chOff x="6047280" y="349920"/>
                <a:chExt cx="694440" cy="1590120"/>
              </a:xfrm>
            </p:grpSpPr>
            <p:sp>
              <p:nvSpPr>
                <p:cNvPr id="112" name="CustomShape 24"/>
                <p:cNvSpPr/>
                <p:nvPr/>
              </p:nvSpPr>
              <p:spPr>
                <a:xfrm>
                  <a:off x="6047280" y="355680"/>
                  <a:ext cx="694440" cy="158436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13" name="CustomShape 25"/>
                <p:cNvSpPr/>
                <p:nvPr/>
              </p:nvSpPr>
              <p:spPr>
                <a:xfrm>
                  <a:off x="6147720" y="1799640"/>
                  <a:ext cx="509040" cy="13968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14" name="CustomShape 26"/>
                <p:cNvSpPr/>
                <p:nvPr/>
              </p:nvSpPr>
              <p:spPr>
                <a:xfrm>
                  <a:off x="6084720" y="349920"/>
                  <a:ext cx="619920" cy="52848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15" name="CustomShape 27"/>
              <p:cNvSpPr/>
              <p:nvPr/>
            </p:nvSpPr>
            <p:spPr>
              <a:xfrm>
                <a:off x="6269040" y="1012680"/>
                <a:ext cx="251280" cy="27072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6" name="CustomShape 28"/>
              <p:cNvSpPr/>
              <p:nvPr/>
            </p:nvSpPr>
            <p:spPr>
              <a:xfrm flipH="1">
                <a:off x="6378840" y="1554120"/>
                <a:ext cx="29520" cy="651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7" name="CustomShape 29"/>
              <p:cNvSpPr/>
              <p:nvPr/>
            </p:nvSpPr>
            <p:spPr>
              <a:xfrm>
                <a:off x="5946480" y="1541520"/>
                <a:ext cx="200880" cy="684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8" name="CustomShape 30"/>
              <p:cNvSpPr/>
              <p:nvPr/>
            </p:nvSpPr>
            <p:spPr>
              <a:xfrm flipH="1">
                <a:off x="6649200" y="1541520"/>
                <a:ext cx="200520" cy="684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19" name="Group 31"/>
          <p:cNvGrpSpPr/>
          <p:nvPr/>
        </p:nvGrpSpPr>
        <p:grpSpPr>
          <a:xfrm>
            <a:off x="9146880" y="1667160"/>
            <a:ext cx="941400" cy="733680"/>
            <a:chOff x="9146880" y="1667160"/>
            <a:chExt cx="941400" cy="733680"/>
          </a:xfrm>
        </p:grpSpPr>
        <p:sp>
          <p:nvSpPr>
            <p:cNvPr id="120" name="CustomShape 32"/>
            <p:cNvSpPr/>
            <p:nvPr/>
          </p:nvSpPr>
          <p:spPr>
            <a:xfrm>
              <a:off x="9276120" y="1667160"/>
              <a:ext cx="604440" cy="651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1" name="CustomShape 33"/>
            <p:cNvSpPr/>
            <p:nvPr/>
          </p:nvSpPr>
          <p:spPr>
            <a:xfrm>
              <a:off x="9673560" y="1869480"/>
              <a:ext cx="414720" cy="446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2" name="CustomShape 34"/>
            <p:cNvSpPr/>
            <p:nvPr/>
          </p:nvSpPr>
          <p:spPr>
            <a:xfrm>
              <a:off x="914688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3" name="CustomShape 35"/>
            <p:cNvSpPr/>
            <p:nvPr/>
          </p:nvSpPr>
          <p:spPr>
            <a:xfrm>
              <a:off x="943092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4" name="Group 36"/>
          <p:cNvGrpSpPr/>
          <p:nvPr/>
        </p:nvGrpSpPr>
        <p:grpSpPr>
          <a:xfrm>
            <a:off x="2935440" y="3296880"/>
            <a:ext cx="734040" cy="572040"/>
            <a:chOff x="2935440" y="3296880"/>
            <a:chExt cx="734040" cy="572040"/>
          </a:xfrm>
        </p:grpSpPr>
        <p:sp>
          <p:nvSpPr>
            <p:cNvPr id="125" name="CustomShape 37"/>
            <p:cNvSpPr/>
            <p:nvPr/>
          </p:nvSpPr>
          <p:spPr>
            <a:xfrm>
              <a:off x="3036600" y="3296880"/>
              <a:ext cx="471240" cy="508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" name="CustomShape 38"/>
            <p:cNvSpPr/>
            <p:nvPr/>
          </p:nvSpPr>
          <p:spPr>
            <a:xfrm>
              <a:off x="3346920" y="3454200"/>
              <a:ext cx="322560" cy="349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7" name="CustomShape 39"/>
            <p:cNvSpPr/>
            <p:nvPr/>
          </p:nvSpPr>
          <p:spPr>
            <a:xfrm>
              <a:off x="2935440" y="3551040"/>
              <a:ext cx="29484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" name="CustomShape 40"/>
            <p:cNvSpPr/>
            <p:nvPr/>
          </p:nvSpPr>
          <p:spPr>
            <a:xfrm>
              <a:off x="3158280" y="3551040"/>
              <a:ext cx="29268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9" name="PlaceHolder 4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360" y="0"/>
            <a:ext cx="12800880" cy="2035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68" name="Group 2"/>
          <p:cNvGrpSpPr/>
          <p:nvPr/>
        </p:nvGrpSpPr>
        <p:grpSpPr>
          <a:xfrm>
            <a:off x="2661480" y="349920"/>
            <a:ext cx="7867440" cy="7008120"/>
            <a:chOff x="2661480" y="349920"/>
            <a:chExt cx="7867440" cy="7008120"/>
          </a:xfrm>
        </p:grpSpPr>
        <p:grpSp>
          <p:nvGrpSpPr>
            <p:cNvPr id="169" name="Group 3"/>
            <p:cNvGrpSpPr/>
            <p:nvPr/>
          </p:nvGrpSpPr>
          <p:grpSpPr>
            <a:xfrm>
              <a:off x="2661480" y="1921320"/>
              <a:ext cx="7867440" cy="5436720"/>
              <a:chOff x="2661480" y="1921320"/>
              <a:chExt cx="7867440" cy="5436720"/>
            </a:xfrm>
          </p:grpSpPr>
          <p:sp>
            <p:nvSpPr>
              <p:cNvPr id="170" name="CustomShape 4"/>
              <p:cNvSpPr/>
              <p:nvPr/>
            </p:nvSpPr>
            <p:spPr>
              <a:xfrm>
                <a:off x="5297040" y="2967840"/>
                <a:ext cx="1339560" cy="14450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" name="CustomShape 5"/>
              <p:cNvSpPr/>
              <p:nvPr/>
            </p:nvSpPr>
            <p:spPr>
              <a:xfrm>
                <a:off x="5012280" y="3641400"/>
                <a:ext cx="686880" cy="7405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" name="CustomShape 6"/>
              <p:cNvSpPr/>
              <p:nvPr/>
            </p:nvSpPr>
            <p:spPr>
              <a:xfrm>
                <a:off x="4179600" y="4141440"/>
                <a:ext cx="1664640" cy="17985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" name="CustomShape 7"/>
              <p:cNvSpPr/>
              <p:nvPr/>
            </p:nvSpPr>
            <p:spPr>
              <a:xfrm>
                <a:off x="3341880" y="4406760"/>
                <a:ext cx="1665720" cy="1799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" name="CustomShape 8"/>
              <p:cNvSpPr/>
              <p:nvPr/>
            </p:nvSpPr>
            <p:spPr>
              <a:xfrm>
                <a:off x="2661480" y="5348520"/>
                <a:ext cx="1097280" cy="1185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" name="CustomShape 9"/>
              <p:cNvSpPr/>
              <p:nvPr/>
            </p:nvSpPr>
            <p:spPr>
              <a:xfrm>
                <a:off x="3524400" y="5772960"/>
                <a:ext cx="1098360" cy="118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" name="CustomShape 10"/>
              <p:cNvSpPr/>
              <p:nvPr/>
            </p:nvSpPr>
            <p:spPr>
              <a:xfrm>
                <a:off x="4287960" y="4572720"/>
                <a:ext cx="2580480" cy="2785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" name="CustomShape 11"/>
              <p:cNvSpPr/>
              <p:nvPr/>
            </p:nvSpPr>
            <p:spPr>
              <a:xfrm>
                <a:off x="6298920" y="609552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" name="CustomShape 12"/>
              <p:cNvSpPr/>
              <p:nvPr/>
            </p:nvSpPr>
            <p:spPr>
              <a:xfrm>
                <a:off x="7214760" y="605124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" name="CustomShape 13"/>
              <p:cNvSpPr/>
              <p:nvPr/>
            </p:nvSpPr>
            <p:spPr>
              <a:xfrm>
                <a:off x="7750440" y="5241960"/>
                <a:ext cx="1907280" cy="2058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" name="CustomShape 14"/>
              <p:cNvSpPr/>
              <p:nvPr/>
            </p:nvSpPr>
            <p:spPr>
              <a:xfrm>
                <a:off x="9152640" y="5669640"/>
                <a:ext cx="109692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1" name="CustomShape 15"/>
              <p:cNvSpPr/>
              <p:nvPr/>
            </p:nvSpPr>
            <p:spPr>
              <a:xfrm>
                <a:off x="8622000" y="4153680"/>
                <a:ext cx="1906920" cy="2058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2" name="CustomShape 16"/>
              <p:cNvSpPr/>
              <p:nvPr/>
            </p:nvSpPr>
            <p:spPr>
              <a:xfrm>
                <a:off x="5883480" y="2876040"/>
                <a:ext cx="1454400" cy="15699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3" name="CustomShape 17"/>
              <p:cNvSpPr/>
              <p:nvPr/>
            </p:nvSpPr>
            <p:spPr>
              <a:xfrm>
                <a:off x="6579720" y="3288240"/>
                <a:ext cx="1455480" cy="1570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4" name="CustomShape 18"/>
              <p:cNvSpPr/>
              <p:nvPr/>
            </p:nvSpPr>
            <p:spPr>
              <a:xfrm>
                <a:off x="7622640" y="3789000"/>
                <a:ext cx="981000" cy="1059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5" name="CustomShape 19"/>
              <p:cNvSpPr/>
              <p:nvPr/>
            </p:nvSpPr>
            <p:spPr>
              <a:xfrm>
                <a:off x="7870680" y="4253760"/>
                <a:ext cx="1455120" cy="1570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6" name="CustomShape 20"/>
              <p:cNvSpPr/>
              <p:nvPr/>
            </p:nvSpPr>
            <p:spPr>
              <a:xfrm>
                <a:off x="5251680" y="3615480"/>
                <a:ext cx="2989800" cy="32259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7" name="CustomShape 21"/>
              <p:cNvSpPr/>
              <p:nvPr/>
            </p:nvSpPr>
            <p:spPr>
              <a:xfrm>
                <a:off x="5971680" y="1921320"/>
                <a:ext cx="851040" cy="1837080"/>
              </a:xfrm>
              <a:prstGeom prst="trapezoid">
                <a:avLst>
                  <a:gd name="adj" fmla="val 25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88" name="Group 22"/>
            <p:cNvGrpSpPr/>
            <p:nvPr/>
          </p:nvGrpSpPr>
          <p:grpSpPr>
            <a:xfrm>
              <a:off x="5946480" y="349920"/>
              <a:ext cx="903600" cy="1875600"/>
              <a:chOff x="5946480" y="349920"/>
              <a:chExt cx="903600" cy="1875600"/>
            </a:xfrm>
          </p:grpSpPr>
          <p:grpSp>
            <p:nvGrpSpPr>
              <p:cNvPr id="189" name="Group 23"/>
              <p:cNvGrpSpPr/>
              <p:nvPr/>
            </p:nvGrpSpPr>
            <p:grpSpPr>
              <a:xfrm>
                <a:off x="6047280" y="349920"/>
                <a:ext cx="694440" cy="1590120"/>
                <a:chOff x="6047280" y="349920"/>
                <a:chExt cx="694440" cy="1590120"/>
              </a:xfrm>
            </p:grpSpPr>
            <p:sp>
              <p:nvSpPr>
                <p:cNvPr id="190" name="CustomShape 24"/>
                <p:cNvSpPr/>
                <p:nvPr/>
              </p:nvSpPr>
              <p:spPr>
                <a:xfrm>
                  <a:off x="6047280" y="355680"/>
                  <a:ext cx="694440" cy="158436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91" name="CustomShape 25"/>
                <p:cNvSpPr/>
                <p:nvPr/>
              </p:nvSpPr>
              <p:spPr>
                <a:xfrm>
                  <a:off x="6147720" y="1799640"/>
                  <a:ext cx="509040" cy="13968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92" name="CustomShape 26"/>
                <p:cNvSpPr/>
                <p:nvPr/>
              </p:nvSpPr>
              <p:spPr>
                <a:xfrm>
                  <a:off x="6084720" y="349920"/>
                  <a:ext cx="619920" cy="52848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93" name="CustomShape 27"/>
              <p:cNvSpPr/>
              <p:nvPr/>
            </p:nvSpPr>
            <p:spPr>
              <a:xfrm>
                <a:off x="6269040" y="1012680"/>
                <a:ext cx="251280" cy="27072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4" name="CustomShape 28"/>
              <p:cNvSpPr/>
              <p:nvPr/>
            </p:nvSpPr>
            <p:spPr>
              <a:xfrm flipH="1">
                <a:off x="6378840" y="1554120"/>
                <a:ext cx="29520" cy="651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5" name="CustomShape 29"/>
              <p:cNvSpPr/>
              <p:nvPr/>
            </p:nvSpPr>
            <p:spPr>
              <a:xfrm>
                <a:off x="5946480" y="1541520"/>
                <a:ext cx="200880" cy="684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" name="CustomShape 30"/>
              <p:cNvSpPr/>
              <p:nvPr/>
            </p:nvSpPr>
            <p:spPr>
              <a:xfrm flipH="1">
                <a:off x="6649200" y="1541520"/>
                <a:ext cx="200520" cy="684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97" name="Group 31"/>
          <p:cNvGrpSpPr/>
          <p:nvPr/>
        </p:nvGrpSpPr>
        <p:grpSpPr>
          <a:xfrm>
            <a:off x="9146880" y="1667160"/>
            <a:ext cx="941400" cy="733680"/>
            <a:chOff x="9146880" y="1667160"/>
            <a:chExt cx="941400" cy="733680"/>
          </a:xfrm>
        </p:grpSpPr>
        <p:sp>
          <p:nvSpPr>
            <p:cNvPr id="198" name="CustomShape 32"/>
            <p:cNvSpPr/>
            <p:nvPr/>
          </p:nvSpPr>
          <p:spPr>
            <a:xfrm>
              <a:off x="9276120" y="1667160"/>
              <a:ext cx="604440" cy="651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9" name="CustomShape 33"/>
            <p:cNvSpPr/>
            <p:nvPr/>
          </p:nvSpPr>
          <p:spPr>
            <a:xfrm>
              <a:off x="9673560" y="1869480"/>
              <a:ext cx="414720" cy="446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0" name="CustomShape 34"/>
            <p:cNvSpPr/>
            <p:nvPr/>
          </p:nvSpPr>
          <p:spPr>
            <a:xfrm>
              <a:off x="914688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1" name="CustomShape 35"/>
            <p:cNvSpPr/>
            <p:nvPr/>
          </p:nvSpPr>
          <p:spPr>
            <a:xfrm>
              <a:off x="943092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02" name="Group 36"/>
          <p:cNvGrpSpPr/>
          <p:nvPr/>
        </p:nvGrpSpPr>
        <p:grpSpPr>
          <a:xfrm>
            <a:off x="2935440" y="3296880"/>
            <a:ext cx="734040" cy="572040"/>
            <a:chOff x="2935440" y="3296880"/>
            <a:chExt cx="734040" cy="572040"/>
          </a:xfrm>
        </p:grpSpPr>
        <p:sp>
          <p:nvSpPr>
            <p:cNvPr id="203" name="CustomShape 37"/>
            <p:cNvSpPr/>
            <p:nvPr/>
          </p:nvSpPr>
          <p:spPr>
            <a:xfrm>
              <a:off x="3036600" y="3296880"/>
              <a:ext cx="471240" cy="508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4" name="CustomShape 38"/>
            <p:cNvSpPr/>
            <p:nvPr/>
          </p:nvSpPr>
          <p:spPr>
            <a:xfrm>
              <a:off x="3346920" y="3454200"/>
              <a:ext cx="322560" cy="349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" name="CustomShape 39"/>
            <p:cNvSpPr/>
            <p:nvPr/>
          </p:nvSpPr>
          <p:spPr>
            <a:xfrm>
              <a:off x="2935440" y="3551040"/>
              <a:ext cx="29484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6" name="CustomShape 40"/>
            <p:cNvSpPr/>
            <p:nvPr/>
          </p:nvSpPr>
          <p:spPr>
            <a:xfrm>
              <a:off x="3158280" y="3551040"/>
              <a:ext cx="29268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07" name="PlaceHolder 4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0720" cy="1297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4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360" y="7474320"/>
            <a:ext cx="12800880" cy="3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46" name="Group 2"/>
          <p:cNvGrpSpPr/>
          <p:nvPr/>
        </p:nvGrpSpPr>
        <p:grpSpPr>
          <a:xfrm>
            <a:off x="11199960" y="5952240"/>
            <a:ext cx="1598400" cy="1794960"/>
            <a:chOff x="11199960" y="5952240"/>
            <a:chExt cx="1598400" cy="1794960"/>
          </a:xfrm>
        </p:grpSpPr>
        <p:sp>
          <p:nvSpPr>
            <p:cNvPr id="247" name="CustomShape 3"/>
            <p:cNvSpPr/>
            <p:nvPr/>
          </p:nvSpPr>
          <p:spPr>
            <a:xfrm>
              <a:off x="11199960" y="6337800"/>
              <a:ext cx="1598400" cy="1409400"/>
            </a:xfrm>
            <a:custGeom>
              <a:avLst/>
              <a:gdLst/>
              <a:ahLst/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48" name="Group 4"/>
            <p:cNvGrpSpPr/>
            <p:nvPr/>
          </p:nvGrpSpPr>
          <p:grpSpPr>
            <a:xfrm>
              <a:off x="12046320" y="5952240"/>
              <a:ext cx="245880" cy="510480"/>
              <a:chOff x="12046320" y="5952240"/>
              <a:chExt cx="245880" cy="510480"/>
            </a:xfrm>
          </p:grpSpPr>
          <p:grpSp>
            <p:nvGrpSpPr>
              <p:cNvPr id="249" name="Group 5"/>
              <p:cNvGrpSpPr/>
              <p:nvPr/>
            </p:nvGrpSpPr>
            <p:grpSpPr>
              <a:xfrm>
                <a:off x="12073320" y="5952240"/>
                <a:ext cx="190440" cy="432720"/>
                <a:chOff x="12073320" y="5952240"/>
                <a:chExt cx="190440" cy="432720"/>
              </a:xfrm>
            </p:grpSpPr>
            <p:sp>
              <p:nvSpPr>
                <p:cNvPr id="250" name="CustomShape 6"/>
                <p:cNvSpPr/>
                <p:nvPr/>
              </p:nvSpPr>
              <p:spPr>
                <a:xfrm>
                  <a:off x="12073320" y="5953320"/>
                  <a:ext cx="190440" cy="43164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51" name="CustomShape 7"/>
                <p:cNvSpPr/>
                <p:nvPr/>
              </p:nvSpPr>
              <p:spPr>
                <a:xfrm>
                  <a:off x="12101400" y="6348240"/>
                  <a:ext cx="137880" cy="3672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52" name="CustomShape 8"/>
                <p:cNvSpPr/>
                <p:nvPr/>
              </p:nvSpPr>
              <p:spPr>
                <a:xfrm>
                  <a:off x="12083760" y="5952240"/>
                  <a:ext cx="168840" cy="14400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53" name="CustomShape 9"/>
              <p:cNvSpPr/>
              <p:nvPr/>
            </p:nvSpPr>
            <p:spPr>
              <a:xfrm>
                <a:off x="12134880" y="6132600"/>
                <a:ext cx="67320" cy="7272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4" name="CustomShape 10"/>
              <p:cNvSpPr/>
              <p:nvPr/>
            </p:nvSpPr>
            <p:spPr>
              <a:xfrm flipH="1">
                <a:off x="12164760" y="6280200"/>
                <a:ext cx="5760" cy="17676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5" name="CustomShape 11"/>
              <p:cNvSpPr/>
              <p:nvPr/>
            </p:nvSpPr>
            <p:spPr>
              <a:xfrm>
                <a:off x="12046320" y="6277320"/>
                <a:ext cx="54720" cy="1854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6" name="CustomShape 12"/>
              <p:cNvSpPr/>
              <p:nvPr/>
            </p:nvSpPr>
            <p:spPr>
              <a:xfrm flipH="1">
                <a:off x="12238200" y="6277320"/>
                <a:ext cx="53640" cy="1854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257" name="PlaceHolder 13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14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360" y="5298840"/>
            <a:ext cx="12800880" cy="24706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72" name="Picture 2" descr="D:\Fullppt\PNG이미지\핸드폰2.png"/>
          <p:cNvPicPr/>
          <p:nvPr/>
        </p:nvPicPr>
        <p:blipFill>
          <a:blip r:embed="rId2"/>
          <a:stretch/>
        </p:blipFill>
        <p:spPr>
          <a:xfrm>
            <a:off x="3826440" y="1627920"/>
            <a:ext cx="4722120" cy="6171480"/>
          </a:xfrm>
          <a:prstGeom prst="rect">
            <a:avLst/>
          </a:prstGeom>
          <a:ln w="0">
            <a:noFill/>
          </a:ln>
        </p:spPr>
      </p:pic>
      <p:sp>
        <p:nvSpPr>
          <p:cNvPr id="373" name="PlaceHolder 2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CustomShape 1"/>
          <p:cNvSpPr/>
          <p:nvPr/>
        </p:nvSpPr>
        <p:spPr>
          <a:xfrm>
            <a:off x="4796640" y="1924560"/>
            <a:ext cx="3124440" cy="53305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0" name="PlaceHolder 2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Picture 3" descr="D:\Fullppt\005-PNG이미지\노트북.png"/>
          <p:cNvPicPr/>
          <p:nvPr/>
        </p:nvPicPr>
        <p:blipFill>
          <a:blip r:embed="rId2"/>
          <a:stretch/>
        </p:blipFill>
        <p:spPr>
          <a:xfrm>
            <a:off x="-1157760" y="1490400"/>
            <a:ext cx="9013320" cy="4947120"/>
          </a:xfrm>
          <a:prstGeom prst="rect">
            <a:avLst/>
          </a:prstGeom>
          <a:ln w="0">
            <a:noFill/>
          </a:ln>
        </p:spPr>
      </p:pic>
      <p:sp>
        <p:nvSpPr>
          <p:cNvPr id="527" name="CustomShape 1"/>
          <p:cNvSpPr/>
          <p:nvPr/>
        </p:nvSpPr>
        <p:spPr>
          <a:xfrm>
            <a:off x="324360" y="6438240"/>
            <a:ext cx="12147120" cy="81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8" name="PlaceHolder 2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CustomShape 1"/>
          <p:cNvSpPr/>
          <p:nvPr/>
        </p:nvSpPr>
        <p:spPr>
          <a:xfrm>
            <a:off x="360" y="360"/>
            <a:ext cx="4182480" cy="7771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643" name="Group 2"/>
          <p:cNvGrpSpPr/>
          <p:nvPr/>
        </p:nvGrpSpPr>
        <p:grpSpPr>
          <a:xfrm>
            <a:off x="360" y="3883680"/>
            <a:ext cx="4177800" cy="3884400"/>
            <a:chOff x="360" y="3883680"/>
            <a:chExt cx="4177800" cy="3884400"/>
          </a:xfrm>
        </p:grpSpPr>
        <p:grpSp>
          <p:nvGrpSpPr>
            <p:cNvPr id="644" name="Group 3"/>
            <p:cNvGrpSpPr/>
            <p:nvPr/>
          </p:nvGrpSpPr>
          <p:grpSpPr>
            <a:xfrm>
              <a:off x="360" y="6090120"/>
              <a:ext cx="4177800" cy="1677960"/>
              <a:chOff x="360" y="6090120"/>
              <a:chExt cx="4177800" cy="1677960"/>
            </a:xfrm>
          </p:grpSpPr>
          <p:sp>
            <p:nvSpPr>
              <p:cNvPr id="645" name="CustomShape 4"/>
              <p:cNvSpPr/>
              <p:nvPr/>
            </p:nvSpPr>
            <p:spPr>
              <a:xfrm>
                <a:off x="3538440" y="6712200"/>
                <a:ext cx="638280" cy="10558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46" name="CustomShape 5"/>
              <p:cNvSpPr/>
              <p:nvPr/>
            </p:nvSpPr>
            <p:spPr>
              <a:xfrm>
                <a:off x="2979360" y="6090120"/>
                <a:ext cx="1198800" cy="1293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47" name="CustomShape 6"/>
              <p:cNvSpPr/>
              <p:nvPr/>
            </p:nvSpPr>
            <p:spPr>
              <a:xfrm>
                <a:off x="360" y="6591600"/>
                <a:ext cx="628200" cy="1176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48" name="CustomShape 7"/>
              <p:cNvSpPr/>
              <p:nvPr/>
            </p:nvSpPr>
            <p:spPr>
              <a:xfrm>
                <a:off x="360" y="6218280"/>
                <a:ext cx="639360" cy="6901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649" name="CustomShape 8"/>
            <p:cNvSpPr/>
            <p:nvPr/>
          </p:nvSpPr>
          <p:spPr>
            <a:xfrm>
              <a:off x="360" y="4788720"/>
              <a:ext cx="3560760" cy="2979360"/>
            </a:xfrm>
            <a:custGeom>
              <a:avLst/>
              <a:gdLst/>
              <a:ahLst/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650" name="Group 9"/>
            <p:cNvGrpSpPr/>
            <p:nvPr/>
          </p:nvGrpSpPr>
          <p:grpSpPr>
            <a:xfrm>
              <a:off x="1789560" y="3883680"/>
              <a:ext cx="577080" cy="1199520"/>
              <a:chOff x="1789560" y="3883680"/>
              <a:chExt cx="577080" cy="1199520"/>
            </a:xfrm>
          </p:grpSpPr>
          <p:grpSp>
            <p:nvGrpSpPr>
              <p:cNvPr id="651" name="Group 10"/>
              <p:cNvGrpSpPr/>
              <p:nvPr/>
            </p:nvGrpSpPr>
            <p:grpSpPr>
              <a:xfrm>
                <a:off x="1854000" y="3883680"/>
                <a:ext cx="443880" cy="1017360"/>
                <a:chOff x="1854000" y="3883680"/>
                <a:chExt cx="443880" cy="1017360"/>
              </a:xfrm>
            </p:grpSpPr>
            <p:sp>
              <p:nvSpPr>
                <p:cNvPr id="652" name="CustomShape 11"/>
                <p:cNvSpPr/>
                <p:nvPr/>
              </p:nvSpPr>
              <p:spPr>
                <a:xfrm>
                  <a:off x="1854000" y="3886560"/>
                  <a:ext cx="443880" cy="101448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53" name="CustomShape 12"/>
                <p:cNvSpPr/>
                <p:nvPr/>
              </p:nvSpPr>
              <p:spPr>
                <a:xfrm>
                  <a:off x="1917720" y="4811400"/>
                  <a:ext cx="325440" cy="8964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54" name="CustomShape 13"/>
                <p:cNvSpPr/>
                <p:nvPr/>
              </p:nvSpPr>
              <p:spPr>
                <a:xfrm>
                  <a:off x="1877400" y="3883680"/>
                  <a:ext cx="397800" cy="33840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655" name="CustomShape 14"/>
              <p:cNvSpPr/>
              <p:nvPr/>
            </p:nvSpPr>
            <p:spPr>
              <a:xfrm>
                <a:off x="1995840" y="4307760"/>
                <a:ext cx="160200" cy="17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56" name="CustomShape 15"/>
              <p:cNvSpPr/>
              <p:nvPr/>
            </p:nvSpPr>
            <p:spPr>
              <a:xfrm flipH="1">
                <a:off x="2066760" y="4653000"/>
                <a:ext cx="18000" cy="417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57" name="CustomShape 16"/>
              <p:cNvSpPr/>
              <p:nvPr/>
            </p:nvSpPr>
            <p:spPr>
              <a:xfrm>
                <a:off x="1789560" y="4645440"/>
                <a:ext cx="127800" cy="4377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58" name="CustomShape 17"/>
              <p:cNvSpPr/>
              <p:nvPr/>
            </p:nvSpPr>
            <p:spPr>
              <a:xfrm flipH="1">
                <a:off x="2238480" y="4645440"/>
                <a:ext cx="127800" cy="4377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659" name="CustomShape 18"/>
          <p:cNvSpPr/>
          <p:nvPr/>
        </p:nvSpPr>
        <p:spPr>
          <a:xfrm>
            <a:off x="349560" y="510840"/>
            <a:ext cx="12096720" cy="6744600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0" name="PlaceHolder 19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0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roup 1"/>
          <p:cNvGrpSpPr/>
          <p:nvPr/>
        </p:nvGrpSpPr>
        <p:grpSpPr>
          <a:xfrm>
            <a:off x="2661480" y="2320920"/>
            <a:ext cx="7867440" cy="5436000"/>
            <a:chOff x="2661480" y="2320920"/>
            <a:chExt cx="7867440" cy="5436000"/>
          </a:xfrm>
        </p:grpSpPr>
        <p:sp>
          <p:nvSpPr>
            <p:cNvPr id="699" name="CustomShape 2"/>
            <p:cNvSpPr/>
            <p:nvPr/>
          </p:nvSpPr>
          <p:spPr>
            <a:xfrm>
              <a:off x="5297040" y="3367440"/>
              <a:ext cx="1339560" cy="144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0" name="CustomShape 3"/>
            <p:cNvSpPr/>
            <p:nvPr/>
          </p:nvSpPr>
          <p:spPr>
            <a:xfrm>
              <a:off x="5012280" y="4039560"/>
              <a:ext cx="686880" cy="741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1" name="CustomShape 4"/>
            <p:cNvSpPr/>
            <p:nvPr/>
          </p:nvSpPr>
          <p:spPr>
            <a:xfrm>
              <a:off x="4179600" y="4540320"/>
              <a:ext cx="1664640" cy="1798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2" name="CustomShape 5"/>
            <p:cNvSpPr/>
            <p:nvPr/>
          </p:nvSpPr>
          <p:spPr>
            <a:xfrm>
              <a:off x="3341880" y="4806720"/>
              <a:ext cx="1665720" cy="1798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3" name="CustomShape 6"/>
            <p:cNvSpPr/>
            <p:nvPr/>
          </p:nvSpPr>
          <p:spPr>
            <a:xfrm>
              <a:off x="2661480" y="5747040"/>
              <a:ext cx="1097280" cy="1185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4" name="CustomShape 7"/>
            <p:cNvSpPr/>
            <p:nvPr/>
          </p:nvSpPr>
          <p:spPr>
            <a:xfrm>
              <a:off x="3524400" y="6172200"/>
              <a:ext cx="1098360" cy="1184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5" name="CustomShape 8"/>
            <p:cNvSpPr/>
            <p:nvPr/>
          </p:nvSpPr>
          <p:spPr>
            <a:xfrm>
              <a:off x="4287960" y="4971240"/>
              <a:ext cx="2580480" cy="2785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6" name="CustomShape 9"/>
            <p:cNvSpPr/>
            <p:nvPr/>
          </p:nvSpPr>
          <p:spPr>
            <a:xfrm>
              <a:off x="6298920" y="6494760"/>
              <a:ext cx="1097640" cy="118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7" name="CustomShape 10"/>
            <p:cNvSpPr/>
            <p:nvPr/>
          </p:nvSpPr>
          <p:spPr>
            <a:xfrm>
              <a:off x="7214760" y="6450120"/>
              <a:ext cx="1097640" cy="1185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8" name="CustomShape 11"/>
            <p:cNvSpPr/>
            <p:nvPr/>
          </p:nvSpPr>
          <p:spPr>
            <a:xfrm>
              <a:off x="7750440" y="5640480"/>
              <a:ext cx="1907280" cy="2059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09" name="CustomShape 12"/>
            <p:cNvSpPr/>
            <p:nvPr/>
          </p:nvSpPr>
          <p:spPr>
            <a:xfrm>
              <a:off x="9152640" y="6069240"/>
              <a:ext cx="1096920" cy="1185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0" name="CustomShape 13"/>
            <p:cNvSpPr/>
            <p:nvPr/>
          </p:nvSpPr>
          <p:spPr>
            <a:xfrm>
              <a:off x="8622000" y="4551480"/>
              <a:ext cx="1906920" cy="20602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1" name="CustomShape 14"/>
            <p:cNvSpPr/>
            <p:nvPr/>
          </p:nvSpPr>
          <p:spPr>
            <a:xfrm>
              <a:off x="5883480" y="3275280"/>
              <a:ext cx="1454400" cy="1570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2" name="CustomShape 15"/>
            <p:cNvSpPr/>
            <p:nvPr/>
          </p:nvSpPr>
          <p:spPr>
            <a:xfrm>
              <a:off x="6579720" y="3687480"/>
              <a:ext cx="1455480" cy="1571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3" name="CustomShape 16"/>
            <p:cNvSpPr/>
            <p:nvPr/>
          </p:nvSpPr>
          <p:spPr>
            <a:xfrm>
              <a:off x="7622640" y="4187520"/>
              <a:ext cx="981000" cy="1058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4" name="CustomShape 17"/>
            <p:cNvSpPr/>
            <p:nvPr/>
          </p:nvSpPr>
          <p:spPr>
            <a:xfrm>
              <a:off x="7870680" y="4653720"/>
              <a:ext cx="1455120" cy="1569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5" name="CustomShape 18"/>
            <p:cNvSpPr/>
            <p:nvPr/>
          </p:nvSpPr>
          <p:spPr>
            <a:xfrm>
              <a:off x="5251680" y="4014720"/>
              <a:ext cx="2989800" cy="3226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16" name="CustomShape 19"/>
            <p:cNvSpPr/>
            <p:nvPr/>
          </p:nvSpPr>
          <p:spPr>
            <a:xfrm>
              <a:off x="5971680" y="2320920"/>
              <a:ext cx="851040" cy="1837080"/>
            </a:xfrm>
            <a:prstGeom prst="trapezoid">
              <a:avLst>
                <a:gd name="adj" fmla="val 25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17" name="CustomShape 20"/>
          <p:cNvSpPr/>
          <p:nvPr/>
        </p:nvSpPr>
        <p:spPr>
          <a:xfrm>
            <a:off x="360" y="0"/>
            <a:ext cx="12800880" cy="2035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18" name="Group 21"/>
          <p:cNvGrpSpPr/>
          <p:nvPr/>
        </p:nvGrpSpPr>
        <p:grpSpPr>
          <a:xfrm>
            <a:off x="360" y="5738040"/>
            <a:ext cx="12800880" cy="2030400"/>
            <a:chOff x="360" y="5738040"/>
            <a:chExt cx="12800880" cy="2030400"/>
          </a:xfrm>
        </p:grpSpPr>
        <p:sp>
          <p:nvSpPr>
            <p:cNvPr id="719" name="CustomShape 22"/>
            <p:cNvSpPr/>
            <p:nvPr/>
          </p:nvSpPr>
          <p:spPr>
            <a:xfrm>
              <a:off x="360" y="7147440"/>
              <a:ext cx="12800880" cy="62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0" name="CustomShape 23"/>
            <p:cNvSpPr/>
            <p:nvPr/>
          </p:nvSpPr>
          <p:spPr>
            <a:xfrm>
              <a:off x="3074040" y="6494760"/>
              <a:ext cx="805320" cy="870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1" name="CustomShape 24"/>
            <p:cNvSpPr/>
            <p:nvPr/>
          </p:nvSpPr>
          <p:spPr>
            <a:xfrm>
              <a:off x="2480760" y="6588720"/>
              <a:ext cx="805320" cy="869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2" name="CustomShape 25"/>
            <p:cNvSpPr/>
            <p:nvPr/>
          </p:nvSpPr>
          <p:spPr>
            <a:xfrm>
              <a:off x="1862640" y="6857280"/>
              <a:ext cx="834840" cy="899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3" name="CustomShape 26"/>
            <p:cNvSpPr/>
            <p:nvPr/>
          </p:nvSpPr>
          <p:spPr>
            <a:xfrm>
              <a:off x="9929880" y="5738040"/>
              <a:ext cx="833760" cy="9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4" name="CustomShape 27"/>
            <p:cNvSpPr/>
            <p:nvPr/>
          </p:nvSpPr>
          <p:spPr>
            <a:xfrm>
              <a:off x="9095040" y="6557760"/>
              <a:ext cx="833760" cy="900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5" name="CustomShape 28"/>
            <p:cNvSpPr/>
            <p:nvPr/>
          </p:nvSpPr>
          <p:spPr>
            <a:xfrm>
              <a:off x="9787320" y="6405120"/>
              <a:ext cx="976320" cy="1053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6" name="CustomShape 29"/>
            <p:cNvSpPr/>
            <p:nvPr/>
          </p:nvSpPr>
          <p:spPr>
            <a:xfrm>
              <a:off x="10349280" y="6412320"/>
              <a:ext cx="829080" cy="894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27" name="CustomShape 30"/>
            <p:cNvSpPr/>
            <p:nvPr/>
          </p:nvSpPr>
          <p:spPr>
            <a:xfrm>
              <a:off x="10936800" y="6699240"/>
              <a:ext cx="829800" cy="895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28" name="Group 31"/>
          <p:cNvGrpSpPr/>
          <p:nvPr/>
        </p:nvGrpSpPr>
        <p:grpSpPr>
          <a:xfrm>
            <a:off x="9146880" y="1667160"/>
            <a:ext cx="941400" cy="733680"/>
            <a:chOff x="9146880" y="1667160"/>
            <a:chExt cx="941400" cy="733680"/>
          </a:xfrm>
        </p:grpSpPr>
        <p:sp>
          <p:nvSpPr>
            <p:cNvPr id="729" name="CustomShape 32"/>
            <p:cNvSpPr/>
            <p:nvPr/>
          </p:nvSpPr>
          <p:spPr>
            <a:xfrm>
              <a:off x="9276120" y="1667160"/>
              <a:ext cx="604440" cy="651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0" name="CustomShape 33"/>
            <p:cNvSpPr/>
            <p:nvPr/>
          </p:nvSpPr>
          <p:spPr>
            <a:xfrm>
              <a:off x="9673560" y="1869480"/>
              <a:ext cx="414720" cy="446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1" name="CustomShape 34"/>
            <p:cNvSpPr/>
            <p:nvPr/>
          </p:nvSpPr>
          <p:spPr>
            <a:xfrm>
              <a:off x="914688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2" name="CustomShape 35"/>
            <p:cNvSpPr/>
            <p:nvPr/>
          </p:nvSpPr>
          <p:spPr>
            <a:xfrm>
              <a:off x="9430920" y="1993320"/>
              <a:ext cx="378720" cy="407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33" name="Group 36"/>
          <p:cNvGrpSpPr/>
          <p:nvPr/>
        </p:nvGrpSpPr>
        <p:grpSpPr>
          <a:xfrm>
            <a:off x="2935440" y="3296880"/>
            <a:ext cx="734040" cy="572040"/>
            <a:chOff x="2935440" y="3296880"/>
            <a:chExt cx="734040" cy="572040"/>
          </a:xfrm>
        </p:grpSpPr>
        <p:sp>
          <p:nvSpPr>
            <p:cNvPr id="734" name="CustomShape 37"/>
            <p:cNvSpPr/>
            <p:nvPr/>
          </p:nvSpPr>
          <p:spPr>
            <a:xfrm>
              <a:off x="3036600" y="3296880"/>
              <a:ext cx="471240" cy="508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5" name="CustomShape 38"/>
            <p:cNvSpPr/>
            <p:nvPr/>
          </p:nvSpPr>
          <p:spPr>
            <a:xfrm>
              <a:off x="3346920" y="3454200"/>
              <a:ext cx="322560" cy="349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6" name="CustomShape 39"/>
            <p:cNvSpPr/>
            <p:nvPr/>
          </p:nvSpPr>
          <p:spPr>
            <a:xfrm>
              <a:off x="2935440" y="3551040"/>
              <a:ext cx="29484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37" name="CustomShape 40"/>
            <p:cNvSpPr/>
            <p:nvPr/>
          </p:nvSpPr>
          <p:spPr>
            <a:xfrm>
              <a:off x="3158280" y="3551040"/>
              <a:ext cx="292680" cy="31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38" name="Group 41"/>
          <p:cNvGrpSpPr/>
          <p:nvPr/>
        </p:nvGrpSpPr>
        <p:grpSpPr>
          <a:xfrm>
            <a:off x="5945400" y="749520"/>
            <a:ext cx="903960" cy="1875960"/>
            <a:chOff x="5945400" y="749520"/>
            <a:chExt cx="903960" cy="1875960"/>
          </a:xfrm>
        </p:grpSpPr>
        <p:grpSp>
          <p:nvGrpSpPr>
            <p:cNvPr id="739" name="Group 42"/>
            <p:cNvGrpSpPr/>
            <p:nvPr/>
          </p:nvGrpSpPr>
          <p:grpSpPr>
            <a:xfrm>
              <a:off x="6047280" y="749520"/>
              <a:ext cx="694080" cy="1589760"/>
              <a:chOff x="6047280" y="749520"/>
              <a:chExt cx="694080" cy="1589760"/>
            </a:xfrm>
          </p:grpSpPr>
          <p:sp>
            <p:nvSpPr>
              <p:cNvPr id="740" name="CustomShape 43"/>
              <p:cNvSpPr/>
              <p:nvPr/>
            </p:nvSpPr>
            <p:spPr>
              <a:xfrm>
                <a:off x="6047280" y="754920"/>
                <a:ext cx="694080" cy="1584360"/>
              </a:xfrm>
              <a:custGeom>
                <a:avLst/>
                <a:gdLst/>
                <a:ah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41" name="CustomShape 44"/>
              <p:cNvSpPr/>
              <p:nvPr/>
            </p:nvSpPr>
            <p:spPr>
              <a:xfrm>
                <a:off x="6146280" y="2199600"/>
                <a:ext cx="509400" cy="139680"/>
              </a:xfrm>
              <a:custGeom>
                <a:avLst/>
                <a:gdLst/>
                <a:ah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42" name="CustomShape 45"/>
              <p:cNvSpPr/>
              <p:nvPr/>
            </p:nvSpPr>
            <p:spPr>
              <a:xfrm>
                <a:off x="6084000" y="749520"/>
                <a:ext cx="619920" cy="529560"/>
              </a:xfrm>
              <a:custGeom>
                <a:avLst/>
                <a:gdLst/>
                <a:ah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743" name="CustomShape 46"/>
            <p:cNvSpPr/>
            <p:nvPr/>
          </p:nvSpPr>
          <p:spPr>
            <a:xfrm>
              <a:off x="6268680" y="1412640"/>
              <a:ext cx="250560" cy="27108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4" name="CustomShape 47"/>
            <p:cNvSpPr/>
            <p:nvPr/>
          </p:nvSpPr>
          <p:spPr>
            <a:xfrm flipH="1">
              <a:off x="6378840" y="1953000"/>
              <a:ext cx="29160" cy="6519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5" name="CustomShape 48"/>
            <p:cNvSpPr/>
            <p:nvPr/>
          </p:nvSpPr>
          <p:spPr>
            <a:xfrm>
              <a:off x="5945400" y="1941480"/>
              <a:ext cx="200520" cy="68400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6" name="CustomShape 49"/>
            <p:cNvSpPr/>
            <p:nvPr/>
          </p:nvSpPr>
          <p:spPr>
            <a:xfrm flipH="1">
              <a:off x="6648480" y="1941480"/>
              <a:ext cx="200880" cy="68400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47" name="PlaceHolder 50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PlaceHolder 51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CustomShape 1"/>
          <p:cNvSpPr/>
          <p:nvPr/>
        </p:nvSpPr>
        <p:spPr>
          <a:xfrm>
            <a:off x="492480" y="1707840"/>
            <a:ext cx="3988800" cy="5512680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4" name="CustomShape 2"/>
          <p:cNvSpPr/>
          <p:nvPr/>
        </p:nvSpPr>
        <p:spPr>
          <a:xfrm>
            <a:off x="742320" y="2034360"/>
            <a:ext cx="150120" cy="489564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5" name="CustomShape 3"/>
          <p:cNvSpPr/>
          <p:nvPr/>
        </p:nvSpPr>
        <p:spPr>
          <a:xfrm rot="5400000">
            <a:off x="3600360" y="1896120"/>
            <a:ext cx="757800" cy="702720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6" name="PlaceHolder 4"/>
          <p:cNvSpPr>
            <a:spLocks noGrp="1"/>
          </p:cNvSpPr>
          <p:nvPr>
            <p:ph type="title"/>
          </p:nvPr>
        </p:nvSpPr>
        <p:spPr>
          <a:xfrm>
            <a:off x="640080" y="30996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5"/>
          <p:cNvSpPr>
            <a:spLocks noGrp="1"/>
          </p:cNvSpPr>
          <p:nvPr>
            <p:ph type="body"/>
          </p:nvPr>
        </p:nvSpPr>
        <p:spPr>
          <a:xfrm>
            <a:off x="640080" y="1818720"/>
            <a:ext cx="11521080" cy="4507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3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49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jpeg"/><Relationship Id="rId3" Type="http://schemas.openxmlformats.org/officeDocument/2006/relationships/slideLayout" Target="../slideLayouts/slideLayout6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8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9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0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4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4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4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4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4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4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5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4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6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6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8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9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20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20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20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CustomShape 1"/>
          <p:cNvSpPr/>
          <p:nvPr/>
        </p:nvSpPr>
        <p:spPr>
          <a:xfrm>
            <a:off x="5772960" y="3253680"/>
            <a:ext cx="702540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DIGIGARAGE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71" name="CustomShape 2"/>
          <p:cNvSpPr/>
          <p:nvPr/>
        </p:nvSpPr>
        <p:spPr>
          <a:xfrm>
            <a:off x="5772960" y="4124520"/>
            <a:ext cx="702540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Converting paper process into digital process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872" name="Picture 921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sp>
        <p:nvSpPr>
          <p:cNvPr id="873" name="CustomShape 3"/>
          <p:cNvSpPr/>
          <p:nvPr/>
        </p:nvSpPr>
        <p:spPr>
          <a:xfrm>
            <a:off x="685800" y="1143000"/>
            <a:ext cx="4114440" cy="434304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74" name="CustomShape 4"/>
          <p:cNvSpPr/>
          <p:nvPr/>
        </p:nvSpPr>
        <p:spPr>
          <a:xfrm>
            <a:off x="1263600" y="5257800"/>
            <a:ext cx="2514240" cy="68544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875" name="Picture 924" descr=""/>
          <p:cNvPicPr/>
          <p:nvPr/>
        </p:nvPicPr>
        <p:blipFill>
          <a:blip r:embed="rId2"/>
          <a:stretch/>
        </p:blipFill>
        <p:spPr>
          <a:xfrm>
            <a:off x="100440" y="2755800"/>
            <a:ext cx="4856400" cy="2118240"/>
          </a:xfrm>
          <a:prstGeom prst="rect">
            <a:avLst/>
          </a:prstGeom>
          <a:ln w="0">
            <a:noFill/>
          </a:ln>
        </p:spPr>
      </p:pic>
      <p:sp>
        <p:nvSpPr>
          <p:cNvPr id="876" name="CustomShape 5"/>
          <p:cNvSpPr/>
          <p:nvPr/>
        </p:nvSpPr>
        <p:spPr>
          <a:xfrm>
            <a:off x="65160" y="6000480"/>
            <a:ext cx="53431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404040"/>
                </a:solidFill>
                <a:uFillTx/>
                <a:latin typeface="Arial"/>
                <a:ea typeface="맑은 고딕"/>
              </a:rPr>
              <a:t>Developed &amp; Presented by:-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  <a:spcAft>
                <a:spcPts val="28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1. PRIJITHA EZHAVA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2. AKSHAYRAJSINH JADEJA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3. RAHUL SINGH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7" name="CustomShape 6"/>
          <p:cNvSpPr/>
          <p:nvPr/>
        </p:nvSpPr>
        <p:spPr>
          <a:xfrm>
            <a:off x="8373600" y="5619600"/>
            <a:ext cx="38858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404040"/>
                </a:solidFill>
                <a:uFillTx/>
                <a:latin typeface="Arial"/>
                <a:ea typeface="맑은 고딕"/>
              </a:rPr>
              <a:t>GUIDED BY</a:t>
            </a:r>
            <a:r>
              <a:rPr b="0" lang="en-US" sz="2800" spc="-1" strike="noStrike">
                <a:solidFill>
                  <a:srgbClr val="404040"/>
                </a:solidFill>
                <a:latin typeface="Arial"/>
                <a:ea typeface="맑은 고딕"/>
              </a:rPr>
              <a:t>:-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Mr. DHAVAL KAKU</a:t>
            </a:r>
            <a:r>
              <a:rPr b="1" lang="en-US" sz="2800" spc="-1" strike="noStrike">
                <a:solidFill>
                  <a:srgbClr val="404040"/>
                </a:solidFill>
                <a:latin typeface="Arial"/>
                <a:ea typeface="맑은 고딕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78" name="CustomShape 7"/>
          <p:cNvSpPr/>
          <p:nvPr/>
        </p:nvSpPr>
        <p:spPr>
          <a:xfrm>
            <a:off x="5772960" y="3048120"/>
            <a:ext cx="7028280" cy="1752120"/>
          </a:xfrm>
          <a:prstGeom prst="rect">
            <a:avLst/>
          </a:prstGeom>
          <a:solidFill>
            <a:schemeClr val="tx1"/>
          </a:solidFill>
          <a:ln>
            <a:solidFill>
              <a:srgbClr val="bc98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DIGIGARAGE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CustomShape 1"/>
          <p:cNvSpPr/>
          <p:nvPr/>
        </p:nvSpPr>
        <p:spPr>
          <a:xfrm>
            <a:off x="587520" y="4034160"/>
            <a:ext cx="1314000" cy="1381320"/>
          </a:xfrm>
          <a:custGeom>
            <a:avLst/>
            <a:gdLst/>
            <a:ah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0" name="CustomShape 2"/>
          <p:cNvSpPr/>
          <p:nvPr/>
        </p:nvSpPr>
        <p:spPr>
          <a:xfrm>
            <a:off x="1688760" y="2846520"/>
            <a:ext cx="264240" cy="1996560"/>
          </a:xfrm>
          <a:custGeom>
            <a:avLst/>
            <a:gdLst/>
            <a:ahLst/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1" name="CustomShape 3"/>
          <p:cNvSpPr/>
          <p:nvPr/>
        </p:nvSpPr>
        <p:spPr>
          <a:xfrm>
            <a:off x="381240" y="-3168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 u="sng">
                <a:solidFill>
                  <a:srgbClr val="4a452a"/>
                </a:solidFill>
                <a:uFillTx/>
                <a:latin typeface="Arial"/>
                <a:ea typeface="DejaVu Sans"/>
              </a:rPr>
              <a:t>AGENDA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82" name="CustomShape 4"/>
          <p:cNvSpPr/>
          <p:nvPr/>
        </p:nvSpPr>
        <p:spPr>
          <a:xfrm>
            <a:off x="4268880" y="1079280"/>
            <a:ext cx="6760440" cy="6267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83" name="Group 5"/>
          <p:cNvGrpSpPr/>
          <p:nvPr/>
        </p:nvGrpSpPr>
        <p:grpSpPr>
          <a:xfrm>
            <a:off x="4520160" y="1168560"/>
            <a:ext cx="6217560" cy="555120"/>
            <a:chOff x="4520160" y="1168560"/>
            <a:chExt cx="6217560" cy="555120"/>
          </a:xfrm>
        </p:grpSpPr>
        <p:sp>
          <p:nvSpPr>
            <p:cNvPr id="884" name="CustomShape 6"/>
            <p:cNvSpPr/>
            <p:nvPr/>
          </p:nvSpPr>
          <p:spPr>
            <a:xfrm>
              <a:off x="4520160" y="1168560"/>
              <a:ext cx="621756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PROJECT DEFINITION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885" name="CustomShape 7"/>
            <p:cNvSpPr/>
            <p:nvPr/>
          </p:nvSpPr>
          <p:spPr>
            <a:xfrm>
              <a:off x="4520160" y="1341720"/>
              <a:ext cx="6217560" cy="38196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6" name="CustomShape 8"/>
          <p:cNvSpPr/>
          <p:nvPr/>
        </p:nvSpPr>
        <p:spPr>
          <a:xfrm rot="16200000">
            <a:off x="3179520" y="844920"/>
            <a:ext cx="835920" cy="97560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7" name="CustomShape 9"/>
          <p:cNvSpPr/>
          <p:nvPr/>
        </p:nvSpPr>
        <p:spPr>
          <a:xfrm>
            <a:off x="3256200" y="1053360"/>
            <a:ext cx="681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88" name="CustomShape 10"/>
          <p:cNvSpPr/>
          <p:nvPr/>
        </p:nvSpPr>
        <p:spPr>
          <a:xfrm>
            <a:off x="1328400" y="1339560"/>
            <a:ext cx="1016280" cy="1693440"/>
          </a:xfrm>
          <a:custGeom>
            <a:avLst/>
            <a:gdLst/>
            <a:ah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9" name="CustomShape 11"/>
          <p:cNvSpPr/>
          <p:nvPr/>
        </p:nvSpPr>
        <p:spPr>
          <a:xfrm>
            <a:off x="1688760" y="4834440"/>
            <a:ext cx="264240" cy="2935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0" name="CustomShape 12"/>
          <p:cNvSpPr/>
          <p:nvPr/>
        </p:nvSpPr>
        <p:spPr>
          <a:xfrm>
            <a:off x="1628280" y="1046520"/>
            <a:ext cx="416520" cy="369000"/>
          </a:xfrm>
          <a:custGeom>
            <a:avLst/>
            <a:gdLst/>
            <a:ah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1" name="CustomShape 13"/>
          <p:cNvSpPr/>
          <p:nvPr/>
        </p:nvSpPr>
        <p:spPr>
          <a:xfrm>
            <a:off x="4268520" y="1905840"/>
            <a:ext cx="67586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92" name="Group 14"/>
          <p:cNvGrpSpPr/>
          <p:nvPr/>
        </p:nvGrpSpPr>
        <p:grpSpPr>
          <a:xfrm>
            <a:off x="4523040" y="2463120"/>
            <a:ext cx="6217200" cy="680760"/>
            <a:chOff x="4523040" y="2463120"/>
            <a:chExt cx="6217200" cy="680760"/>
          </a:xfrm>
        </p:grpSpPr>
        <p:sp>
          <p:nvSpPr>
            <p:cNvPr id="893" name="CustomShape 15"/>
            <p:cNvSpPr/>
            <p:nvPr/>
          </p:nvSpPr>
          <p:spPr>
            <a:xfrm>
              <a:off x="4523040" y="2463120"/>
              <a:ext cx="6217200" cy="481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4" name="CustomShape 16"/>
            <p:cNvSpPr/>
            <p:nvPr/>
          </p:nvSpPr>
          <p:spPr>
            <a:xfrm>
              <a:off x="4523040" y="2792880"/>
              <a:ext cx="6217200" cy="35100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5" name="CustomShape 17"/>
          <p:cNvSpPr/>
          <p:nvPr/>
        </p:nvSpPr>
        <p:spPr>
          <a:xfrm rot="16200000">
            <a:off x="3193200" y="1722240"/>
            <a:ext cx="80892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6" name="CustomShape 18"/>
          <p:cNvSpPr/>
          <p:nvPr/>
        </p:nvSpPr>
        <p:spPr>
          <a:xfrm>
            <a:off x="3256200" y="1794600"/>
            <a:ext cx="681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97" name="CustomShape 19"/>
          <p:cNvSpPr/>
          <p:nvPr/>
        </p:nvSpPr>
        <p:spPr>
          <a:xfrm>
            <a:off x="4268880" y="365616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98" name="Group 20"/>
          <p:cNvGrpSpPr/>
          <p:nvPr/>
        </p:nvGrpSpPr>
        <p:grpSpPr>
          <a:xfrm>
            <a:off x="4520160" y="4971240"/>
            <a:ext cx="6216840" cy="978120"/>
            <a:chOff x="4520160" y="4971240"/>
            <a:chExt cx="6216840" cy="978120"/>
          </a:xfrm>
        </p:grpSpPr>
        <p:sp>
          <p:nvSpPr>
            <p:cNvPr id="899" name="CustomShape 21"/>
            <p:cNvSpPr/>
            <p:nvPr/>
          </p:nvSpPr>
          <p:spPr>
            <a:xfrm rot="6600">
              <a:off x="4520160" y="5560560"/>
              <a:ext cx="62161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DATA DICTIONARY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00" name="CustomShape 22"/>
            <p:cNvSpPr/>
            <p:nvPr/>
          </p:nvSpPr>
          <p:spPr>
            <a:xfrm rot="6600">
              <a:off x="4520160" y="4977000"/>
              <a:ext cx="62161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1" name="CustomShape 23"/>
          <p:cNvSpPr/>
          <p:nvPr/>
        </p:nvSpPr>
        <p:spPr>
          <a:xfrm rot="16200000">
            <a:off x="3189960" y="3422160"/>
            <a:ext cx="814680" cy="97488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2" name="CustomShape 24"/>
          <p:cNvSpPr/>
          <p:nvPr/>
        </p:nvSpPr>
        <p:spPr>
          <a:xfrm>
            <a:off x="3256200" y="354528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3" name="CustomShape 25"/>
          <p:cNvSpPr/>
          <p:nvPr/>
        </p:nvSpPr>
        <p:spPr>
          <a:xfrm>
            <a:off x="4277160" y="276768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04" name="Group 26"/>
          <p:cNvGrpSpPr/>
          <p:nvPr/>
        </p:nvGrpSpPr>
        <p:grpSpPr>
          <a:xfrm>
            <a:off x="4455720" y="2892600"/>
            <a:ext cx="6217920" cy="753120"/>
            <a:chOff x="4455720" y="2892600"/>
            <a:chExt cx="6217920" cy="753120"/>
          </a:xfrm>
        </p:grpSpPr>
        <p:sp>
          <p:nvSpPr>
            <p:cNvPr id="905" name="CustomShape 27"/>
            <p:cNvSpPr/>
            <p:nvPr/>
          </p:nvSpPr>
          <p:spPr>
            <a:xfrm rot="6600">
              <a:off x="4455720" y="2898360"/>
              <a:ext cx="621720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SOFTWARE REQUIREMENT SPECIFICATION (SRS)  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06" name="CustomShape 28"/>
            <p:cNvSpPr/>
            <p:nvPr/>
          </p:nvSpPr>
          <p:spPr>
            <a:xfrm rot="6600">
              <a:off x="4455720" y="3257280"/>
              <a:ext cx="621720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7" name="CustomShape 29"/>
          <p:cNvSpPr/>
          <p:nvPr/>
        </p:nvSpPr>
        <p:spPr>
          <a:xfrm rot="16200000">
            <a:off x="3199320" y="2534400"/>
            <a:ext cx="814320" cy="97488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8" name="CustomShape 30"/>
          <p:cNvSpPr/>
          <p:nvPr/>
        </p:nvSpPr>
        <p:spPr>
          <a:xfrm>
            <a:off x="3265200" y="265716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9" name="CustomShape 31"/>
          <p:cNvSpPr/>
          <p:nvPr/>
        </p:nvSpPr>
        <p:spPr>
          <a:xfrm>
            <a:off x="4277160" y="457056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10" name="Group 32"/>
          <p:cNvGrpSpPr/>
          <p:nvPr/>
        </p:nvGrpSpPr>
        <p:grpSpPr>
          <a:xfrm>
            <a:off x="4528440" y="5046120"/>
            <a:ext cx="6216840" cy="1741680"/>
            <a:chOff x="4528440" y="5046120"/>
            <a:chExt cx="6216840" cy="1741680"/>
          </a:xfrm>
        </p:grpSpPr>
        <p:sp>
          <p:nvSpPr>
            <p:cNvPr id="911" name="CustomShape 33"/>
            <p:cNvSpPr/>
            <p:nvPr/>
          </p:nvSpPr>
          <p:spPr>
            <a:xfrm rot="6600">
              <a:off x="4528440" y="6399000"/>
              <a:ext cx="62161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UML DIAGRAM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12" name="CustomShape 34"/>
            <p:cNvSpPr/>
            <p:nvPr/>
          </p:nvSpPr>
          <p:spPr>
            <a:xfrm rot="6600">
              <a:off x="4528440" y="5051880"/>
              <a:ext cx="62161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3" name="CustomShape 35"/>
          <p:cNvSpPr/>
          <p:nvPr/>
        </p:nvSpPr>
        <p:spPr>
          <a:xfrm rot="16200000">
            <a:off x="3198240" y="4336200"/>
            <a:ext cx="815400" cy="97488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4" name="CustomShape 36"/>
          <p:cNvSpPr/>
          <p:nvPr/>
        </p:nvSpPr>
        <p:spPr>
          <a:xfrm>
            <a:off x="3265200" y="445968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5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5" name="CustomShape 37"/>
          <p:cNvSpPr/>
          <p:nvPr/>
        </p:nvSpPr>
        <p:spPr>
          <a:xfrm>
            <a:off x="4277160" y="544104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16" name="Group 38"/>
          <p:cNvGrpSpPr/>
          <p:nvPr/>
        </p:nvGrpSpPr>
        <p:grpSpPr>
          <a:xfrm>
            <a:off x="4564440" y="4710960"/>
            <a:ext cx="6216840" cy="1672920"/>
            <a:chOff x="4564440" y="4710960"/>
            <a:chExt cx="6216840" cy="1672920"/>
          </a:xfrm>
        </p:grpSpPr>
        <p:sp>
          <p:nvSpPr>
            <p:cNvPr id="917" name="CustomShape 39"/>
            <p:cNvSpPr/>
            <p:nvPr/>
          </p:nvSpPr>
          <p:spPr>
            <a:xfrm rot="6600">
              <a:off x="4564440" y="4716720"/>
              <a:ext cx="62161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ROLES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18" name="CustomShape 40"/>
            <p:cNvSpPr/>
            <p:nvPr/>
          </p:nvSpPr>
          <p:spPr>
            <a:xfrm rot="6600">
              <a:off x="4564440" y="5995440"/>
              <a:ext cx="62161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9" name="CustomShape 41"/>
          <p:cNvSpPr/>
          <p:nvPr/>
        </p:nvSpPr>
        <p:spPr>
          <a:xfrm rot="16200000">
            <a:off x="3197880" y="5206680"/>
            <a:ext cx="81504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0" name="CustomShape 42"/>
          <p:cNvSpPr/>
          <p:nvPr/>
        </p:nvSpPr>
        <p:spPr>
          <a:xfrm>
            <a:off x="3265200" y="538416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6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921" name="Group 43"/>
          <p:cNvGrpSpPr/>
          <p:nvPr/>
        </p:nvGrpSpPr>
        <p:grpSpPr>
          <a:xfrm>
            <a:off x="4476600" y="2022840"/>
            <a:ext cx="6218640" cy="751680"/>
            <a:chOff x="4476600" y="2022840"/>
            <a:chExt cx="6218640" cy="751680"/>
          </a:xfrm>
        </p:grpSpPr>
        <p:sp>
          <p:nvSpPr>
            <p:cNvPr id="922" name="CustomShape 44"/>
            <p:cNvSpPr/>
            <p:nvPr/>
          </p:nvSpPr>
          <p:spPr>
            <a:xfrm rot="6600">
              <a:off x="4476600" y="2028600"/>
              <a:ext cx="62179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OBJECTIVE 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23" name="CustomShape 45"/>
            <p:cNvSpPr/>
            <p:nvPr/>
          </p:nvSpPr>
          <p:spPr>
            <a:xfrm rot="6600">
              <a:off x="4476600" y="2386080"/>
              <a:ext cx="62179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924" name="Picture 972" descr=""/>
          <p:cNvPicPr/>
          <p:nvPr/>
        </p:nvPicPr>
        <p:blipFill>
          <a:blip r:embed="rId1"/>
          <a:stretch/>
        </p:blipFill>
        <p:spPr>
          <a:xfrm>
            <a:off x="76320" y="76320"/>
            <a:ext cx="3200040" cy="609120"/>
          </a:xfrm>
          <a:prstGeom prst="rect">
            <a:avLst/>
          </a:prstGeom>
          <a:ln w="0">
            <a:noFill/>
          </a:ln>
        </p:spPr>
      </p:pic>
      <p:sp>
        <p:nvSpPr>
          <p:cNvPr id="925" name="CustomShape 46"/>
          <p:cNvSpPr/>
          <p:nvPr/>
        </p:nvSpPr>
        <p:spPr>
          <a:xfrm>
            <a:off x="4303440" y="627120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6" name="CustomShape 47"/>
          <p:cNvSpPr/>
          <p:nvPr/>
        </p:nvSpPr>
        <p:spPr>
          <a:xfrm rot="16200000">
            <a:off x="3224160" y="6037200"/>
            <a:ext cx="81504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7" name="CustomShape 48"/>
          <p:cNvSpPr/>
          <p:nvPr/>
        </p:nvSpPr>
        <p:spPr>
          <a:xfrm>
            <a:off x="3276720" y="623016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7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28" name="CustomShape 49"/>
          <p:cNvSpPr/>
          <p:nvPr/>
        </p:nvSpPr>
        <p:spPr>
          <a:xfrm>
            <a:off x="4283280" y="7038720"/>
            <a:ext cx="6760440" cy="62136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CustomShape 50"/>
          <p:cNvSpPr/>
          <p:nvPr/>
        </p:nvSpPr>
        <p:spPr>
          <a:xfrm rot="16200000">
            <a:off x="3204000" y="6804360"/>
            <a:ext cx="81504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0" name="CustomShape 51"/>
          <p:cNvSpPr/>
          <p:nvPr/>
        </p:nvSpPr>
        <p:spPr>
          <a:xfrm>
            <a:off x="3256560" y="6997320"/>
            <a:ext cx="681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8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1" name="CustomShape 52"/>
          <p:cNvSpPr/>
          <p:nvPr/>
        </p:nvSpPr>
        <p:spPr>
          <a:xfrm rot="6600">
            <a:off x="4527000" y="3800520"/>
            <a:ext cx="6216120" cy="383040"/>
          </a:xfrm>
          <a:prstGeom prst="round2SameRect">
            <a:avLst>
              <a:gd name="adj1" fmla="val 16667"/>
              <a:gd name="adj2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595959"/>
                </a:solidFill>
                <a:latin typeface="Arial"/>
                <a:ea typeface="Arial Unicode MS"/>
              </a:rPr>
              <a:t>SERVICES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2" name="CustomShape 53"/>
          <p:cNvSpPr/>
          <p:nvPr/>
        </p:nvSpPr>
        <p:spPr>
          <a:xfrm rot="6600">
            <a:off x="4572000" y="7153560"/>
            <a:ext cx="6216120" cy="382680"/>
          </a:xfrm>
          <a:prstGeom prst="round2SameRect">
            <a:avLst>
              <a:gd name="adj1" fmla="val 16667"/>
              <a:gd name="adj2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595959"/>
                </a:solidFill>
                <a:latin typeface="Arial"/>
                <a:ea typeface="Arial Unicode MS"/>
              </a:rPr>
              <a:t>UI SCREENSHOTS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CustomShape 1"/>
          <p:cNvSpPr/>
          <p:nvPr/>
        </p:nvSpPr>
        <p:spPr>
          <a:xfrm>
            <a:off x="4344840" y="5480280"/>
            <a:ext cx="4636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This PowerPoint Template has clean and neutral design that can be adapted to any content and meets various market segments.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34" name="Picture 976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sp>
        <p:nvSpPr>
          <p:cNvPr id="935" name="CustomShape 2"/>
          <p:cNvSpPr/>
          <p:nvPr/>
        </p:nvSpPr>
        <p:spPr>
          <a:xfrm>
            <a:off x="4754880" y="147960"/>
            <a:ext cx="3504960" cy="1909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6" name="CustomShape 3"/>
          <p:cNvSpPr/>
          <p:nvPr/>
        </p:nvSpPr>
        <p:spPr>
          <a:xfrm>
            <a:off x="0" y="2057400"/>
            <a:ext cx="12801240" cy="5562360"/>
          </a:xfrm>
          <a:prstGeom prst="rect">
            <a:avLst/>
          </a:prstGeom>
          <a:solidFill>
            <a:srgbClr val="ffce2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7" name="CustomShape 4"/>
          <p:cNvSpPr/>
          <p:nvPr/>
        </p:nvSpPr>
        <p:spPr>
          <a:xfrm>
            <a:off x="3768120" y="990720"/>
            <a:ext cx="545184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 Unicode MS"/>
              </a:rPr>
              <a:t>PROJECT DEFINITION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38" name="CustomShape 5"/>
          <p:cNvSpPr/>
          <p:nvPr/>
        </p:nvSpPr>
        <p:spPr>
          <a:xfrm>
            <a:off x="9220320" y="1295280"/>
            <a:ext cx="990360" cy="761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9" name="CustomShape 6"/>
          <p:cNvSpPr/>
          <p:nvPr/>
        </p:nvSpPr>
        <p:spPr>
          <a:xfrm>
            <a:off x="1874520" y="3276720"/>
            <a:ext cx="496080" cy="53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0" name="CustomShape 7"/>
          <p:cNvSpPr/>
          <p:nvPr/>
        </p:nvSpPr>
        <p:spPr>
          <a:xfrm>
            <a:off x="1478160" y="304812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1" name="CustomShape 8"/>
          <p:cNvSpPr/>
          <p:nvPr/>
        </p:nvSpPr>
        <p:spPr>
          <a:xfrm>
            <a:off x="2370960" y="3135960"/>
            <a:ext cx="8647200" cy="456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Domain: Gateway Digital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2" name="CustomShape 9"/>
          <p:cNvSpPr/>
          <p:nvPr/>
        </p:nvSpPr>
        <p:spPr>
          <a:xfrm>
            <a:off x="1874520" y="4632840"/>
            <a:ext cx="496080" cy="53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3" name="CustomShape 10"/>
          <p:cNvSpPr/>
          <p:nvPr/>
        </p:nvSpPr>
        <p:spPr>
          <a:xfrm>
            <a:off x="1478160" y="44042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4" name="CustomShape 11"/>
          <p:cNvSpPr/>
          <p:nvPr/>
        </p:nvSpPr>
        <p:spPr>
          <a:xfrm>
            <a:off x="2346840" y="4071960"/>
            <a:ext cx="8686440" cy="1552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Board Scope: Digitalization of the physical/paper process of the industry or the process of work.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945" name="CustomShape 12"/>
          <p:cNvSpPr/>
          <p:nvPr/>
        </p:nvSpPr>
        <p:spPr>
          <a:xfrm>
            <a:off x="1889640" y="6065640"/>
            <a:ext cx="496080" cy="53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6" name="CustomShape 13"/>
          <p:cNvSpPr/>
          <p:nvPr/>
        </p:nvSpPr>
        <p:spPr>
          <a:xfrm>
            <a:off x="1493640" y="58370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7" name="CustomShape 14"/>
          <p:cNvSpPr/>
          <p:nvPr/>
        </p:nvSpPr>
        <p:spPr>
          <a:xfrm>
            <a:off x="2362320" y="5862960"/>
            <a:ext cx="8686440" cy="456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Target Audience: B2B Users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CustomShape 1"/>
          <p:cNvSpPr/>
          <p:nvPr/>
        </p:nvSpPr>
        <p:spPr>
          <a:xfrm>
            <a:off x="0" y="0"/>
            <a:ext cx="2819160" cy="7772040"/>
          </a:xfrm>
          <a:prstGeom prst="rect">
            <a:avLst/>
          </a:prstGeom>
          <a:solidFill>
            <a:srgbClr val="ffce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49" name="Picture 5" descr=""/>
          <p:cNvPicPr/>
          <p:nvPr/>
        </p:nvPicPr>
        <p:blipFill>
          <a:blip r:embed="rId1"/>
          <a:stretch/>
        </p:blipFill>
        <p:spPr>
          <a:xfrm>
            <a:off x="4343400" y="380880"/>
            <a:ext cx="1218960" cy="1218960"/>
          </a:xfrm>
          <a:prstGeom prst="rect">
            <a:avLst/>
          </a:prstGeom>
          <a:ln w="0">
            <a:noFill/>
          </a:ln>
        </p:spPr>
      </p:pic>
      <p:sp>
        <p:nvSpPr>
          <p:cNvPr id="950" name="CustomShape 2"/>
          <p:cNvSpPr/>
          <p:nvPr/>
        </p:nvSpPr>
        <p:spPr>
          <a:xfrm>
            <a:off x="2971800" y="2070360"/>
            <a:ext cx="9829440" cy="1815480"/>
          </a:xfrm>
          <a:prstGeom prst="rect">
            <a:avLst/>
          </a:prstGeom>
          <a:solidFill>
            <a:schemeClr val="bg1">
              <a:lumMod val="8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1" name="CustomShape 3"/>
          <p:cNvSpPr/>
          <p:nvPr/>
        </p:nvSpPr>
        <p:spPr>
          <a:xfrm>
            <a:off x="5562720" y="609480"/>
            <a:ext cx="44193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5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OBJECTIVE</a:t>
            </a:r>
            <a:endParaRPr b="0" lang="en-US" sz="5400" spc="-1" strike="noStrike">
              <a:latin typeface="Arial"/>
            </a:endParaRPr>
          </a:p>
        </p:txBody>
      </p:sp>
      <p:pic>
        <p:nvPicPr>
          <p:cNvPr id="952" name="Picture 8" descr=""/>
          <p:cNvPicPr/>
          <p:nvPr/>
        </p:nvPicPr>
        <p:blipFill>
          <a:blip r:embed="rId2"/>
          <a:stretch/>
        </p:blipFill>
        <p:spPr>
          <a:xfrm>
            <a:off x="6553080" y="2070360"/>
            <a:ext cx="2514240" cy="1728000"/>
          </a:xfrm>
          <a:prstGeom prst="rect">
            <a:avLst/>
          </a:prstGeom>
          <a:ln w="0">
            <a:noFill/>
          </a:ln>
        </p:spPr>
      </p:pic>
      <p:pic>
        <p:nvPicPr>
          <p:cNvPr id="953" name="Picture 11" descr=""/>
          <p:cNvPicPr/>
          <p:nvPr/>
        </p:nvPicPr>
        <p:blipFill>
          <a:blip r:embed="rId3"/>
          <a:stretch/>
        </p:blipFill>
        <p:spPr>
          <a:xfrm>
            <a:off x="9905400" y="2206800"/>
            <a:ext cx="2743560" cy="1603080"/>
          </a:xfrm>
          <a:prstGeom prst="rect">
            <a:avLst/>
          </a:prstGeom>
          <a:ln w="0">
            <a:noFill/>
          </a:ln>
        </p:spPr>
      </p:pic>
      <p:pic>
        <p:nvPicPr>
          <p:cNvPr id="954" name="Picture 14" descr=""/>
          <p:cNvPicPr/>
          <p:nvPr/>
        </p:nvPicPr>
        <p:blipFill>
          <a:blip r:embed="rId4"/>
          <a:stretch/>
        </p:blipFill>
        <p:spPr>
          <a:xfrm>
            <a:off x="3581280" y="2070360"/>
            <a:ext cx="1980720" cy="1815480"/>
          </a:xfrm>
          <a:prstGeom prst="rect">
            <a:avLst/>
          </a:prstGeom>
          <a:ln w="0">
            <a:noFill/>
          </a:ln>
        </p:spPr>
      </p:pic>
      <p:sp>
        <p:nvSpPr>
          <p:cNvPr id="955" name="CustomShape 4"/>
          <p:cNvSpPr/>
          <p:nvPr/>
        </p:nvSpPr>
        <p:spPr>
          <a:xfrm>
            <a:off x="6095880" y="2070360"/>
            <a:ext cx="45360" cy="5701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6" name="CustomShape 5"/>
          <p:cNvSpPr/>
          <p:nvPr/>
        </p:nvSpPr>
        <p:spPr>
          <a:xfrm>
            <a:off x="9448920" y="2070360"/>
            <a:ext cx="45360" cy="5701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57" name="Picture 23" descr=""/>
          <p:cNvPicPr/>
          <p:nvPr/>
        </p:nvPicPr>
        <p:blipFill>
          <a:blip r:embed="rId5"/>
          <a:stretch/>
        </p:blipFill>
        <p:spPr>
          <a:xfrm>
            <a:off x="33840" y="152280"/>
            <a:ext cx="3336840" cy="600480"/>
          </a:xfrm>
          <a:prstGeom prst="rect">
            <a:avLst/>
          </a:prstGeom>
          <a:ln w="0">
            <a:noFill/>
          </a:ln>
        </p:spPr>
      </p:pic>
      <p:sp>
        <p:nvSpPr>
          <p:cNvPr id="958" name="CustomShape 6"/>
          <p:cNvSpPr/>
          <p:nvPr/>
        </p:nvSpPr>
        <p:spPr>
          <a:xfrm>
            <a:off x="3200400" y="4495680"/>
            <a:ext cx="259056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Shifting of physical paper process to digital process.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 load of form filling or maintaining records on paper.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959" name="CustomShape 7"/>
          <p:cNvSpPr/>
          <p:nvPr/>
        </p:nvSpPr>
        <p:spPr>
          <a:xfrm>
            <a:off x="6477120" y="4648320"/>
            <a:ext cx="25905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Easy access of data and less redundancy.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Security and backup of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0" name="CustomShape 8"/>
          <p:cNvSpPr/>
          <p:nvPr/>
        </p:nvSpPr>
        <p:spPr>
          <a:xfrm>
            <a:off x="9677520" y="4800600"/>
            <a:ext cx="27428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Each process monitoring.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Day-to-Day work flow records and easy sorting.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CustomShape 1"/>
          <p:cNvSpPr/>
          <p:nvPr/>
        </p:nvSpPr>
        <p:spPr>
          <a:xfrm>
            <a:off x="0" y="57816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 u="sng">
                <a:solidFill>
                  <a:srgbClr val="0d0d0d"/>
                </a:solidFill>
                <a:uFillTx/>
                <a:latin typeface="Arial"/>
                <a:ea typeface="Arial Unicode MS"/>
              </a:rPr>
              <a:t>SOFTWARE REQUIREMENT SPECIFICATION (SRS)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2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63" name="Group 3"/>
          <p:cNvGrpSpPr/>
          <p:nvPr/>
        </p:nvGrpSpPr>
        <p:grpSpPr>
          <a:xfrm>
            <a:off x="4853520" y="1600200"/>
            <a:ext cx="1429200" cy="1541520"/>
            <a:chOff x="4853520" y="1600200"/>
            <a:chExt cx="1429200" cy="1541520"/>
          </a:xfrm>
        </p:grpSpPr>
        <p:sp>
          <p:nvSpPr>
            <p:cNvPr id="964" name="CustomShape 4"/>
            <p:cNvSpPr/>
            <p:nvPr/>
          </p:nvSpPr>
          <p:spPr>
            <a:xfrm rot="5400000">
              <a:off x="4797360" y="1656360"/>
              <a:ext cx="1541520" cy="142920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65" name="CustomShape 5"/>
            <p:cNvSpPr/>
            <p:nvPr/>
          </p:nvSpPr>
          <p:spPr>
            <a:xfrm>
              <a:off x="4959720" y="1715760"/>
              <a:ext cx="1214640" cy="1310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66" name="Group 6"/>
          <p:cNvGrpSpPr/>
          <p:nvPr/>
        </p:nvGrpSpPr>
        <p:grpSpPr>
          <a:xfrm>
            <a:off x="4667400" y="3200400"/>
            <a:ext cx="1428480" cy="1541520"/>
            <a:chOff x="4667400" y="3200400"/>
            <a:chExt cx="1428480" cy="1541520"/>
          </a:xfrm>
        </p:grpSpPr>
        <p:sp>
          <p:nvSpPr>
            <p:cNvPr id="967" name="CustomShape 7"/>
            <p:cNvSpPr/>
            <p:nvPr/>
          </p:nvSpPr>
          <p:spPr>
            <a:xfrm rot="5400000">
              <a:off x="4610880" y="3256920"/>
              <a:ext cx="1541520" cy="142848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68" name="CustomShape 8"/>
            <p:cNvSpPr/>
            <p:nvPr/>
          </p:nvSpPr>
          <p:spPr>
            <a:xfrm>
              <a:off x="4772880" y="3315960"/>
              <a:ext cx="1214280" cy="1310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69" name="Group 9"/>
          <p:cNvGrpSpPr/>
          <p:nvPr/>
        </p:nvGrpSpPr>
        <p:grpSpPr>
          <a:xfrm>
            <a:off x="4438080" y="4800600"/>
            <a:ext cx="1429200" cy="1541520"/>
            <a:chOff x="4438080" y="4800600"/>
            <a:chExt cx="1429200" cy="1541520"/>
          </a:xfrm>
        </p:grpSpPr>
        <p:sp>
          <p:nvSpPr>
            <p:cNvPr id="970" name="CustomShape 10"/>
            <p:cNvSpPr/>
            <p:nvPr/>
          </p:nvSpPr>
          <p:spPr>
            <a:xfrm rot="5400000">
              <a:off x="4381920" y="4856760"/>
              <a:ext cx="1541520" cy="142920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1" name="CustomShape 11"/>
            <p:cNvSpPr/>
            <p:nvPr/>
          </p:nvSpPr>
          <p:spPr>
            <a:xfrm>
              <a:off x="4543560" y="4916160"/>
              <a:ext cx="1215000" cy="1310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72" name="Group 12"/>
          <p:cNvGrpSpPr/>
          <p:nvPr/>
        </p:nvGrpSpPr>
        <p:grpSpPr>
          <a:xfrm>
            <a:off x="7257600" y="1595520"/>
            <a:ext cx="1429200" cy="1541520"/>
            <a:chOff x="7257600" y="1595520"/>
            <a:chExt cx="1429200" cy="1541520"/>
          </a:xfrm>
        </p:grpSpPr>
        <p:sp>
          <p:nvSpPr>
            <p:cNvPr id="973" name="CustomShape 13"/>
            <p:cNvSpPr/>
            <p:nvPr/>
          </p:nvSpPr>
          <p:spPr>
            <a:xfrm flipH="1" rot="16200000">
              <a:off x="7201440" y="1651680"/>
              <a:ext cx="1541520" cy="142920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4" name="CustomShape 14"/>
            <p:cNvSpPr/>
            <p:nvPr/>
          </p:nvSpPr>
          <p:spPr>
            <a:xfrm flipH="1">
              <a:off x="7363440" y="1710000"/>
              <a:ext cx="1214280" cy="1311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75" name="Group 15"/>
          <p:cNvGrpSpPr/>
          <p:nvPr/>
        </p:nvGrpSpPr>
        <p:grpSpPr>
          <a:xfrm>
            <a:off x="7470000" y="3181680"/>
            <a:ext cx="1429200" cy="1541160"/>
            <a:chOff x="7470000" y="3181680"/>
            <a:chExt cx="1429200" cy="1541160"/>
          </a:xfrm>
        </p:grpSpPr>
        <p:sp>
          <p:nvSpPr>
            <p:cNvPr id="976" name="CustomShape 16"/>
            <p:cNvSpPr/>
            <p:nvPr/>
          </p:nvSpPr>
          <p:spPr>
            <a:xfrm flipH="1" rot="16200000">
              <a:off x="7413840" y="3237480"/>
              <a:ext cx="1541160" cy="142920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7" name="CustomShape 17"/>
            <p:cNvSpPr/>
            <p:nvPr/>
          </p:nvSpPr>
          <p:spPr>
            <a:xfrm flipH="1">
              <a:off x="7576200" y="3297240"/>
              <a:ext cx="1214280" cy="1310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78" name="CustomShape 18"/>
          <p:cNvSpPr/>
          <p:nvPr/>
        </p:nvSpPr>
        <p:spPr>
          <a:xfrm>
            <a:off x="6178680" y="2362320"/>
            <a:ext cx="103680" cy="5409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9" name="CustomShape 19"/>
          <p:cNvSpPr/>
          <p:nvPr/>
        </p:nvSpPr>
        <p:spPr>
          <a:xfrm>
            <a:off x="7257240" y="2375280"/>
            <a:ext cx="100440" cy="5396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0" name="CustomShape 20"/>
          <p:cNvSpPr/>
          <p:nvPr/>
        </p:nvSpPr>
        <p:spPr>
          <a:xfrm>
            <a:off x="5991480" y="4521240"/>
            <a:ext cx="104040" cy="32508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1" name="CustomShape 21"/>
          <p:cNvSpPr/>
          <p:nvPr/>
        </p:nvSpPr>
        <p:spPr>
          <a:xfrm>
            <a:off x="5759640" y="5936040"/>
            <a:ext cx="107280" cy="183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2" name="CustomShape 22"/>
          <p:cNvSpPr/>
          <p:nvPr/>
        </p:nvSpPr>
        <p:spPr>
          <a:xfrm>
            <a:off x="7469640" y="4012920"/>
            <a:ext cx="106920" cy="3759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3" name="CustomShape 23"/>
          <p:cNvSpPr/>
          <p:nvPr/>
        </p:nvSpPr>
        <p:spPr>
          <a:xfrm>
            <a:off x="1246320" y="2206800"/>
            <a:ext cx="3553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HTML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4" name="CustomShape 24"/>
          <p:cNvSpPr/>
          <p:nvPr/>
        </p:nvSpPr>
        <p:spPr>
          <a:xfrm>
            <a:off x="1125000" y="3959280"/>
            <a:ext cx="3553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CSS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5" name="CustomShape 25"/>
          <p:cNvSpPr/>
          <p:nvPr/>
        </p:nvSpPr>
        <p:spPr>
          <a:xfrm>
            <a:off x="1779840" y="6400800"/>
            <a:ext cx="3553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BOOTSTRAP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6" name="Picture 1118" descr=""/>
          <p:cNvPicPr/>
          <p:nvPr/>
        </p:nvPicPr>
        <p:blipFill>
          <a:blip r:embed="rId1"/>
          <a:stretch/>
        </p:blipFill>
        <p:spPr>
          <a:xfrm>
            <a:off x="76320" y="71280"/>
            <a:ext cx="3374280" cy="690480"/>
          </a:xfrm>
          <a:prstGeom prst="rect">
            <a:avLst/>
          </a:prstGeom>
          <a:ln w="0">
            <a:noFill/>
          </a:ln>
        </p:spPr>
      </p:pic>
      <p:grpSp>
        <p:nvGrpSpPr>
          <p:cNvPr id="987" name="Group 26"/>
          <p:cNvGrpSpPr/>
          <p:nvPr/>
        </p:nvGrpSpPr>
        <p:grpSpPr>
          <a:xfrm>
            <a:off x="7722360" y="4837320"/>
            <a:ext cx="1429200" cy="1541160"/>
            <a:chOff x="7722360" y="4837320"/>
            <a:chExt cx="1429200" cy="1541160"/>
          </a:xfrm>
        </p:grpSpPr>
        <p:sp>
          <p:nvSpPr>
            <p:cNvPr id="988" name="CustomShape 27"/>
            <p:cNvSpPr/>
            <p:nvPr/>
          </p:nvSpPr>
          <p:spPr>
            <a:xfrm flipH="1" rot="16200000">
              <a:off x="7666200" y="4893120"/>
              <a:ext cx="1541160" cy="142920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9" name="CustomShape 28"/>
            <p:cNvSpPr/>
            <p:nvPr/>
          </p:nvSpPr>
          <p:spPr>
            <a:xfrm flipH="1">
              <a:off x="7828200" y="4952520"/>
              <a:ext cx="1214280" cy="1310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90" name="CustomShape 29"/>
          <p:cNvSpPr/>
          <p:nvPr/>
        </p:nvSpPr>
        <p:spPr>
          <a:xfrm>
            <a:off x="7722360" y="5691960"/>
            <a:ext cx="108000" cy="208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91" name="Picture 1" descr=""/>
          <p:cNvPicPr/>
          <p:nvPr/>
        </p:nvPicPr>
        <p:blipFill>
          <a:blip r:embed="rId2"/>
          <a:stretch/>
        </p:blipFill>
        <p:spPr>
          <a:xfrm>
            <a:off x="5219640" y="2019240"/>
            <a:ext cx="647280" cy="647280"/>
          </a:xfrm>
          <a:prstGeom prst="rect">
            <a:avLst/>
          </a:prstGeom>
          <a:ln w="0">
            <a:noFill/>
          </a:ln>
        </p:spPr>
      </p:pic>
      <p:pic>
        <p:nvPicPr>
          <p:cNvPr id="992" name="Picture 2" descr=""/>
          <p:cNvPicPr/>
          <p:nvPr/>
        </p:nvPicPr>
        <p:blipFill>
          <a:blip r:embed="rId3"/>
          <a:stretch/>
        </p:blipFill>
        <p:spPr>
          <a:xfrm>
            <a:off x="7830720" y="3541680"/>
            <a:ext cx="747720" cy="747720"/>
          </a:xfrm>
          <a:prstGeom prst="rect">
            <a:avLst/>
          </a:prstGeom>
          <a:ln w="0">
            <a:noFill/>
          </a:ln>
        </p:spPr>
      </p:pic>
      <p:pic>
        <p:nvPicPr>
          <p:cNvPr id="993" name="Picture 3" descr=""/>
          <p:cNvPicPr/>
          <p:nvPr/>
        </p:nvPicPr>
        <p:blipFill>
          <a:blip r:embed="rId4"/>
          <a:stretch/>
        </p:blipFill>
        <p:spPr>
          <a:xfrm>
            <a:off x="4726080" y="5181480"/>
            <a:ext cx="835920" cy="835920"/>
          </a:xfrm>
          <a:prstGeom prst="rect">
            <a:avLst/>
          </a:prstGeom>
          <a:ln w="0">
            <a:noFill/>
          </a:ln>
        </p:spPr>
      </p:pic>
      <p:pic>
        <p:nvPicPr>
          <p:cNvPr id="994" name="Picture 4" descr=""/>
          <p:cNvPicPr/>
          <p:nvPr/>
        </p:nvPicPr>
        <p:blipFill>
          <a:blip r:embed="rId5"/>
          <a:stretch/>
        </p:blipFill>
        <p:spPr>
          <a:xfrm>
            <a:off x="7696080" y="1981080"/>
            <a:ext cx="647280" cy="647280"/>
          </a:xfrm>
          <a:prstGeom prst="rect">
            <a:avLst/>
          </a:prstGeom>
          <a:ln w="0">
            <a:noFill/>
          </a:ln>
        </p:spPr>
      </p:pic>
      <p:pic>
        <p:nvPicPr>
          <p:cNvPr id="995" name="Picture 5" descr=""/>
          <p:cNvPicPr/>
          <p:nvPr/>
        </p:nvPicPr>
        <p:blipFill>
          <a:blip r:embed="rId6"/>
          <a:stretch/>
        </p:blipFill>
        <p:spPr>
          <a:xfrm>
            <a:off x="5024160" y="3657600"/>
            <a:ext cx="766800" cy="766800"/>
          </a:xfrm>
          <a:prstGeom prst="rect">
            <a:avLst/>
          </a:prstGeom>
          <a:ln w="0">
            <a:noFill/>
          </a:ln>
        </p:spPr>
      </p:pic>
      <p:sp>
        <p:nvSpPr>
          <p:cNvPr id="996" name="CustomShape 30"/>
          <p:cNvSpPr/>
          <p:nvPr/>
        </p:nvSpPr>
        <p:spPr>
          <a:xfrm>
            <a:off x="8839080" y="3886200"/>
            <a:ext cx="3553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SQL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97" name="Picture 7" descr=""/>
          <p:cNvPicPr/>
          <p:nvPr/>
        </p:nvPicPr>
        <p:blipFill>
          <a:blip r:embed="rId7"/>
          <a:stretch/>
        </p:blipFill>
        <p:spPr>
          <a:xfrm>
            <a:off x="7969680" y="5150160"/>
            <a:ext cx="869400" cy="869400"/>
          </a:xfrm>
          <a:prstGeom prst="rect">
            <a:avLst/>
          </a:prstGeom>
          <a:ln w="0">
            <a:noFill/>
          </a:ln>
        </p:spPr>
      </p:pic>
      <p:sp>
        <p:nvSpPr>
          <p:cNvPr id="998" name="CustomShape 31"/>
          <p:cNvSpPr/>
          <p:nvPr/>
        </p:nvSpPr>
        <p:spPr>
          <a:xfrm>
            <a:off x="7924680" y="6485760"/>
            <a:ext cx="3553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MICROSOFT WINDOWS 10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99" name="CustomShape 32"/>
          <p:cNvSpPr/>
          <p:nvPr/>
        </p:nvSpPr>
        <p:spPr>
          <a:xfrm>
            <a:off x="8637840" y="1685160"/>
            <a:ext cx="3553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ASP .NET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MVC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0" name="CustomShape 33"/>
          <p:cNvSpPr/>
          <p:nvPr/>
        </p:nvSpPr>
        <p:spPr>
          <a:xfrm>
            <a:off x="2373120" y="1981080"/>
            <a:ext cx="674640" cy="4951440"/>
          </a:xfrm>
          <a:prstGeom prst="leftBrace">
            <a:avLst>
              <a:gd name="adj1" fmla="val 168922"/>
              <a:gd name="adj2" fmla="val 50383"/>
            </a:avLst>
          </a:prstGeom>
          <a:solidFill>
            <a:schemeClr val="bg2">
              <a:lumMod val="25000"/>
            </a:schemeClr>
          </a:solidFill>
          <a:ln>
            <a:solidFill>
              <a:srgbClr val="fecc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1" name="CustomShape 34"/>
          <p:cNvSpPr/>
          <p:nvPr/>
        </p:nvSpPr>
        <p:spPr>
          <a:xfrm>
            <a:off x="-686160" y="4121280"/>
            <a:ext cx="2971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FRONTEND SOFTWARE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2" name="CustomShape 35"/>
          <p:cNvSpPr/>
          <p:nvPr/>
        </p:nvSpPr>
        <p:spPr>
          <a:xfrm flipH="1">
            <a:off x="10286280" y="1816200"/>
            <a:ext cx="513720" cy="3099600"/>
          </a:xfrm>
          <a:prstGeom prst="leftBrace">
            <a:avLst>
              <a:gd name="adj1" fmla="val 101499"/>
              <a:gd name="adj2" fmla="val 50383"/>
            </a:avLst>
          </a:prstGeom>
          <a:solidFill>
            <a:schemeClr val="bg2">
              <a:lumMod val="25000"/>
            </a:schemeClr>
          </a:solidFill>
          <a:ln>
            <a:solidFill>
              <a:srgbClr val="fecc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3" name="CustomShape 36"/>
          <p:cNvSpPr/>
          <p:nvPr/>
        </p:nvSpPr>
        <p:spPr>
          <a:xfrm flipH="1">
            <a:off x="10536120" y="2850120"/>
            <a:ext cx="2004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BACKEND SOFTWARE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04" name="CustomShape 37"/>
          <p:cNvSpPr/>
          <p:nvPr/>
        </p:nvSpPr>
        <p:spPr>
          <a:xfrm>
            <a:off x="9296280" y="5715000"/>
            <a:ext cx="111816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5" name="CustomShape 38"/>
          <p:cNvSpPr/>
          <p:nvPr/>
        </p:nvSpPr>
        <p:spPr>
          <a:xfrm flipH="1">
            <a:off x="9981360" y="5334120"/>
            <a:ext cx="20300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OPERATING SYSTEM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CustomShape 1"/>
          <p:cNvSpPr/>
          <p:nvPr/>
        </p:nvSpPr>
        <p:spPr>
          <a:xfrm>
            <a:off x="1832040" y="3438720"/>
            <a:ext cx="8988120" cy="45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7" name="CustomShape 2"/>
          <p:cNvSpPr/>
          <p:nvPr/>
        </p:nvSpPr>
        <p:spPr>
          <a:xfrm>
            <a:off x="0" y="68580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 Unicode MS"/>
              </a:rPr>
              <a:t>Our Services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8" name="CustomShape 3"/>
          <p:cNvSpPr/>
          <p:nvPr/>
        </p:nvSpPr>
        <p:spPr>
          <a:xfrm>
            <a:off x="1600200" y="32396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9" name="CustomShape 4"/>
          <p:cNvSpPr/>
          <p:nvPr/>
        </p:nvSpPr>
        <p:spPr>
          <a:xfrm>
            <a:off x="4702680" y="32396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0" name="CustomShape 5"/>
          <p:cNvSpPr/>
          <p:nvPr/>
        </p:nvSpPr>
        <p:spPr>
          <a:xfrm>
            <a:off x="7632360" y="32396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1" name="CustomShape 6"/>
          <p:cNvSpPr/>
          <p:nvPr/>
        </p:nvSpPr>
        <p:spPr>
          <a:xfrm>
            <a:off x="10820520" y="3239640"/>
            <a:ext cx="402480" cy="43416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12" name="Group 7"/>
          <p:cNvGrpSpPr/>
          <p:nvPr/>
        </p:nvGrpSpPr>
        <p:grpSpPr>
          <a:xfrm>
            <a:off x="4015800" y="3886200"/>
            <a:ext cx="1851120" cy="1462320"/>
            <a:chOff x="4015800" y="3886200"/>
            <a:chExt cx="1851120" cy="1462320"/>
          </a:xfrm>
        </p:grpSpPr>
        <p:sp>
          <p:nvSpPr>
            <p:cNvPr id="1013" name="CustomShape 8"/>
            <p:cNvSpPr/>
            <p:nvPr/>
          </p:nvSpPr>
          <p:spPr>
            <a:xfrm>
              <a:off x="4015800" y="4343400"/>
              <a:ext cx="1851120" cy="100512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2000" spc="-1" strike="noStrike">
                  <a:solidFill>
                    <a:srgbClr val="4a452a"/>
                  </a:solidFill>
                  <a:latin typeface="Arial"/>
                  <a:ea typeface="Arial Unicode MS"/>
                </a:rPr>
                <a:t>Easy and Speed Vehicle Washing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014" name="CustomShape 9"/>
            <p:cNvSpPr/>
            <p:nvPr/>
          </p:nvSpPr>
          <p:spPr>
            <a:xfrm>
              <a:off x="4015800" y="3886200"/>
              <a:ext cx="1851120" cy="45612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 u="sng">
                  <a:solidFill>
                    <a:srgbClr val="404040"/>
                  </a:solidFill>
                  <a:uFillTx/>
                  <a:latin typeface="Arial"/>
                  <a:ea typeface="Arial Unicode MS"/>
                </a:rPr>
                <a:t>Washing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015" name="Group 10"/>
          <p:cNvGrpSpPr/>
          <p:nvPr/>
        </p:nvGrpSpPr>
        <p:grpSpPr>
          <a:xfrm>
            <a:off x="457200" y="3883320"/>
            <a:ext cx="2666880" cy="1585440"/>
            <a:chOff x="457200" y="3883320"/>
            <a:chExt cx="2666880" cy="1585440"/>
          </a:xfrm>
        </p:grpSpPr>
        <p:sp>
          <p:nvSpPr>
            <p:cNvPr id="1016" name="CustomShape 11"/>
            <p:cNvSpPr/>
            <p:nvPr/>
          </p:nvSpPr>
          <p:spPr>
            <a:xfrm>
              <a:off x="457560" y="4281120"/>
              <a:ext cx="2666520" cy="118764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274320" rIns="18288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4a452a"/>
                  </a:solidFill>
                  <a:latin typeface="Arial"/>
                  <a:ea typeface="DejaVu Sans"/>
                </a:rPr>
                <a:t>Can register new vehicles and  can book appointment for servicing as well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17" name="CustomShape 12"/>
            <p:cNvSpPr/>
            <p:nvPr/>
          </p:nvSpPr>
          <p:spPr>
            <a:xfrm>
              <a:off x="457200" y="3883320"/>
              <a:ext cx="2666520" cy="45612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 u="sng">
                  <a:solidFill>
                    <a:srgbClr val="404040"/>
                  </a:solidFill>
                  <a:uFillTx/>
                  <a:latin typeface="Arial"/>
                  <a:ea typeface="Arial Unicode MS"/>
                </a:rPr>
                <a:t>Booking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018" name="Group 13"/>
          <p:cNvGrpSpPr/>
          <p:nvPr/>
        </p:nvGrpSpPr>
        <p:grpSpPr>
          <a:xfrm>
            <a:off x="6477120" y="4035600"/>
            <a:ext cx="2895120" cy="1893960"/>
            <a:chOff x="6477120" y="4035600"/>
            <a:chExt cx="2895120" cy="1893960"/>
          </a:xfrm>
        </p:grpSpPr>
        <p:sp>
          <p:nvSpPr>
            <p:cNvPr id="1019" name="CustomShape 14"/>
            <p:cNvSpPr/>
            <p:nvPr/>
          </p:nvSpPr>
          <p:spPr>
            <a:xfrm>
              <a:off x="6477120" y="4467600"/>
              <a:ext cx="2895120" cy="146196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Fast and simple way of repairing your vehicles that saves your time by saving you from standing in queues  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20" name="CustomShape 15"/>
            <p:cNvSpPr/>
            <p:nvPr/>
          </p:nvSpPr>
          <p:spPr>
            <a:xfrm>
              <a:off x="6477120" y="4035600"/>
              <a:ext cx="2895120" cy="45612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50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 u="sng">
                  <a:solidFill>
                    <a:srgbClr val="404040"/>
                  </a:solidFill>
                  <a:uFillTx/>
                  <a:latin typeface="Arial"/>
                  <a:ea typeface="Arial Unicode MS"/>
                </a:rPr>
                <a:t>Repairing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021" name="Group 16"/>
          <p:cNvGrpSpPr/>
          <p:nvPr/>
        </p:nvGrpSpPr>
        <p:grpSpPr>
          <a:xfrm>
            <a:off x="9906120" y="3959280"/>
            <a:ext cx="2343960" cy="1620000"/>
            <a:chOff x="9906120" y="3959280"/>
            <a:chExt cx="2343960" cy="1620000"/>
          </a:xfrm>
        </p:grpSpPr>
        <p:sp>
          <p:nvSpPr>
            <p:cNvPr id="1022" name="CustomShape 17"/>
            <p:cNvSpPr/>
            <p:nvPr/>
          </p:nvSpPr>
          <p:spPr>
            <a:xfrm>
              <a:off x="9906120" y="4391640"/>
              <a:ext cx="2343960" cy="118764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25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4a452a"/>
                  </a:solidFill>
                  <a:latin typeface="Arial"/>
                  <a:ea typeface="Arial Unicode MS"/>
                </a:rPr>
                <a:t>Full vehicle checking and time to time maintenance of vehicle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23" name="CustomShape 18"/>
            <p:cNvSpPr/>
            <p:nvPr/>
          </p:nvSpPr>
          <p:spPr>
            <a:xfrm>
              <a:off x="9906120" y="3959280"/>
              <a:ext cx="2343960" cy="456120"/>
            </a:xfrm>
            <a:prstGeom prst="rect">
              <a:avLst/>
            </a:prstGeom>
            <a:solidFill>
              <a:schemeClr val="bg1"/>
            </a:solidFill>
            <a:ln w="0">
              <a:solidFill>
                <a:schemeClr val="bg2">
                  <a:lumMod val="25000"/>
                </a:schemeClr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2400" spc="-1" strike="noStrike" u="sng">
                  <a:solidFill>
                    <a:srgbClr val="404040"/>
                  </a:solidFill>
                  <a:uFillTx/>
                  <a:latin typeface="Arial"/>
                  <a:ea typeface="Arial Unicode MS"/>
                </a:rPr>
                <a:t>Maintenance</a:t>
              </a:r>
              <a:endParaRPr b="0" lang="en-US" sz="2400" spc="-1" strike="noStrike">
                <a:latin typeface="Arial"/>
              </a:endParaRPr>
            </a:p>
          </p:txBody>
        </p:sp>
      </p:grpSp>
      <p:pic>
        <p:nvPicPr>
          <p:cNvPr id="1024" name="Picture 1001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pic>
        <p:nvPicPr>
          <p:cNvPr id="1025" name="Picture 1" descr=""/>
          <p:cNvPicPr/>
          <p:nvPr/>
        </p:nvPicPr>
        <p:blipFill>
          <a:blip r:embed="rId2"/>
          <a:stretch/>
        </p:blipFill>
        <p:spPr>
          <a:xfrm>
            <a:off x="1447920" y="2290680"/>
            <a:ext cx="760320" cy="604800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30" descr=""/>
          <p:cNvPicPr/>
          <p:nvPr/>
        </p:nvPicPr>
        <p:blipFill>
          <a:blip r:embed="rId3"/>
          <a:stretch/>
        </p:blipFill>
        <p:spPr>
          <a:xfrm>
            <a:off x="4654080" y="2290680"/>
            <a:ext cx="756000" cy="604800"/>
          </a:xfrm>
          <a:prstGeom prst="rect">
            <a:avLst/>
          </a:prstGeom>
          <a:ln w="0">
            <a:noFill/>
          </a:ln>
        </p:spPr>
      </p:pic>
      <p:pic>
        <p:nvPicPr>
          <p:cNvPr id="1027" name="Picture 5" descr=""/>
          <p:cNvPicPr/>
          <p:nvPr/>
        </p:nvPicPr>
        <p:blipFill>
          <a:blip r:embed="rId4"/>
          <a:stretch/>
        </p:blipFill>
        <p:spPr>
          <a:xfrm>
            <a:off x="7418880" y="2203920"/>
            <a:ext cx="734040" cy="691560"/>
          </a:xfrm>
          <a:prstGeom prst="rect">
            <a:avLst/>
          </a:prstGeom>
          <a:ln w="0">
            <a:noFill/>
          </a:ln>
        </p:spPr>
      </p:pic>
      <p:pic>
        <p:nvPicPr>
          <p:cNvPr id="1028" name="Picture 2" descr=""/>
          <p:cNvPicPr/>
          <p:nvPr/>
        </p:nvPicPr>
        <p:blipFill>
          <a:blip r:embed="rId5"/>
          <a:stretch/>
        </p:blipFill>
        <p:spPr>
          <a:xfrm>
            <a:off x="10738080" y="2203920"/>
            <a:ext cx="691560" cy="691560"/>
          </a:xfrm>
          <a:prstGeom prst="rect">
            <a:avLst/>
          </a:prstGeom>
          <a:ln w="0">
            <a:noFill/>
          </a:ln>
        </p:spPr>
      </p:pic>
      <p:pic>
        <p:nvPicPr>
          <p:cNvPr id="1029" name="Picture 3" descr=""/>
          <p:cNvPicPr/>
          <p:nvPr/>
        </p:nvPicPr>
        <p:blipFill>
          <a:blip r:embed="rId6"/>
          <a:stretch/>
        </p:blipFill>
        <p:spPr>
          <a:xfrm>
            <a:off x="4114800" y="680040"/>
            <a:ext cx="767520" cy="767520"/>
          </a:xfrm>
          <a:prstGeom prst="rect">
            <a:avLst/>
          </a:prstGeom>
          <a:ln w="0">
            <a:noFill/>
          </a:ln>
        </p:spPr>
      </p:pic>
      <p:sp>
        <p:nvSpPr>
          <p:cNvPr id="1030" name="CustomShape 19"/>
          <p:cNvSpPr/>
          <p:nvPr/>
        </p:nvSpPr>
        <p:spPr>
          <a:xfrm flipV="1">
            <a:off x="5091480" y="1401840"/>
            <a:ext cx="2756520" cy="45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ustomShape 1"/>
          <p:cNvSpPr/>
          <p:nvPr/>
        </p:nvSpPr>
        <p:spPr>
          <a:xfrm>
            <a:off x="0" y="57816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ROLES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32" name="CustomShape 2"/>
          <p:cNvSpPr/>
          <p:nvPr/>
        </p:nvSpPr>
        <p:spPr>
          <a:xfrm>
            <a:off x="305280" y="139428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Different departments with different roles assigned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033" name="Group 3"/>
          <p:cNvGrpSpPr/>
          <p:nvPr/>
        </p:nvGrpSpPr>
        <p:grpSpPr>
          <a:xfrm>
            <a:off x="5265720" y="2686680"/>
            <a:ext cx="1168920" cy="1087920"/>
            <a:chOff x="5265720" y="2686680"/>
            <a:chExt cx="1168920" cy="1087920"/>
          </a:xfrm>
        </p:grpSpPr>
        <p:sp>
          <p:nvSpPr>
            <p:cNvPr id="1034" name="CustomShape 4"/>
            <p:cNvSpPr/>
            <p:nvPr/>
          </p:nvSpPr>
          <p:spPr>
            <a:xfrm>
              <a:off x="5265720" y="2686680"/>
              <a:ext cx="1168920" cy="108792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5" name="CustomShape 5"/>
            <p:cNvSpPr/>
            <p:nvPr/>
          </p:nvSpPr>
          <p:spPr>
            <a:xfrm>
              <a:off x="5374080" y="2788920"/>
              <a:ext cx="951480" cy="8848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6" name="Group 6"/>
          <p:cNvGrpSpPr/>
          <p:nvPr/>
        </p:nvGrpSpPr>
        <p:grpSpPr>
          <a:xfrm>
            <a:off x="6327360" y="3420720"/>
            <a:ext cx="1168920" cy="1087920"/>
            <a:chOff x="6327360" y="3420720"/>
            <a:chExt cx="1168920" cy="1087920"/>
          </a:xfrm>
        </p:grpSpPr>
        <p:sp>
          <p:nvSpPr>
            <p:cNvPr id="1037" name="CustomShape 7"/>
            <p:cNvSpPr/>
            <p:nvPr/>
          </p:nvSpPr>
          <p:spPr>
            <a:xfrm>
              <a:off x="6327360" y="3420720"/>
              <a:ext cx="1168920" cy="108792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8" name="CustomShape 8"/>
            <p:cNvSpPr/>
            <p:nvPr/>
          </p:nvSpPr>
          <p:spPr>
            <a:xfrm>
              <a:off x="6435720" y="3522960"/>
              <a:ext cx="951480" cy="8848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9" name="Group 9"/>
          <p:cNvGrpSpPr/>
          <p:nvPr/>
        </p:nvGrpSpPr>
        <p:grpSpPr>
          <a:xfrm>
            <a:off x="5265720" y="4155480"/>
            <a:ext cx="1168920" cy="1087920"/>
            <a:chOff x="5265720" y="4155480"/>
            <a:chExt cx="1168920" cy="1087920"/>
          </a:xfrm>
        </p:grpSpPr>
        <p:sp>
          <p:nvSpPr>
            <p:cNvPr id="1040" name="CustomShape 10"/>
            <p:cNvSpPr/>
            <p:nvPr/>
          </p:nvSpPr>
          <p:spPr>
            <a:xfrm>
              <a:off x="5265720" y="4155480"/>
              <a:ext cx="1168920" cy="108792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1" name="CustomShape 11"/>
            <p:cNvSpPr/>
            <p:nvPr/>
          </p:nvSpPr>
          <p:spPr>
            <a:xfrm>
              <a:off x="5374080" y="4257720"/>
              <a:ext cx="951480" cy="8848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42" name="Group 12"/>
          <p:cNvGrpSpPr/>
          <p:nvPr/>
        </p:nvGrpSpPr>
        <p:grpSpPr>
          <a:xfrm>
            <a:off x="6327360" y="4889520"/>
            <a:ext cx="1168920" cy="1087920"/>
            <a:chOff x="6327360" y="4889520"/>
            <a:chExt cx="1168920" cy="1087920"/>
          </a:xfrm>
        </p:grpSpPr>
        <p:sp>
          <p:nvSpPr>
            <p:cNvPr id="1043" name="CustomShape 13"/>
            <p:cNvSpPr/>
            <p:nvPr/>
          </p:nvSpPr>
          <p:spPr>
            <a:xfrm>
              <a:off x="6327360" y="4889520"/>
              <a:ext cx="1168920" cy="108792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4" name="CustomShape 14"/>
            <p:cNvSpPr/>
            <p:nvPr/>
          </p:nvSpPr>
          <p:spPr>
            <a:xfrm>
              <a:off x="6435720" y="4991760"/>
              <a:ext cx="951480" cy="8848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45" name="CustomShape 15"/>
          <p:cNvSpPr/>
          <p:nvPr/>
        </p:nvSpPr>
        <p:spPr>
          <a:xfrm>
            <a:off x="7497000" y="3964680"/>
            <a:ext cx="4244040" cy="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6" name="CustomShape 16"/>
          <p:cNvSpPr/>
          <p:nvPr/>
        </p:nvSpPr>
        <p:spPr>
          <a:xfrm flipV="1">
            <a:off x="7497000" y="5388120"/>
            <a:ext cx="4770720" cy="4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7" name="CustomShape 17"/>
          <p:cNvSpPr/>
          <p:nvPr/>
        </p:nvSpPr>
        <p:spPr>
          <a:xfrm flipH="1">
            <a:off x="1022760" y="3124080"/>
            <a:ext cx="4242960" cy="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8" name="CustomShape 18"/>
          <p:cNvSpPr/>
          <p:nvPr/>
        </p:nvSpPr>
        <p:spPr>
          <a:xfrm flipH="1">
            <a:off x="1022760" y="4699800"/>
            <a:ext cx="4242960" cy="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49" name="Group 19"/>
          <p:cNvGrpSpPr/>
          <p:nvPr/>
        </p:nvGrpSpPr>
        <p:grpSpPr>
          <a:xfrm>
            <a:off x="1361160" y="2189880"/>
            <a:ext cx="3972600" cy="777960"/>
            <a:chOff x="1361160" y="2189880"/>
            <a:chExt cx="3972600" cy="777960"/>
          </a:xfrm>
        </p:grpSpPr>
        <p:sp>
          <p:nvSpPr>
            <p:cNvPr id="1050" name="CustomShape 20"/>
            <p:cNvSpPr/>
            <p:nvPr/>
          </p:nvSpPr>
          <p:spPr>
            <a:xfrm>
              <a:off x="1361160" y="2189880"/>
              <a:ext cx="362808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1" name="CustomShape 21"/>
            <p:cNvSpPr/>
            <p:nvPr/>
          </p:nvSpPr>
          <p:spPr>
            <a:xfrm>
              <a:off x="1705680" y="2511720"/>
              <a:ext cx="362808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2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ADMIN 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1052" name="CustomShape 22"/>
          <p:cNvSpPr/>
          <p:nvPr/>
        </p:nvSpPr>
        <p:spPr>
          <a:xfrm>
            <a:off x="1022760" y="4111920"/>
            <a:ext cx="4205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 Unicode MS"/>
              </a:rPr>
              <a:t>REPAIRING DEPARTMENT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3" name="CustomShape 23"/>
          <p:cNvSpPr/>
          <p:nvPr/>
        </p:nvSpPr>
        <p:spPr>
          <a:xfrm>
            <a:off x="1361160" y="5169600"/>
            <a:ext cx="3628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4" name="Picture 1230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pic>
        <p:nvPicPr>
          <p:cNvPr id="1055" name="Picture 1" descr=""/>
          <p:cNvPicPr/>
          <p:nvPr/>
        </p:nvPicPr>
        <p:blipFill>
          <a:blip r:embed="rId2"/>
          <a:stretch/>
        </p:blipFill>
        <p:spPr>
          <a:xfrm>
            <a:off x="5504400" y="2819520"/>
            <a:ext cx="667440" cy="667440"/>
          </a:xfrm>
          <a:prstGeom prst="rect">
            <a:avLst/>
          </a:prstGeom>
          <a:ln w="0">
            <a:noFill/>
          </a:ln>
        </p:spPr>
      </p:pic>
      <p:pic>
        <p:nvPicPr>
          <p:cNvPr id="1056" name="Picture 2" descr=""/>
          <p:cNvPicPr/>
          <p:nvPr/>
        </p:nvPicPr>
        <p:blipFill>
          <a:blip r:embed="rId3"/>
          <a:stretch/>
        </p:blipFill>
        <p:spPr>
          <a:xfrm>
            <a:off x="6553080" y="3578040"/>
            <a:ext cx="688680" cy="688680"/>
          </a:xfrm>
          <a:prstGeom prst="rect">
            <a:avLst/>
          </a:prstGeom>
          <a:ln w="0">
            <a:noFill/>
          </a:ln>
        </p:spPr>
      </p:pic>
      <p:pic>
        <p:nvPicPr>
          <p:cNvPr id="1057" name="Picture 3" descr=""/>
          <p:cNvPicPr/>
          <p:nvPr/>
        </p:nvPicPr>
        <p:blipFill>
          <a:blip r:embed="rId4"/>
          <a:stretch/>
        </p:blipFill>
        <p:spPr>
          <a:xfrm>
            <a:off x="5486400" y="4301640"/>
            <a:ext cx="727200" cy="727200"/>
          </a:xfrm>
          <a:prstGeom prst="rect">
            <a:avLst/>
          </a:prstGeom>
          <a:ln w="0">
            <a:noFill/>
          </a:ln>
        </p:spPr>
      </p:pic>
      <p:pic>
        <p:nvPicPr>
          <p:cNvPr id="1058" name="Picture 4" descr=""/>
          <p:cNvPicPr/>
          <p:nvPr/>
        </p:nvPicPr>
        <p:blipFill>
          <a:blip r:embed="rId5"/>
          <a:stretch/>
        </p:blipFill>
        <p:spPr>
          <a:xfrm>
            <a:off x="6629400" y="5105520"/>
            <a:ext cx="609120" cy="609120"/>
          </a:xfrm>
          <a:prstGeom prst="rect">
            <a:avLst/>
          </a:prstGeom>
          <a:ln w="0">
            <a:noFill/>
          </a:ln>
        </p:spPr>
      </p:pic>
      <p:sp>
        <p:nvSpPr>
          <p:cNvPr id="1059" name="CustomShape 24"/>
          <p:cNvSpPr/>
          <p:nvPr/>
        </p:nvSpPr>
        <p:spPr>
          <a:xfrm>
            <a:off x="6400800" y="3426120"/>
            <a:ext cx="518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 Unicode MS"/>
              </a:rPr>
              <a:t>WASHING DEPARTMENT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60" name="CustomShape 25"/>
          <p:cNvSpPr/>
          <p:nvPr/>
        </p:nvSpPr>
        <p:spPr>
          <a:xfrm>
            <a:off x="7238880" y="4950000"/>
            <a:ext cx="4876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 Unicode MS"/>
              </a:rPr>
              <a:t>MAINTENANCE DEPARTMENT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Picture 1075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sp>
        <p:nvSpPr>
          <p:cNvPr id="1062" name="CustomShape 1"/>
          <p:cNvSpPr/>
          <p:nvPr/>
        </p:nvSpPr>
        <p:spPr>
          <a:xfrm>
            <a:off x="76680" y="3049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 u="sng">
                <a:solidFill>
                  <a:srgbClr val="000000"/>
                </a:solidFill>
                <a:uFillTx/>
                <a:latin typeface="Arial"/>
                <a:ea typeface="Arial Unicode MS"/>
              </a:rPr>
              <a:t>DATA DICTIONARY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</p:txBody>
      </p:sp>
      <p:pic>
        <p:nvPicPr>
          <p:cNvPr id="1063" name="Picture 5" descr=""/>
          <p:cNvPicPr/>
          <p:nvPr/>
        </p:nvPicPr>
        <p:blipFill>
          <a:blip r:embed="rId2"/>
          <a:stretch/>
        </p:blipFill>
        <p:spPr>
          <a:xfrm>
            <a:off x="533520" y="968400"/>
            <a:ext cx="11886840" cy="662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Timeline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5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066" name="Group 3"/>
          <p:cNvGrpSpPr/>
          <p:nvPr/>
        </p:nvGrpSpPr>
        <p:grpSpPr>
          <a:xfrm>
            <a:off x="1609920" y="3904200"/>
            <a:ext cx="1208880" cy="883440"/>
            <a:chOff x="1609920" y="3904200"/>
            <a:chExt cx="1208880" cy="883440"/>
          </a:xfrm>
        </p:grpSpPr>
        <p:sp>
          <p:nvSpPr>
            <p:cNvPr id="1067" name="CustomShape 4"/>
            <p:cNvSpPr/>
            <p:nvPr/>
          </p:nvSpPr>
          <p:spPr>
            <a:xfrm>
              <a:off x="1666800" y="3904200"/>
              <a:ext cx="1095120" cy="80892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68" name="CustomShape 5"/>
            <p:cNvSpPr/>
            <p:nvPr/>
          </p:nvSpPr>
          <p:spPr>
            <a:xfrm>
              <a:off x="1609920" y="4376880"/>
              <a:ext cx="1208880" cy="41076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69" name="Group 6"/>
          <p:cNvGrpSpPr/>
          <p:nvPr/>
        </p:nvGrpSpPr>
        <p:grpSpPr>
          <a:xfrm>
            <a:off x="3703320" y="3901320"/>
            <a:ext cx="1208880" cy="883800"/>
            <a:chOff x="3703320" y="3901320"/>
            <a:chExt cx="1208880" cy="883800"/>
          </a:xfrm>
        </p:grpSpPr>
        <p:sp>
          <p:nvSpPr>
            <p:cNvPr id="1070" name="CustomShape 7"/>
            <p:cNvSpPr/>
            <p:nvPr/>
          </p:nvSpPr>
          <p:spPr>
            <a:xfrm flipV="1">
              <a:off x="3759840" y="3975840"/>
              <a:ext cx="109548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1" name="CustomShape 8"/>
            <p:cNvSpPr/>
            <p:nvPr/>
          </p:nvSpPr>
          <p:spPr>
            <a:xfrm flipV="1">
              <a:off x="3703320" y="3900960"/>
              <a:ext cx="1208880" cy="41184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72" name="Group 9"/>
          <p:cNvGrpSpPr/>
          <p:nvPr/>
        </p:nvGrpSpPr>
        <p:grpSpPr>
          <a:xfrm>
            <a:off x="5797800" y="3904200"/>
            <a:ext cx="1208880" cy="883440"/>
            <a:chOff x="5797800" y="3904200"/>
            <a:chExt cx="1208880" cy="883440"/>
          </a:xfrm>
        </p:grpSpPr>
        <p:sp>
          <p:nvSpPr>
            <p:cNvPr id="1073" name="CustomShape 10"/>
            <p:cNvSpPr/>
            <p:nvPr/>
          </p:nvSpPr>
          <p:spPr>
            <a:xfrm>
              <a:off x="5854680" y="3904200"/>
              <a:ext cx="1095120" cy="80892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4" name="CustomShape 11"/>
            <p:cNvSpPr/>
            <p:nvPr/>
          </p:nvSpPr>
          <p:spPr>
            <a:xfrm>
              <a:off x="5797800" y="4376880"/>
              <a:ext cx="1208880" cy="41076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75" name="Group 12"/>
          <p:cNvGrpSpPr/>
          <p:nvPr/>
        </p:nvGrpSpPr>
        <p:grpSpPr>
          <a:xfrm>
            <a:off x="7893000" y="3901320"/>
            <a:ext cx="1208880" cy="883800"/>
            <a:chOff x="7893000" y="3901320"/>
            <a:chExt cx="1208880" cy="883800"/>
          </a:xfrm>
        </p:grpSpPr>
        <p:sp>
          <p:nvSpPr>
            <p:cNvPr id="1076" name="CustomShape 13"/>
            <p:cNvSpPr/>
            <p:nvPr/>
          </p:nvSpPr>
          <p:spPr>
            <a:xfrm flipV="1">
              <a:off x="7949880" y="3975840"/>
              <a:ext cx="109512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7" name="CustomShape 14"/>
            <p:cNvSpPr/>
            <p:nvPr/>
          </p:nvSpPr>
          <p:spPr>
            <a:xfrm flipV="1">
              <a:off x="7893000" y="3900960"/>
              <a:ext cx="1208880" cy="41184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78" name="Group 15"/>
          <p:cNvGrpSpPr/>
          <p:nvPr/>
        </p:nvGrpSpPr>
        <p:grpSpPr>
          <a:xfrm>
            <a:off x="9986760" y="3904200"/>
            <a:ext cx="1208880" cy="883440"/>
            <a:chOff x="9986760" y="3904200"/>
            <a:chExt cx="1208880" cy="883440"/>
          </a:xfrm>
        </p:grpSpPr>
        <p:sp>
          <p:nvSpPr>
            <p:cNvPr id="1079" name="CustomShape 16"/>
            <p:cNvSpPr/>
            <p:nvPr/>
          </p:nvSpPr>
          <p:spPr>
            <a:xfrm>
              <a:off x="10043280" y="3904200"/>
              <a:ext cx="1095480" cy="80892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0" name="CustomShape 17"/>
            <p:cNvSpPr/>
            <p:nvPr/>
          </p:nvSpPr>
          <p:spPr>
            <a:xfrm>
              <a:off x="9986760" y="4376880"/>
              <a:ext cx="1208880" cy="41076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81" name="CustomShape 18"/>
          <p:cNvSpPr/>
          <p:nvPr/>
        </p:nvSpPr>
        <p:spPr>
          <a:xfrm>
            <a:off x="697680" y="4130640"/>
            <a:ext cx="1143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2" name="CustomShape 19"/>
          <p:cNvSpPr/>
          <p:nvPr/>
        </p:nvSpPr>
        <p:spPr>
          <a:xfrm>
            <a:off x="4885920" y="4130640"/>
            <a:ext cx="1143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2017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3" name="CustomShape 20"/>
          <p:cNvSpPr/>
          <p:nvPr/>
        </p:nvSpPr>
        <p:spPr>
          <a:xfrm>
            <a:off x="2791440" y="4130640"/>
            <a:ext cx="1143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4" name="CustomShape 21"/>
          <p:cNvSpPr/>
          <p:nvPr/>
        </p:nvSpPr>
        <p:spPr>
          <a:xfrm>
            <a:off x="6979320" y="4130640"/>
            <a:ext cx="1143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2018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5" name="CustomShape 22"/>
          <p:cNvSpPr/>
          <p:nvPr/>
        </p:nvSpPr>
        <p:spPr>
          <a:xfrm>
            <a:off x="9074520" y="4130640"/>
            <a:ext cx="11430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6" name="CustomShape 23"/>
          <p:cNvSpPr/>
          <p:nvPr/>
        </p:nvSpPr>
        <p:spPr>
          <a:xfrm rot="16200000">
            <a:off x="10458000" y="4105440"/>
            <a:ext cx="410760" cy="38088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7" name="CustomShape 24"/>
          <p:cNvSpPr/>
          <p:nvPr/>
        </p:nvSpPr>
        <p:spPr>
          <a:xfrm>
            <a:off x="4211640" y="4227840"/>
            <a:ext cx="339120" cy="30564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8" name="CustomShape 25"/>
          <p:cNvSpPr/>
          <p:nvPr/>
        </p:nvSpPr>
        <p:spPr>
          <a:xfrm rot="8100000">
            <a:off x="6261840" y="4140720"/>
            <a:ext cx="354240" cy="35352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9" name="CustomShape 26"/>
          <p:cNvSpPr/>
          <p:nvPr/>
        </p:nvSpPr>
        <p:spPr>
          <a:xfrm rot="2700000">
            <a:off x="8408160" y="4119840"/>
            <a:ext cx="255240" cy="4852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0" name="CustomShape 27"/>
          <p:cNvSpPr/>
          <p:nvPr/>
        </p:nvSpPr>
        <p:spPr>
          <a:xfrm>
            <a:off x="2112120" y="4163760"/>
            <a:ext cx="353520" cy="29232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91" name="Group 28"/>
          <p:cNvGrpSpPr/>
          <p:nvPr/>
        </p:nvGrpSpPr>
        <p:grpSpPr>
          <a:xfrm>
            <a:off x="804600" y="4910040"/>
            <a:ext cx="2542320" cy="1090080"/>
            <a:chOff x="804600" y="4910040"/>
            <a:chExt cx="2542320" cy="1090080"/>
          </a:xfrm>
        </p:grpSpPr>
        <p:sp>
          <p:nvSpPr>
            <p:cNvPr id="1092" name="CustomShape 29"/>
            <p:cNvSpPr/>
            <p:nvPr/>
          </p:nvSpPr>
          <p:spPr>
            <a:xfrm>
              <a:off x="804600" y="5362920"/>
              <a:ext cx="254232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93" name="CustomShape 30"/>
            <p:cNvSpPr/>
            <p:nvPr/>
          </p:nvSpPr>
          <p:spPr>
            <a:xfrm>
              <a:off x="804600" y="4910040"/>
              <a:ext cx="254232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94" name="Group 31"/>
          <p:cNvGrpSpPr/>
          <p:nvPr/>
        </p:nvGrpSpPr>
        <p:grpSpPr>
          <a:xfrm>
            <a:off x="2964240" y="2034360"/>
            <a:ext cx="2542320" cy="1090080"/>
            <a:chOff x="2964240" y="2034360"/>
            <a:chExt cx="2542320" cy="1090080"/>
          </a:xfrm>
        </p:grpSpPr>
        <p:sp>
          <p:nvSpPr>
            <p:cNvPr id="1095" name="CustomShape 32"/>
            <p:cNvSpPr/>
            <p:nvPr/>
          </p:nvSpPr>
          <p:spPr>
            <a:xfrm>
              <a:off x="2964240" y="2487240"/>
              <a:ext cx="254232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96" name="CustomShape 33"/>
            <p:cNvSpPr/>
            <p:nvPr/>
          </p:nvSpPr>
          <p:spPr>
            <a:xfrm>
              <a:off x="2964240" y="2034360"/>
              <a:ext cx="254232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97" name="Group 34"/>
          <p:cNvGrpSpPr/>
          <p:nvPr/>
        </p:nvGrpSpPr>
        <p:grpSpPr>
          <a:xfrm>
            <a:off x="5123880" y="4910040"/>
            <a:ext cx="2542320" cy="1090080"/>
            <a:chOff x="5123880" y="4910040"/>
            <a:chExt cx="2542320" cy="1090080"/>
          </a:xfrm>
        </p:grpSpPr>
        <p:sp>
          <p:nvSpPr>
            <p:cNvPr id="1098" name="CustomShape 35"/>
            <p:cNvSpPr/>
            <p:nvPr/>
          </p:nvSpPr>
          <p:spPr>
            <a:xfrm>
              <a:off x="5123880" y="5362920"/>
              <a:ext cx="254232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99" name="CustomShape 36"/>
            <p:cNvSpPr/>
            <p:nvPr/>
          </p:nvSpPr>
          <p:spPr>
            <a:xfrm>
              <a:off x="5123880" y="4910040"/>
              <a:ext cx="254232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100" name="Group 37"/>
          <p:cNvGrpSpPr/>
          <p:nvPr/>
        </p:nvGrpSpPr>
        <p:grpSpPr>
          <a:xfrm>
            <a:off x="7283520" y="2034360"/>
            <a:ext cx="2542320" cy="1090080"/>
            <a:chOff x="7283520" y="2034360"/>
            <a:chExt cx="2542320" cy="1090080"/>
          </a:xfrm>
        </p:grpSpPr>
        <p:sp>
          <p:nvSpPr>
            <p:cNvPr id="1101" name="CustomShape 38"/>
            <p:cNvSpPr/>
            <p:nvPr/>
          </p:nvSpPr>
          <p:spPr>
            <a:xfrm>
              <a:off x="7283520" y="2487240"/>
              <a:ext cx="254232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02" name="CustomShape 39"/>
            <p:cNvSpPr/>
            <p:nvPr/>
          </p:nvSpPr>
          <p:spPr>
            <a:xfrm>
              <a:off x="7283520" y="2034360"/>
              <a:ext cx="254232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103" name="Group 40"/>
          <p:cNvGrpSpPr/>
          <p:nvPr/>
        </p:nvGrpSpPr>
        <p:grpSpPr>
          <a:xfrm>
            <a:off x="9443160" y="4910040"/>
            <a:ext cx="2542320" cy="1090080"/>
            <a:chOff x="9443160" y="4910040"/>
            <a:chExt cx="2542320" cy="1090080"/>
          </a:xfrm>
        </p:grpSpPr>
        <p:sp>
          <p:nvSpPr>
            <p:cNvPr id="1104" name="CustomShape 41"/>
            <p:cNvSpPr/>
            <p:nvPr/>
          </p:nvSpPr>
          <p:spPr>
            <a:xfrm>
              <a:off x="9443160" y="5362920"/>
              <a:ext cx="254232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05" name="CustomShape 42"/>
            <p:cNvSpPr/>
            <p:nvPr/>
          </p:nvSpPr>
          <p:spPr>
            <a:xfrm>
              <a:off x="9443160" y="4910040"/>
              <a:ext cx="254232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106" name="Picture 1063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7" name="차트 22"/>
          <p:cNvGraphicFramePr/>
          <p:nvPr/>
        </p:nvGraphicFramePr>
        <p:xfrm>
          <a:off x="854280" y="623160"/>
          <a:ext cx="5085360" cy="635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08" name="CustomShape 1"/>
          <p:cNvSpPr/>
          <p:nvPr/>
        </p:nvSpPr>
        <p:spPr>
          <a:xfrm>
            <a:off x="5995440" y="184320"/>
            <a:ext cx="680400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09" name="CustomShape 2"/>
          <p:cNvSpPr/>
          <p:nvPr/>
        </p:nvSpPr>
        <p:spPr>
          <a:xfrm>
            <a:off x="5995440" y="1054440"/>
            <a:ext cx="680400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110" name="Group 3"/>
          <p:cNvGrpSpPr/>
          <p:nvPr/>
        </p:nvGrpSpPr>
        <p:grpSpPr>
          <a:xfrm>
            <a:off x="6197040" y="1924560"/>
            <a:ext cx="5845680" cy="1456920"/>
            <a:chOff x="6197040" y="1924560"/>
            <a:chExt cx="5845680" cy="1456920"/>
          </a:xfrm>
        </p:grpSpPr>
        <p:sp>
          <p:nvSpPr>
            <p:cNvPr id="1111" name="CustomShape 4"/>
            <p:cNvSpPr/>
            <p:nvPr/>
          </p:nvSpPr>
          <p:spPr>
            <a:xfrm>
              <a:off x="6197040" y="2378880"/>
              <a:ext cx="5845680" cy="100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2" name="CustomShape 5"/>
            <p:cNvSpPr/>
            <p:nvPr/>
          </p:nvSpPr>
          <p:spPr>
            <a:xfrm>
              <a:off x="6197040" y="1924560"/>
              <a:ext cx="584568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13" name="Group 6"/>
          <p:cNvGrpSpPr/>
          <p:nvPr/>
        </p:nvGrpSpPr>
        <p:grpSpPr>
          <a:xfrm>
            <a:off x="6218640" y="4524840"/>
            <a:ext cx="871560" cy="942840"/>
            <a:chOff x="6218640" y="4524840"/>
            <a:chExt cx="871560" cy="942840"/>
          </a:xfrm>
        </p:grpSpPr>
        <p:sp>
          <p:nvSpPr>
            <p:cNvPr id="1114" name="CustomShape 7"/>
            <p:cNvSpPr/>
            <p:nvPr/>
          </p:nvSpPr>
          <p:spPr>
            <a:xfrm>
              <a:off x="6218640" y="452484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15" name="CustomShape 8"/>
            <p:cNvSpPr/>
            <p:nvPr/>
          </p:nvSpPr>
          <p:spPr>
            <a:xfrm>
              <a:off x="6294600" y="4606920"/>
              <a:ext cx="72108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16" name="CustomShape 9"/>
          <p:cNvSpPr/>
          <p:nvPr/>
        </p:nvSpPr>
        <p:spPr>
          <a:xfrm rot="16200000">
            <a:off x="6480720" y="4839480"/>
            <a:ext cx="343440" cy="31752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17" name="Group 10"/>
          <p:cNvGrpSpPr/>
          <p:nvPr/>
        </p:nvGrpSpPr>
        <p:grpSpPr>
          <a:xfrm>
            <a:off x="6218640" y="5833800"/>
            <a:ext cx="871560" cy="942840"/>
            <a:chOff x="6218640" y="5833800"/>
            <a:chExt cx="871560" cy="942840"/>
          </a:xfrm>
        </p:grpSpPr>
        <p:sp>
          <p:nvSpPr>
            <p:cNvPr id="1118" name="CustomShape 11"/>
            <p:cNvSpPr/>
            <p:nvPr/>
          </p:nvSpPr>
          <p:spPr>
            <a:xfrm>
              <a:off x="6218640" y="583380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19" name="CustomShape 12"/>
            <p:cNvSpPr/>
            <p:nvPr/>
          </p:nvSpPr>
          <p:spPr>
            <a:xfrm>
              <a:off x="6294600" y="5915880"/>
              <a:ext cx="72108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20" name="Group 13"/>
          <p:cNvGrpSpPr/>
          <p:nvPr/>
        </p:nvGrpSpPr>
        <p:grpSpPr>
          <a:xfrm>
            <a:off x="7323480" y="4484520"/>
            <a:ext cx="4115160" cy="782640"/>
            <a:chOff x="7323480" y="4484520"/>
            <a:chExt cx="4115160" cy="782640"/>
          </a:xfrm>
        </p:grpSpPr>
        <p:sp>
          <p:nvSpPr>
            <p:cNvPr id="1121" name="CustomShape 14"/>
            <p:cNvSpPr/>
            <p:nvPr/>
          </p:nvSpPr>
          <p:spPr>
            <a:xfrm>
              <a:off x="7323480" y="4812480"/>
              <a:ext cx="41151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22" name="CustomShape 15"/>
            <p:cNvSpPr/>
            <p:nvPr/>
          </p:nvSpPr>
          <p:spPr>
            <a:xfrm>
              <a:off x="7323480" y="4484520"/>
              <a:ext cx="41151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23" name="CustomShape 16"/>
          <p:cNvSpPr/>
          <p:nvPr/>
        </p:nvSpPr>
        <p:spPr>
          <a:xfrm>
            <a:off x="6486840" y="6151680"/>
            <a:ext cx="347760" cy="3139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24" name="Group 17"/>
          <p:cNvGrpSpPr/>
          <p:nvPr/>
        </p:nvGrpSpPr>
        <p:grpSpPr>
          <a:xfrm>
            <a:off x="7323480" y="5795640"/>
            <a:ext cx="4115160" cy="783360"/>
            <a:chOff x="7323480" y="5795640"/>
            <a:chExt cx="4115160" cy="783360"/>
          </a:xfrm>
        </p:grpSpPr>
        <p:sp>
          <p:nvSpPr>
            <p:cNvPr id="1125" name="CustomShape 18"/>
            <p:cNvSpPr/>
            <p:nvPr/>
          </p:nvSpPr>
          <p:spPr>
            <a:xfrm>
              <a:off x="7323480" y="6124320"/>
              <a:ext cx="41151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26" name="CustomShape 19"/>
            <p:cNvSpPr/>
            <p:nvPr/>
          </p:nvSpPr>
          <p:spPr>
            <a:xfrm>
              <a:off x="7323480" y="5795640"/>
              <a:ext cx="41151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127" name="Picture 1139" descr=""/>
          <p:cNvPicPr/>
          <p:nvPr/>
        </p:nvPicPr>
        <p:blipFill>
          <a:blip r:embed="rId2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9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130" name="Group 3"/>
          <p:cNvGrpSpPr/>
          <p:nvPr/>
        </p:nvGrpSpPr>
        <p:grpSpPr>
          <a:xfrm>
            <a:off x="5393520" y="2673720"/>
            <a:ext cx="4664520" cy="4532040"/>
            <a:chOff x="5393520" y="2673720"/>
            <a:chExt cx="4664520" cy="4532040"/>
          </a:xfrm>
        </p:grpSpPr>
        <p:sp>
          <p:nvSpPr>
            <p:cNvPr id="1131" name="CustomShape 4"/>
            <p:cNvSpPr/>
            <p:nvPr/>
          </p:nvSpPr>
          <p:spPr>
            <a:xfrm>
              <a:off x="5393520" y="2673720"/>
              <a:ext cx="150480" cy="41896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2" name="CustomShape 5"/>
            <p:cNvSpPr/>
            <p:nvPr/>
          </p:nvSpPr>
          <p:spPr>
            <a:xfrm>
              <a:off x="5393520" y="6522480"/>
              <a:ext cx="632160" cy="68292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3" name="CustomShape 6"/>
            <p:cNvSpPr/>
            <p:nvPr/>
          </p:nvSpPr>
          <p:spPr>
            <a:xfrm>
              <a:off x="5702760" y="7043400"/>
              <a:ext cx="4082040" cy="16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4" name="CustomShape 7"/>
            <p:cNvSpPr/>
            <p:nvPr/>
          </p:nvSpPr>
          <p:spPr>
            <a:xfrm rot="16200000">
              <a:off x="9401040" y="6548760"/>
              <a:ext cx="682200" cy="63180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5" name="CustomShape 8"/>
            <p:cNvSpPr/>
            <p:nvPr/>
          </p:nvSpPr>
          <p:spPr>
            <a:xfrm>
              <a:off x="9907560" y="6013800"/>
              <a:ext cx="150480" cy="8697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36" name="CustomShape 9"/>
          <p:cNvSpPr/>
          <p:nvPr/>
        </p:nvSpPr>
        <p:spPr>
          <a:xfrm>
            <a:off x="956880" y="2468160"/>
            <a:ext cx="5229720" cy="136296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7" name="CustomShape 10"/>
          <p:cNvSpPr/>
          <p:nvPr/>
        </p:nvSpPr>
        <p:spPr>
          <a:xfrm>
            <a:off x="1106280" y="2634840"/>
            <a:ext cx="754560" cy="10328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38" name="Group 11"/>
          <p:cNvGrpSpPr/>
          <p:nvPr/>
        </p:nvGrpSpPr>
        <p:grpSpPr>
          <a:xfrm>
            <a:off x="1996560" y="2638440"/>
            <a:ext cx="4028400" cy="783360"/>
            <a:chOff x="1996560" y="2638440"/>
            <a:chExt cx="4028400" cy="783360"/>
          </a:xfrm>
        </p:grpSpPr>
        <p:sp>
          <p:nvSpPr>
            <p:cNvPr id="1139" name="CustomShape 12"/>
            <p:cNvSpPr/>
            <p:nvPr/>
          </p:nvSpPr>
          <p:spPr>
            <a:xfrm>
              <a:off x="1996560" y="2967120"/>
              <a:ext cx="40284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40" name="CustomShape 13"/>
            <p:cNvSpPr/>
            <p:nvPr/>
          </p:nvSpPr>
          <p:spPr>
            <a:xfrm>
              <a:off x="1996560" y="2638440"/>
              <a:ext cx="4028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41" name="CustomShape 14"/>
          <p:cNvSpPr/>
          <p:nvPr/>
        </p:nvSpPr>
        <p:spPr>
          <a:xfrm>
            <a:off x="1255320" y="2849040"/>
            <a:ext cx="464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2" name="CustomShape 15"/>
          <p:cNvSpPr/>
          <p:nvPr/>
        </p:nvSpPr>
        <p:spPr>
          <a:xfrm>
            <a:off x="970200" y="3955680"/>
            <a:ext cx="5229720" cy="136296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3" name="CustomShape 16"/>
          <p:cNvSpPr/>
          <p:nvPr/>
        </p:nvSpPr>
        <p:spPr>
          <a:xfrm>
            <a:off x="1118160" y="4120920"/>
            <a:ext cx="762480" cy="10328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44" name="Group 17"/>
          <p:cNvGrpSpPr/>
          <p:nvPr/>
        </p:nvGrpSpPr>
        <p:grpSpPr>
          <a:xfrm>
            <a:off x="2009160" y="4125240"/>
            <a:ext cx="4028400" cy="783360"/>
            <a:chOff x="2009160" y="4125240"/>
            <a:chExt cx="4028400" cy="783360"/>
          </a:xfrm>
        </p:grpSpPr>
        <p:sp>
          <p:nvSpPr>
            <p:cNvPr id="1145" name="CustomShape 18"/>
            <p:cNvSpPr/>
            <p:nvPr/>
          </p:nvSpPr>
          <p:spPr>
            <a:xfrm>
              <a:off x="2009160" y="4453920"/>
              <a:ext cx="40284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46" name="CustomShape 19"/>
            <p:cNvSpPr/>
            <p:nvPr/>
          </p:nvSpPr>
          <p:spPr>
            <a:xfrm>
              <a:off x="2009160" y="4125240"/>
              <a:ext cx="4028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47" name="CustomShape 20"/>
          <p:cNvSpPr/>
          <p:nvPr/>
        </p:nvSpPr>
        <p:spPr>
          <a:xfrm>
            <a:off x="1267200" y="4334760"/>
            <a:ext cx="464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8" name="CustomShape 21"/>
          <p:cNvSpPr/>
          <p:nvPr/>
        </p:nvSpPr>
        <p:spPr>
          <a:xfrm>
            <a:off x="981360" y="5459040"/>
            <a:ext cx="5217840" cy="136296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9" name="CustomShape 22"/>
          <p:cNvSpPr/>
          <p:nvPr/>
        </p:nvSpPr>
        <p:spPr>
          <a:xfrm>
            <a:off x="1130040" y="5623560"/>
            <a:ext cx="762480" cy="10328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50" name="Group 23"/>
          <p:cNvGrpSpPr/>
          <p:nvPr/>
        </p:nvGrpSpPr>
        <p:grpSpPr>
          <a:xfrm>
            <a:off x="2019960" y="5627160"/>
            <a:ext cx="4028400" cy="783360"/>
            <a:chOff x="2019960" y="5627160"/>
            <a:chExt cx="4028400" cy="783360"/>
          </a:xfrm>
        </p:grpSpPr>
        <p:sp>
          <p:nvSpPr>
            <p:cNvPr id="1151" name="CustomShape 24"/>
            <p:cNvSpPr/>
            <p:nvPr/>
          </p:nvSpPr>
          <p:spPr>
            <a:xfrm>
              <a:off x="2019960" y="5955840"/>
              <a:ext cx="402840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52" name="CustomShape 25"/>
            <p:cNvSpPr/>
            <p:nvPr/>
          </p:nvSpPr>
          <p:spPr>
            <a:xfrm>
              <a:off x="2019960" y="5627160"/>
              <a:ext cx="4028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53" name="CustomShape 26"/>
          <p:cNvSpPr/>
          <p:nvPr/>
        </p:nvSpPr>
        <p:spPr>
          <a:xfrm>
            <a:off x="1279080" y="5838480"/>
            <a:ext cx="464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03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154" name="Group 27"/>
          <p:cNvGrpSpPr/>
          <p:nvPr/>
        </p:nvGrpSpPr>
        <p:grpSpPr>
          <a:xfrm>
            <a:off x="8073000" y="1595520"/>
            <a:ext cx="3860640" cy="4423680"/>
            <a:chOff x="8073000" y="1595520"/>
            <a:chExt cx="3860640" cy="4423680"/>
          </a:xfrm>
        </p:grpSpPr>
        <p:sp>
          <p:nvSpPr>
            <p:cNvPr id="1155" name="CustomShape 28"/>
            <p:cNvSpPr/>
            <p:nvPr/>
          </p:nvSpPr>
          <p:spPr>
            <a:xfrm rot="8100000">
              <a:off x="8764200" y="2530800"/>
              <a:ext cx="2333520" cy="2326680"/>
            </a:xfrm>
            <a:custGeom>
              <a:avLst/>
              <a:gdLst/>
              <a:ahLst/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56" name="CustomShape 29"/>
            <p:cNvSpPr/>
            <p:nvPr/>
          </p:nvSpPr>
          <p:spPr>
            <a:xfrm>
              <a:off x="9549720" y="5205600"/>
              <a:ext cx="882360" cy="198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57" name="CustomShape 30"/>
            <p:cNvSpPr/>
            <p:nvPr/>
          </p:nvSpPr>
          <p:spPr>
            <a:xfrm>
              <a:off x="9586800" y="5513400"/>
              <a:ext cx="809640" cy="1972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58" name="CustomShape 31"/>
            <p:cNvSpPr/>
            <p:nvPr/>
          </p:nvSpPr>
          <p:spPr>
            <a:xfrm>
              <a:off x="9660600" y="5821920"/>
              <a:ext cx="660960" cy="1972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59" name="CustomShape 32"/>
            <p:cNvSpPr/>
            <p:nvPr/>
          </p:nvSpPr>
          <p:spPr>
            <a:xfrm rot="2700000">
              <a:off x="11188440" y="2130840"/>
              <a:ext cx="208800" cy="522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0" name="CustomShape 33"/>
            <p:cNvSpPr/>
            <p:nvPr/>
          </p:nvSpPr>
          <p:spPr>
            <a:xfrm flipH="1" rot="18900000">
              <a:off x="8573040" y="2130840"/>
              <a:ext cx="208800" cy="5223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1" name="CustomShape 34"/>
            <p:cNvSpPr/>
            <p:nvPr/>
          </p:nvSpPr>
          <p:spPr>
            <a:xfrm>
              <a:off x="9902520" y="1595520"/>
              <a:ext cx="200520" cy="5428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2" name="CustomShape 35"/>
            <p:cNvSpPr/>
            <p:nvPr/>
          </p:nvSpPr>
          <p:spPr>
            <a:xfrm rot="5400000">
              <a:off x="11573640" y="3222360"/>
              <a:ext cx="216360" cy="50328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3" name="CustomShape 36"/>
            <p:cNvSpPr/>
            <p:nvPr/>
          </p:nvSpPr>
          <p:spPr>
            <a:xfrm flipH="1" rot="16200000">
              <a:off x="8215560" y="3223080"/>
              <a:ext cx="216360" cy="5022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64" name="CustomShape 37"/>
          <p:cNvSpPr/>
          <p:nvPr/>
        </p:nvSpPr>
        <p:spPr>
          <a:xfrm>
            <a:off x="6398640" y="6438600"/>
            <a:ext cx="294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165" name="Group 38"/>
          <p:cNvGrpSpPr/>
          <p:nvPr/>
        </p:nvGrpSpPr>
        <p:grpSpPr>
          <a:xfrm>
            <a:off x="9370800" y="2574720"/>
            <a:ext cx="947880" cy="2178000"/>
            <a:chOff x="9370800" y="2574720"/>
            <a:chExt cx="947880" cy="2178000"/>
          </a:xfrm>
        </p:grpSpPr>
        <p:grpSp>
          <p:nvGrpSpPr>
            <p:cNvPr id="1166" name="Group 39"/>
            <p:cNvGrpSpPr/>
            <p:nvPr/>
          </p:nvGrpSpPr>
          <p:grpSpPr>
            <a:xfrm>
              <a:off x="9650520" y="2574720"/>
              <a:ext cx="660600" cy="1328400"/>
              <a:chOff x="9650520" y="2574720"/>
              <a:chExt cx="660600" cy="1328400"/>
            </a:xfrm>
          </p:grpSpPr>
          <p:sp>
            <p:nvSpPr>
              <p:cNvPr id="1167" name="CustomShape 40"/>
              <p:cNvSpPr/>
              <p:nvPr/>
            </p:nvSpPr>
            <p:spPr>
              <a:xfrm>
                <a:off x="9650520" y="2801160"/>
                <a:ext cx="660600" cy="1101960"/>
              </a:xfrm>
              <a:custGeom>
                <a:avLst/>
                <a:gdLst/>
                <a:ah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68" name="CustomShape 41"/>
              <p:cNvSpPr/>
              <p:nvPr/>
            </p:nvSpPr>
            <p:spPr>
              <a:xfrm>
                <a:off x="9845280" y="2574720"/>
                <a:ext cx="270360" cy="239040"/>
              </a:xfrm>
              <a:custGeom>
                <a:avLst/>
                <a:gdLst/>
                <a:ah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169" name="CustomShape 42"/>
            <p:cNvSpPr/>
            <p:nvPr/>
          </p:nvSpPr>
          <p:spPr>
            <a:xfrm>
              <a:off x="9370800" y="3945960"/>
              <a:ext cx="947880" cy="806760"/>
            </a:xfrm>
            <a:custGeom>
              <a:avLst/>
              <a:gdLst/>
              <a:ah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170" name="Picture 1182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CustomShape 1"/>
          <p:cNvSpPr/>
          <p:nvPr/>
        </p:nvSpPr>
        <p:spPr>
          <a:xfrm>
            <a:off x="275040" y="239400"/>
            <a:ext cx="5845680" cy="728856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2" name="CustomShape 2"/>
          <p:cNvSpPr/>
          <p:nvPr/>
        </p:nvSpPr>
        <p:spPr>
          <a:xfrm>
            <a:off x="6745680" y="705240"/>
            <a:ext cx="574632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  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173" name="CustomShape 3"/>
          <p:cNvSpPr/>
          <p:nvPr/>
        </p:nvSpPr>
        <p:spPr>
          <a:xfrm>
            <a:off x="6745680" y="2879280"/>
            <a:ext cx="5746320" cy="10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74" name="CustomShape 4"/>
          <p:cNvSpPr/>
          <p:nvPr/>
        </p:nvSpPr>
        <p:spPr>
          <a:xfrm>
            <a:off x="7204680" y="6754680"/>
            <a:ext cx="50385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75" name="Picture 1187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Mobile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77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8" name="CustomShape 3"/>
          <p:cNvSpPr/>
          <p:nvPr/>
        </p:nvSpPr>
        <p:spPr>
          <a:xfrm>
            <a:off x="529920" y="1600560"/>
            <a:ext cx="3931920" cy="14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9" name="CustomShape 4"/>
          <p:cNvSpPr/>
          <p:nvPr/>
        </p:nvSpPr>
        <p:spPr>
          <a:xfrm>
            <a:off x="148320" y="339912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0" name="CustomShape 5"/>
          <p:cNvSpPr/>
          <p:nvPr/>
        </p:nvSpPr>
        <p:spPr>
          <a:xfrm>
            <a:off x="148320" y="388188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1" name="CustomShape 6"/>
          <p:cNvSpPr/>
          <p:nvPr/>
        </p:nvSpPr>
        <p:spPr>
          <a:xfrm>
            <a:off x="148320" y="436608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2" name="CustomShape 7"/>
          <p:cNvSpPr/>
          <p:nvPr/>
        </p:nvSpPr>
        <p:spPr>
          <a:xfrm>
            <a:off x="8095680" y="339984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3" name="CustomShape 8"/>
          <p:cNvSpPr/>
          <p:nvPr/>
        </p:nvSpPr>
        <p:spPr>
          <a:xfrm>
            <a:off x="8095680" y="388332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4" name="CustomShape 9"/>
          <p:cNvSpPr/>
          <p:nvPr/>
        </p:nvSpPr>
        <p:spPr>
          <a:xfrm>
            <a:off x="8095680" y="4367520"/>
            <a:ext cx="4451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064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5" name="CustomShape 10"/>
          <p:cNvSpPr/>
          <p:nvPr/>
        </p:nvSpPr>
        <p:spPr>
          <a:xfrm>
            <a:off x="8369280" y="1598760"/>
            <a:ext cx="3931920" cy="14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b="0" lang="en-US" sz="24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6" name="CustomShape 11"/>
          <p:cNvSpPr/>
          <p:nvPr/>
        </p:nvSpPr>
        <p:spPr>
          <a:xfrm>
            <a:off x="3953160" y="6183000"/>
            <a:ext cx="369000" cy="688680"/>
          </a:xfrm>
          <a:custGeom>
            <a:avLst/>
            <a:gdLst/>
            <a:ah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7" name="CustomShape 12"/>
          <p:cNvSpPr/>
          <p:nvPr/>
        </p:nvSpPr>
        <p:spPr>
          <a:xfrm>
            <a:off x="8383680" y="6225480"/>
            <a:ext cx="661680" cy="603360"/>
          </a:xfrm>
          <a:custGeom>
            <a:avLst/>
            <a:gdLst/>
            <a:ah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88" name="Group 13"/>
          <p:cNvGrpSpPr/>
          <p:nvPr/>
        </p:nvGrpSpPr>
        <p:grpSpPr>
          <a:xfrm>
            <a:off x="9378000" y="5875560"/>
            <a:ext cx="2922840" cy="783720"/>
            <a:chOff x="9378000" y="5875560"/>
            <a:chExt cx="2922840" cy="783720"/>
          </a:xfrm>
        </p:grpSpPr>
        <p:sp>
          <p:nvSpPr>
            <p:cNvPr id="1189" name="CustomShape 14"/>
            <p:cNvSpPr/>
            <p:nvPr/>
          </p:nvSpPr>
          <p:spPr>
            <a:xfrm>
              <a:off x="9378000" y="6204240"/>
              <a:ext cx="292284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90" name="CustomShape 15"/>
            <p:cNvSpPr/>
            <p:nvPr/>
          </p:nvSpPr>
          <p:spPr>
            <a:xfrm>
              <a:off x="9378000" y="5875560"/>
              <a:ext cx="29228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91" name="Group 16"/>
          <p:cNvGrpSpPr/>
          <p:nvPr/>
        </p:nvGrpSpPr>
        <p:grpSpPr>
          <a:xfrm>
            <a:off x="561240" y="5875560"/>
            <a:ext cx="2922840" cy="783720"/>
            <a:chOff x="561240" y="5875560"/>
            <a:chExt cx="2922840" cy="783720"/>
          </a:xfrm>
        </p:grpSpPr>
        <p:sp>
          <p:nvSpPr>
            <p:cNvPr id="1192" name="CustomShape 17"/>
            <p:cNvSpPr/>
            <p:nvPr/>
          </p:nvSpPr>
          <p:spPr>
            <a:xfrm>
              <a:off x="561240" y="6204240"/>
              <a:ext cx="292284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93" name="CustomShape 18"/>
            <p:cNvSpPr/>
            <p:nvPr/>
          </p:nvSpPr>
          <p:spPr>
            <a:xfrm>
              <a:off x="561240" y="5875560"/>
              <a:ext cx="29228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194" name="Picture 1249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6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197" name="Group 3"/>
          <p:cNvGrpSpPr/>
          <p:nvPr/>
        </p:nvGrpSpPr>
        <p:grpSpPr>
          <a:xfrm>
            <a:off x="6430680" y="1787400"/>
            <a:ext cx="1249560" cy="1239480"/>
            <a:chOff x="6430680" y="1787400"/>
            <a:chExt cx="1249560" cy="1239480"/>
          </a:xfrm>
        </p:grpSpPr>
        <p:sp>
          <p:nvSpPr>
            <p:cNvPr id="1198" name="CustomShape 4"/>
            <p:cNvSpPr/>
            <p:nvPr/>
          </p:nvSpPr>
          <p:spPr>
            <a:xfrm rot="2700000">
              <a:off x="6703920" y="1880280"/>
              <a:ext cx="687600" cy="1058400"/>
            </a:xfrm>
            <a:custGeom>
              <a:avLst/>
              <a:gdLst/>
              <a:ahLst/>
              <a:rect l="l" t="t" r="r" b="b"/>
              <a:pathLst>
                <a:path w="726841" h="1121399">
                  <a:moveTo>
                    <a:pt x="236325" y="1049494"/>
                  </a:moveTo>
                  <a:lnTo>
                    <a:pt x="495287" y="1049494"/>
                  </a:lnTo>
                  <a:cubicBezTo>
                    <a:pt x="491080" y="1064561"/>
                    <a:pt x="487966" y="1079199"/>
                    <a:pt x="485273" y="1093187"/>
                  </a:cubicBezTo>
                  <a:lnTo>
                    <a:pt x="245258" y="1092728"/>
                  </a:lnTo>
                  <a:close/>
                  <a:moveTo>
                    <a:pt x="363421" y="203844"/>
                  </a:moveTo>
                  <a:cubicBezTo>
                    <a:pt x="401307" y="203844"/>
                    <a:pt x="432020" y="234557"/>
                    <a:pt x="432020" y="272443"/>
                  </a:cubicBezTo>
                  <a:cubicBezTo>
                    <a:pt x="432020" y="310329"/>
                    <a:pt x="401307" y="341042"/>
                    <a:pt x="363421" y="341042"/>
                  </a:cubicBezTo>
                  <a:cubicBezTo>
                    <a:pt x="325534" y="341042"/>
                    <a:pt x="294821" y="310329"/>
                    <a:pt x="294821" y="272443"/>
                  </a:cubicBezTo>
                  <a:cubicBezTo>
                    <a:pt x="294821" y="234557"/>
                    <a:pt x="325534" y="203844"/>
                    <a:pt x="363421" y="203844"/>
                  </a:cubicBezTo>
                  <a:close/>
                  <a:moveTo>
                    <a:pt x="363421" y="135244"/>
                  </a:moveTo>
                  <a:cubicBezTo>
                    <a:pt x="287648" y="135244"/>
                    <a:pt x="226222" y="196671"/>
                    <a:pt x="226222" y="272443"/>
                  </a:cubicBezTo>
                  <a:cubicBezTo>
                    <a:pt x="226222" y="348216"/>
                    <a:pt x="287648" y="409642"/>
                    <a:pt x="363421" y="409642"/>
                  </a:cubicBezTo>
                  <a:cubicBezTo>
                    <a:pt x="439193" y="409642"/>
                    <a:pt x="500619" y="348216"/>
                    <a:pt x="500619" y="272443"/>
                  </a:cubicBezTo>
                  <a:cubicBezTo>
                    <a:pt x="500619" y="196671"/>
                    <a:pt x="439193" y="135244"/>
                    <a:pt x="363421" y="135244"/>
                  </a:cubicBezTo>
                  <a:close/>
                  <a:moveTo>
                    <a:pt x="196200" y="0"/>
                  </a:moveTo>
                  <a:cubicBezTo>
                    <a:pt x="300307" y="58658"/>
                    <a:pt x="427219" y="59450"/>
                    <a:pt x="531959" y="2129"/>
                  </a:cubicBezTo>
                  <a:cubicBezTo>
                    <a:pt x="645195" y="251105"/>
                    <a:pt x="615578" y="521951"/>
                    <a:pt x="565642" y="749813"/>
                  </a:cubicBezTo>
                  <a:lnTo>
                    <a:pt x="726841" y="904479"/>
                  </a:lnTo>
                  <a:lnTo>
                    <a:pt x="700460" y="1113326"/>
                  </a:lnTo>
                  <a:lnTo>
                    <a:pt x="510728" y="982128"/>
                  </a:lnTo>
                  <a:lnTo>
                    <a:pt x="503274" y="1014651"/>
                  </a:lnTo>
                  <a:lnTo>
                    <a:pt x="228241" y="1014651"/>
                  </a:lnTo>
                  <a:cubicBezTo>
                    <a:pt x="226194" y="1005458"/>
                    <a:pt x="223902" y="996068"/>
                    <a:pt x="221524" y="986461"/>
                  </a:cubicBezTo>
                  <a:lnTo>
                    <a:pt x="26381" y="1121399"/>
                  </a:lnTo>
                  <a:lnTo>
                    <a:pt x="0" y="912552"/>
                  </a:lnTo>
                  <a:lnTo>
                    <a:pt x="162681" y="756465"/>
                  </a:lnTo>
                  <a:lnTo>
                    <a:pt x="163137" y="757906"/>
                  </a:lnTo>
                  <a:lnTo>
                    <a:pt x="165881" y="748957"/>
                  </a:lnTo>
                  <a:cubicBezTo>
                    <a:pt x="117348" y="521774"/>
                    <a:pt x="87568" y="246912"/>
                    <a:pt x="1962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9" name="CustomShape 5"/>
            <p:cNvSpPr/>
            <p:nvPr/>
          </p:nvSpPr>
          <p:spPr>
            <a:xfrm rot="2700000">
              <a:off x="7359840" y="1852560"/>
              <a:ext cx="280080" cy="230040"/>
            </a:xfrm>
            <a:custGeom>
              <a:avLst/>
              <a:gdLst/>
              <a:ahLst/>
              <a:rect l="l" t="t" r="r" b="b"/>
              <a:pathLst>
                <a:path w="298274" h="244742">
                  <a:moveTo>
                    <a:pt x="147328" y="0"/>
                  </a:moveTo>
                  <a:cubicBezTo>
                    <a:pt x="212319" y="65590"/>
                    <a:pt x="261867" y="134854"/>
                    <a:pt x="298274" y="206570"/>
                  </a:cubicBezTo>
                  <a:cubicBezTo>
                    <a:pt x="205418" y="258299"/>
                    <a:pt x="92251" y="257374"/>
                    <a:pt x="0" y="204273"/>
                  </a:cubicBezTo>
                  <a:cubicBezTo>
                    <a:pt x="35363" y="132633"/>
                    <a:pt x="83678" y="64016"/>
                    <a:pt x="147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0" name="Group 6"/>
          <p:cNvGrpSpPr/>
          <p:nvPr/>
        </p:nvGrpSpPr>
        <p:grpSpPr>
          <a:xfrm>
            <a:off x="4106880" y="2761560"/>
            <a:ext cx="4586040" cy="4442400"/>
            <a:chOff x="4106880" y="2761560"/>
            <a:chExt cx="4586040" cy="4442400"/>
          </a:xfrm>
        </p:grpSpPr>
        <p:sp>
          <p:nvSpPr>
            <p:cNvPr id="1201" name="CustomShape 7"/>
            <p:cNvSpPr/>
            <p:nvPr/>
          </p:nvSpPr>
          <p:spPr>
            <a:xfrm>
              <a:off x="5743080" y="6010920"/>
              <a:ext cx="1976760" cy="1193040"/>
            </a:xfrm>
            <a:custGeom>
              <a:avLst/>
              <a:gdLst/>
              <a:ahLst/>
              <a:rect l="l" t="t" r="r" b="b"/>
              <a:pathLst>
                <a:path w="1411833" h="790042">
                  <a:moveTo>
                    <a:pt x="1404518" y="585216"/>
                  </a:moveTo>
                  <a:lnTo>
                    <a:pt x="0" y="790042"/>
                  </a:lnTo>
                  <a:lnTo>
                    <a:pt x="1411833" y="0"/>
                  </a:lnTo>
                  <a:cubicBezTo>
                    <a:pt x="1409395" y="195072"/>
                    <a:pt x="1406956" y="390144"/>
                    <a:pt x="1404518" y="5852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2" name="CustomShape 8"/>
            <p:cNvSpPr/>
            <p:nvPr/>
          </p:nvSpPr>
          <p:spPr>
            <a:xfrm>
              <a:off x="4124520" y="4729320"/>
              <a:ext cx="2981160" cy="1579680"/>
            </a:xfrm>
            <a:custGeom>
              <a:avLst/>
              <a:gdLst/>
              <a:ahLst/>
              <a:rect l="l" t="t" r="r" b="b"/>
              <a:pathLst>
                <a:path w="2130190" h="1046074">
                  <a:moveTo>
                    <a:pt x="2121408" y="0"/>
                  </a:moveTo>
                  <a:cubicBezTo>
                    <a:pt x="1676664" y="86171"/>
                    <a:pt x="714451" y="292608"/>
                    <a:pt x="0" y="438912"/>
                  </a:cubicBezTo>
                  <a:cubicBezTo>
                    <a:pt x="2439" y="648614"/>
                    <a:pt x="4877" y="836372"/>
                    <a:pt x="7316" y="1046074"/>
                  </a:cubicBezTo>
                  <a:lnTo>
                    <a:pt x="2128723" y="592531"/>
                  </a:lnTo>
                  <a:cubicBezTo>
                    <a:pt x="2133599" y="377952"/>
                    <a:pt x="2125065" y="296265"/>
                    <a:pt x="212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3" name="CustomShape 9"/>
            <p:cNvSpPr/>
            <p:nvPr/>
          </p:nvSpPr>
          <p:spPr>
            <a:xfrm>
              <a:off x="4677840" y="3811320"/>
              <a:ext cx="4013280" cy="1325520"/>
            </a:xfrm>
            <a:custGeom>
              <a:avLst/>
              <a:gdLst/>
              <a:ahLst/>
              <a:rect l="l" t="t" r="r" b="b"/>
              <a:pathLst>
                <a:path w="2867558" h="877824">
                  <a:moveTo>
                    <a:pt x="7315" y="292608"/>
                  </a:moveTo>
                  <a:lnTo>
                    <a:pt x="2860243" y="0"/>
                  </a:lnTo>
                  <a:cubicBezTo>
                    <a:pt x="2862681" y="202387"/>
                    <a:pt x="2865120" y="404775"/>
                    <a:pt x="2867558" y="607162"/>
                  </a:cubicBezTo>
                  <a:lnTo>
                    <a:pt x="0" y="877824"/>
                  </a:lnTo>
                  <a:cubicBezTo>
                    <a:pt x="2438" y="682752"/>
                    <a:pt x="4877" y="487680"/>
                    <a:pt x="7315" y="2926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4" name="CustomShape 10"/>
            <p:cNvSpPr/>
            <p:nvPr/>
          </p:nvSpPr>
          <p:spPr>
            <a:xfrm rot="5400000">
              <a:off x="6141240" y="2158920"/>
              <a:ext cx="1479960" cy="362340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5" name="CustomShape 11"/>
            <p:cNvSpPr/>
            <p:nvPr/>
          </p:nvSpPr>
          <p:spPr>
            <a:xfrm rot="5400000">
              <a:off x="5216040" y="3717000"/>
              <a:ext cx="1358640" cy="2455920"/>
            </a:xfrm>
            <a:prstGeom prst="parallelogram">
              <a:avLst>
                <a:gd name="adj" fmla="val 3443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6" name="CustomShape 12"/>
            <p:cNvSpPr/>
            <p:nvPr/>
          </p:nvSpPr>
          <p:spPr>
            <a:xfrm rot="5400000">
              <a:off x="5178960" y="4335480"/>
              <a:ext cx="1479240" cy="362340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7" name="CustomShape 13"/>
            <p:cNvSpPr/>
            <p:nvPr/>
          </p:nvSpPr>
          <p:spPr>
            <a:xfrm>
              <a:off x="5065920" y="2761560"/>
              <a:ext cx="1679040" cy="695520"/>
            </a:xfrm>
            <a:custGeom>
              <a:avLst/>
              <a:gdLst/>
              <a:ahLst/>
              <a:rect l="l" t="t" r="r" b="b"/>
              <a:pathLst>
                <a:path w="1199693" h="460858">
                  <a:moveTo>
                    <a:pt x="1089965" y="0"/>
                  </a:moveTo>
                  <a:lnTo>
                    <a:pt x="0" y="307238"/>
                  </a:lnTo>
                  <a:lnTo>
                    <a:pt x="1016813" y="460858"/>
                  </a:lnTo>
                  <a:lnTo>
                    <a:pt x="1199693" y="117043"/>
                  </a:lnTo>
                  <a:lnTo>
                    <a:pt x="1089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8" name="Group 14"/>
          <p:cNvGrpSpPr/>
          <p:nvPr/>
        </p:nvGrpSpPr>
        <p:grpSpPr>
          <a:xfrm>
            <a:off x="7810200" y="4813920"/>
            <a:ext cx="3553920" cy="783000"/>
            <a:chOff x="7810200" y="4813920"/>
            <a:chExt cx="3553920" cy="783000"/>
          </a:xfrm>
        </p:grpSpPr>
        <p:sp>
          <p:nvSpPr>
            <p:cNvPr id="1209" name="CustomShape 15"/>
            <p:cNvSpPr/>
            <p:nvPr/>
          </p:nvSpPr>
          <p:spPr>
            <a:xfrm>
              <a:off x="7810200" y="514188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10" name="CustomShape 16"/>
            <p:cNvSpPr/>
            <p:nvPr/>
          </p:nvSpPr>
          <p:spPr>
            <a:xfrm>
              <a:off x="7810200" y="4813920"/>
              <a:ext cx="3553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11" name="Group 17"/>
          <p:cNvGrpSpPr/>
          <p:nvPr/>
        </p:nvGrpSpPr>
        <p:grpSpPr>
          <a:xfrm>
            <a:off x="1432440" y="2797920"/>
            <a:ext cx="3553920" cy="783000"/>
            <a:chOff x="1432440" y="2797920"/>
            <a:chExt cx="3553920" cy="783000"/>
          </a:xfrm>
        </p:grpSpPr>
        <p:sp>
          <p:nvSpPr>
            <p:cNvPr id="1212" name="CustomShape 18"/>
            <p:cNvSpPr/>
            <p:nvPr/>
          </p:nvSpPr>
          <p:spPr>
            <a:xfrm>
              <a:off x="1432440" y="312588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13" name="CustomShape 19"/>
            <p:cNvSpPr/>
            <p:nvPr/>
          </p:nvSpPr>
          <p:spPr>
            <a:xfrm>
              <a:off x="1432440" y="2797920"/>
              <a:ext cx="3553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14" name="Group 20"/>
          <p:cNvGrpSpPr/>
          <p:nvPr/>
        </p:nvGrpSpPr>
        <p:grpSpPr>
          <a:xfrm>
            <a:off x="461880" y="5158080"/>
            <a:ext cx="3553920" cy="783720"/>
            <a:chOff x="461880" y="5158080"/>
            <a:chExt cx="3553920" cy="783720"/>
          </a:xfrm>
        </p:grpSpPr>
        <p:sp>
          <p:nvSpPr>
            <p:cNvPr id="1215" name="CustomShape 21"/>
            <p:cNvSpPr/>
            <p:nvPr/>
          </p:nvSpPr>
          <p:spPr>
            <a:xfrm>
              <a:off x="461880" y="548676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16" name="CustomShape 22"/>
            <p:cNvSpPr/>
            <p:nvPr/>
          </p:nvSpPr>
          <p:spPr>
            <a:xfrm>
              <a:off x="461880" y="5158080"/>
              <a:ext cx="3553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217" name="CustomShape 23"/>
          <p:cNvSpPr/>
          <p:nvPr/>
        </p:nvSpPr>
        <p:spPr>
          <a:xfrm rot="458400">
            <a:off x="4630680" y="5745600"/>
            <a:ext cx="259632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8" name="CustomShape 24"/>
          <p:cNvSpPr/>
          <p:nvPr/>
        </p:nvSpPr>
        <p:spPr>
          <a:xfrm rot="583800">
            <a:off x="4540320" y="4525920"/>
            <a:ext cx="257724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9" name="CustomShape 25"/>
          <p:cNvSpPr/>
          <p:nvPr/>
        </p:nvSpPr>
        <p:spPr>
          <a:xfrm rot="500400">
            <a:off x="5618880" y="3585600"/>
            <a:ext cx="257580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PowerPoint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20" name="Picture 1275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1" name="Group 1"/>
          <p:cNvGrpSpPr/>
          <p:nvPr/>
        </p:nvGrpSpPr>
        <p:grpSpPr>
          <a:xfrm>
            <a:off x="8627400" y="2855880"/>
            <a:ext cx="3628080" cy="965880"/>
            <a:chOff x="8627400" y="2855880"/>
            <a:chExt cx="3628080" cy="965880"/>
          </a:xfrm>
        </p:grpSpPr>
        <p:sp>
          <p:nvSpPr>
            <p:cNvPr id="1222" name="CustomShape 2"/>
            <p:cNvSpPr/>
            <p:nvPr/>
          </p:nvSpPr>
          <p:spPr>
            <a:xfrm>
              <a:off x="8627400" y="3184560"/>
              <a:ext cx="36280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23" name="CustomShape 3"/>
            <p:cNvSpPr/>
            <p:nvPr/>
          </p:nvSpPr>
          <p:spPr>
            <a:xfrm>
              <a:off x="8627400" y="285588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224" name="CustomShape 4"/>
          <p:cNvSpPr/>
          <p:nvPr/>
        </p:nvSpPr>
        <p:spPr>
          <a:xfrm>
            <a:off x="3020760" y="4874760"/>
            <a:ext cx="6753240" cy="18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25" name="CustomShape 5"/>
          <p:cNvSpPr/>
          <p:nvPr/>
        </p:nvSpPr>
        <p:spPr>
          <a:xfrm>
            <a:off x="2265480" y="6725160"/>
            <a:ext cx="8265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6" name="CustomShape 6"/>
          <p:cNvSpPr/>
          <p:nvPr/>
        </p:nvSpPr>
        <p:spPr>
          <a:xfrm>
            <a:off x="312120" y="282600"/>
            <a:ext cx="12171240" cy="407952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27" name="Picture 1282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" name="Group 1"/>
          <p:cNvGrpSpPr/>
          <p:nvPr/>
        </p:nvGrpSpPr>
        <p:grpSpPr>
          <a:xfrm>
            <a:off x="6876720" y="2431800"/>
            <a:ext cx="1360080" cy="1468440"/>
            <a:chOff x="6876720" y="2431800"/>
            <a:chExt cx="1360080" cy="1468440"/>
          </a:xfrm>
        </p:grpSpPr>
        <p:sp>
          <p:nvSpPr>
            <p:cNvPr id="1229" name="CustomShape 2"/>
            <p:cNvSpPr/>
            <p:nvPr/>
          </p:nvSpPr>
          <p:spPr>
            <a:xfrm>
              <a:off x="6876720" y="2431800"/>
              <a:ext cx="1360080" cy="1468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30" name="CustomShape 3"/>
            <p:cNvSpPr/>
            <p:nvPr/>
          </p:nvSpPr>
          <p:spPr>
            <a:xfrm>
              <a:off x="7003080" y="2568600"/>
              <a:ext cx="1107720" cy="1195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31" name="Group 4"/>
          <p:cNvGrpSpPr/>
          <p:nvPr/>
        </p:nvGrpSpPr>
        <p:grpSpPr>
          <a:xfrm>
            <a:off x="6104160" y="3247560"/>
            <a:ext cx="1360080" cy="1468440"/>
            <a:chOff x="6104160" y="3247560"/>
            <a:chExt cx="1360080" cy="1468440"/>
          </a:xfrm>
        </p:grpSpPr>
        <p:sp>
          <p:nvSpPr>
            <p:cNvPr id="1232" name="CustomShape 5"/>
            <p:cNvSpPr/>
            <p:nvPr/>
          </p:nvSpPr>
          <p:spPr>
            <a:xfrm>
              <a:off x="6104160" y="3247560"/>
              <a:ext cx="1360080" cy="1468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33" name="CustomShape 6"/>
            <p:cNvSpPr/>
            <p:nvPr/>
          </p:nvSpPr>
          <p:spPr>
            <a:xfrm>
              <a:off x="6230520" y="3383640"/>
              <a:ext cx="1107720" cy="1195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34" name="Group 7"/>
          <p:cNvGrpSpPr/>
          <p:nvPr/>
        </p:nvGrpSpPr>
        <p:grpSpPr>
          <a:xfrm>
            <a:off x="5332680" y="4063680"/>
            <a:ext cx="1360080" cy="1468440"/>
            <a:chOff x="5332680" y="4063680"/>
            <a:chExt cx="1360080" cy="1468440"/>
          </a:xfrm>
        </p:grpSpPr>
        <p:sp>
          <p:nvSpPr>
            <p:cNvPr id="1235" name="CustomShape 8"/>
            <p:cNvSpPr/>
            <p:nvPr/>
          </p:nvSpPr>
          <p:spPr>
            <a:xfrm>
              <a:off x="5332680" y="4063680"/>
              <a:ext cx="1360080" cy="1468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36" name="CustomShape 9"/>
            <p:cNvSpPr/>
            <p:nvPr/>
          </p:nvSpPr>
          <p:spPr>
            <a:xfrm>
              <a:off x="5454720" y="4227480"/>
              <a:ext cx="1107000" cy="1195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37" name="CustomShape 10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38" name="CustomShape 11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9" name="CustomShape 12"/>
          <p:cNvSpPr/>
          <p:nvPr/>
        </p:nvSpPr>
        <p:spPr>
          <a:xfrm rot="16200000">
            <a:off x="7390080" y="2781720"/>
            <a:ext cx="502560" cy="46548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0" name="CustomShape 13"/>
          <p:cNvSpPr/>
          <p:nvPr/>
        </p:nvSpPr>
        <p:spPr>
          <a:xfrm>
            <a:off x="6692400" y="3611160"/>
            <a:ext cx="424800" cy="3823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1" name="CustomShape 14"/>
          <p:cNvSpPr/>
          <p:nvPr/>
        </p:nvSpPr>
        <p:spPr>
          <a:xfrm rot="2700000">
            <a:off x="5994000" y="4342680"/>
            <a:ext cx="324000" cy="61812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42" name="Group 15"/>
          <p:cNvGrpSpPr/>
          <p:nvPr/>
        </p:nvGrpSpPr>
        <p:grpSpPr>
          <a:xfrm>
            <a:off x="4559040" y="4880520"/>
            <a:ext cx="1360080" cy="1468440"/>
            <a:chOff x="4559040" y="4880520"/>
            <a:chExt cx="1360080" cy="1468440"/>
          </a:xfrm>
        </p:grpSpPr>
        <p:sp>
          <p:nvSpPr>
            <p:cNvPr id="1243" name="CustomShape 16"/>
            <p:cNvSpPr/>
            <p:nvPr/>
          </p:nvSpPr>
          <p:spPr>
            <a:xfrm>
              <a:off x="4559040" y="4880520"/>
              <a:ext cx="1360080" cy="14684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44" name="CustomShape 17"/>
            <p:cNvSpPr/>
            <p:nvPr/>
          </p:nvSpPr>
          <p:spPr>
            <a:xfrm>
              <a:off x="4685400" y="5017320"/>
              <a:ext cx="1107720" cy="11959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45" name="CustomShape 18"/>
          <p:cNvSpPr/>
          <p:nvPr/>
        </p:nvSpPr>
        <p:spPr>
          <a:xfrm>
            <a:off x="5009760" y="5425200"/>
            <a:ext cx="458640" cy="38124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46" name="Group 19"/>
          <p:cNvGrpSpPr/>
          <p:nvPr/>
        </p:nvGrpSpPr>
        <p:grpSpPr>
          <a:xfrm>
            <a:off x="6060600" y="5697720"/>
            <a:ext cx="3628080" cy="783720"/>
            <a:chOff x="6060600" y="5697720"/>
            <a:chExt cx="3628080" cy="783720"/>
          </a:xfrm>
        </p:grpSpPr>
        <p:sp>
          <p:nvSpPr>
            <p:cNvPr id="1247" name="CustomShape 20"/>
            <p:cNvSpPr/>
            <p:nvPr/>
          </p:nvSpPr>
          <p:spPr>
            <a:xfrm>
              <a:off x="6060600" y="602640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48" name="CustomShape 21"/>
            <p:cNvSpPr/>
            <p:nvPr/>
          </p:nvSpPr>
          <p:spPr>
            <a:xfrm>
              <a:off x="6060600" y="56977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49" name="Group 22"/>
          <p:cNvGrpSpPr/>
          <p:nvPr/>
        </p:nvGrpSpPr>
        <p:grpSpPr>
          <a:xfrm>
            <a:off x="7788960" y="4248720"/>
            <a:ext cx="3628080" cy="783000"/>
            <a:chOff x="7788960" y="4248720"/>
            <a:chExt cx="3628080" cy="783000"/>
          </a:xfrm>
        </p:grpSpPr>
        <p:sp>
          <p:nvSpPr>
            <p:cNvPr id="1250" name="CustomShape 23"/>
            <p:cNvSpPr/>
            <p:nvPr/>
          </p:nvSpPr>
          <p:spPr>
            <a:xfrm>
              <a:off x="7788960" y="457668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51" name="CustomShape 24"/>
            <p:cNvSpPr/>
            <p:nvPr/>
          </p:nvSpPr>
          <p:spPr>
            <a:xfrm>
              <a:off x="7788960" y="42487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52" name="Group 25"/>
          <p:cNvGrpSpPr/>
          <p:nvPr/>
        </p:nvGrpSpPr>
        <p:grpSpPr>
          <a:xfrm>
            <a:off x="1610280" y="3494520"/>
            <a:ext cx="3628080" cy="783720"/>
            <a:chOff x="1610280" y="3494520"/>
            <a:chExt cx="3628080" cy="783720"/>
          </a:xfrm>
        </p:grpSpPr>
        <p:sp>
          <p:nvSpPr>
            <p:cNvPr id="1253" name="CustomShape 26"/>
            <p:cNvSpPr/>
            <p:nvPr/>
          </p:nvSpPr>
          <p:spPr>
            <a:xfrm>
              <a:off x="1610280" y="382320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54" name="CustomShape 27"/>
            <p:cNvSpPr/>
            <p:nvPr/>
          </p:nvSpPr>
          <p:spPr>
            <a:xfrm>
              <a:off x="1610280" y="34945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55" name="Group 28"/>
          <p:cNvGrpSpPr/>
          <p:nvPr/>
        </p:nvGrpSpPr>
        <p:grpSpPr>
          <a:xfrm>
            <a:off x="3155760" y="1861920"/>
            <a:ext cx="3628080" cy="783000"/>
            <a:chOff x="3155760" y="1861920"/>
            <a:chExt cx="3628080" cy="783000"/>
          </a:xfrm>
        </p:grpSpPr>
        <p:sp>
          <p:nvSpPr>
            <p:cNvPr id="1256" name="CustomShape 29"/>
            <p:cNvSpPr/>
            <p:nvPr/>
          </p:nvSpPr>
          <p:spPr>
            <a:xfrm>
              <a:off x="3155760" y="218988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57" name="CustomShape 30"/>
            <p:cNvSpPr/>
            <p:nvPr/>
          </p:nvSpPr>
          <p:spPr>
            <a:xfrm>
              <a:off x="3155760" y="18619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258" name="Picture 1313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60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61" name="CustomShape 3"/>
          <p:cNvSpPr/>
          <p:nvPr/>
        </p:nvSpPr>
        <p:spPr>
          <a:xfrm>
            <a:off x="4987080" y="2167920"/>
            <a:ext cx="2721240" cy="22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262" name="Picture 1317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3" name="Group 1"/>
          <p:cNvGrpSpPr/>
          <p:nvPr/>
        </p:nvGrpSpPr>
        <p:grpSpPr>
          <a:xfrm>
            <a:off x="1675440" y="1332720"/>
            <a:ext cx="9506160" cy="5984280"/>
            <a:chOff x="1675440" y="1332720"/>
            <a:chExt cx="9506160" cy="5984280"/>
          </a:xfrm>
        </p:grpSpPr>
        <p:sp>
          <p:nvSpPr>
            <p:cNvPr id="1264" name="CustomShape 2"/>
            <p:cNvSpPr/>
            <p:nvPr/>
          </p:nvSpPr>
          <p:spPr>
            <a:xfrm>
              <a:off x="1889640" y="3799800"/>
              <a:ext cx="9032400" cy="3474000"/>
            </a:xfrm>
            <a:custGeom>
              <a:avLst/>
              <a:gdLst/>
              <a:ahLst/>
              <a:rect l="l" t="t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5" name="CustomShape 3"/>
            <p:cNvSpPr/>
            <p:nvPr/>
          </p:nvSpPr>
          <p:spPr>
            <a:xfrm>
              <a:off x="1675440" y="2282400"/>
              <a:ext cx="9298440" cy="5034600"/>
            </a:xfrm>
            <a:custGeom>
              <a:avLst/>
              <a:gdLst/>
              <a:ahLst/>
              <a:rect l="l" t="t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6" name="CustomShape 4"/>
            <p:cNvSpPr/>
            <p:nvPr/>
          </p:nvSpPr>
          <p:spPr>
            <a:xfrm>
              <a:off x="2837160" y="1867320"/>
              <a:ext cx="8344440" cy="4593240"/>
            </a:xfrm>
            <a:custGeom>
              <a:avLst/>
              <a:gdLst/>
              <a:ahLst/>
              <a:rect l="l" t="t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7" name="CustomShape 5"/>
            <p:cNvSpPr/>
            <p:nvPr/>
          </p:nvSpPr>
          <p:spPr>
            <a:xfrm>
              <a:off x="3442320" y="1332720"/>
              <a:ext cx="5498640" cy="2027880"/>
            </a:xfrm>
            <a:custGeom>
              <a:avLst/>
              <a:gdLst/>
              <a:ahLst/>
              <a:rect l="l" t="t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68" name="CustomShape 6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69" name="CustomShape 7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0" name="CustomShape 8"/>
          <p:cNvSpPr/>
          <p:nvPr/>
        </p:nvSpPr>
        <p:spPr>
          <a:xfrm>
            <a:off x="2943720" y="3060360"/>
            <a:ext cx="1359360" cy="146772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1" name="CustomShape 9"/>
          <p:cNvSpPr/>
          <p:nvPr/>
        </p:nvSpPr>
        <p:spPr>
          <a:xfrm>
            <a:off x="4324320" y="3451320"/>
            <a:ext cx="1368000" cy="730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2" name="CustomShape 10"/>
          <p:cNvSpPr/>
          <p:nvPr/>
        </p:nvSpPr>
        <p:spPr>
          <a:xfrm>
            <a:off x="5715360" y="3058920"/>
            <a:ext cx="1359360" cy="146772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3" name="CustomShape 11"/>
          <p:cNvSpPr/>
          <p:nvPr/>
        </p:nvSpPr>
        <p:spPr>
          <a:xfrm>
            <a:off x="7097040" y="3449880"/>
            <a:ext cx="1368360" cy="730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4" name="CustomShape 12"/>
          <p:cNvSpPr/>
          <p:nvPr/>
        </p:nvSpPr>
        <p:spPr>
          <a:xfrm>
            <a:off x="8487720" y="3056400"/>
            <a:ext cx="1359360" cy="146772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5" name="CustomShape 13"/>
          <p:cNvSpPr/>
          <p:nvPr/>
        </p:nvSpPr>
        <p:spPr>
          <a:xfrm>
            <a:off x="3101400" y="3345480"/>
            <a:ext cx="104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76" name="CustomShape 14"/>
          <p:cNvSpPr/>
          <p:nvPr/>
        </p:nvSpPr>
        <p:spPr>
          <a:xfrm>
            <a:off x="5875200" y="3353760"/>
            <a:ext cx="104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77" name="CustomShape 15"/>
          <p:cNvSpPr/>
          <p:nvPr/>
        </p:nvSpPr>
        <p:spPr>
          <a:xfrm>
            <a:off x="8647200" y="3360960"/>
            <a:ext cx="1042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278" name="Group 16"/>
          <p:cNvGrpSpPr/>
          <p:nvPr/>
        </p:nvGrpSpPr>
        <p:grpSpPr>
          <a:xfrm>
            <a:off x="2464560" y="4580280"/>
            <a:ext cx="2318040" cy="1248120"/>
            <a:chOff x="2464560" y="4580280"/>
            <a:chExt cx="2318040" cy="1248120"/>
          </a:xfrm>
        </p:grpSpPr>
        <p:sp>
          <p:nvSpPr>
            <p:cNvPr id="1279" name="CustomShape 17"/>
            <p:cNvSpPr/>
            <p:nvPr/>
          </p:nvSpPr>
          <p:spPr>
            <a:xfrm>
              <a:off x="2464560" y="5008320"/>
              <a:ext cx="2318040" cy="82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80" name="CustomShape 18"/>
            <p:cNvSpPr/>
            <p:nvPr/>
          </p:nvSpPr>
          <p:spPr>
            <a:xfrm>
              <a:off x="2464560" y="4580280"/>
              <a:ext cx="23180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281" name="Group 19"/>
          <p:cNvGrpSpPr/>
          <p:nvPr/>
        </p:nvGrpSpPr>
        <p:grpSpPr>
          <a:xfrm>
            <a:off x="5235480" y="4580280"/>
            <a:ext cx="2318040" cy="1248120"/>
            <a:chOff x="5235480" y="4580280"/>
            <a:chExt cx="2318040" cy="1248120"/>
          </a:xfrm>
        </p:grpSpPr>
        <p:sp>
          <p:nvSpPr>
            <p:cNvPr id="1282" name="CustomShape 20"/>
            <p:cNvSpPr/>
            <p:nvPr/>
          </p:nvSpPr>
          <p:spPr>
            <a:xfrm>
              <a:off x="5235480" y="5008320"/>
              <a:ext cx="2318040" cy="82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83" name="CustomShape 21"/>
            <p:cNvSpPr/>
            <p:nvPr/>
          </p:nvSpPr>
          <p:spPr>
            <a:xfrm>
              <a:off x="5235480" y="4580280"/>
              <a:ext cx="23180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284" name="Group 22"/>
          <p:cNvGrpSpPr/>
          <p:nvPr/>
        </p:nvGrpSpPr>
        <p:grpSpPr>
          <a:xfrm>
            <a:off x="8008920" y="4580280"/>
            <a:ext cx="2318040" cy="1248120"/>
            <a:chOff x="8008920" y="4580280"/>
            <a:chExt cx="2318040" cy="1248120"/>
          </a:xfrm>
        </p:grpSpPr>
        <p:sp>
          <p:nvSpPr>
            <p:cNvPr id="1285" name="CustomShape 23"/>
            <p:cNvSpPr/>
            <p:nvPr/>
          </p:nvSpPr>
          <p:spPr>
            <a:xfrm>
              <a:off x="8008920" y="5008320"/>
              <a:ext cx="2318040" cy="82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86" name="CustomShape 24"/>
            <p:cNvSpPr/>
            <p:nvPr/>
          </p:nvSpPr>
          <p:spPr>
            <a:xfrm>
              <a:off x="8008920" y="4580280"/>
              <a:ext cx="23180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287" name="Picture 1342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89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1290" name="Table 3"/>
          <p:cNvGraphicFramePr/>
          <p:nvPr/>
        </p:nvGraphicFramePr>
        <p:xfrm>
          <a:off x="1060920" y="1889640"/>
          <a:ext cx="2546640" cy="1481760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91" name="Table 4"/>
          <p:cNvGraphicFramePr/>
          <p:nvPr/>
        </p:nvGraphicFramePr>
        <p:xfrm>
          <a:off x="3759120" y="1889640"/>
          <a:ext cx="2546640" cy="1481760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92" name="Table 5"/>
          <p:cNvGraphicFramePr/>
          <p:nvPr/>
        </p:nvGraphicFramePr>
        <p:xfrm>
          <a:off x="6456960" y="1889640"/>
          <a:ext cx="2546640" cy="1481760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93" name="Table 6"/>
          <p:cNvGraphicFramePr/>
          <p:nvPr/>
        </p:nvGraphicFramePr>
        <p:xfrm>
          <a:off x="9154080" y="1889640"/>
          <a:ext cx="2546640" cy="1481760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94" name="CustomShape 7"/>
          <p:cNvSpPr/>
          <p:nvPr/>
        </p:nvSpPr>
        <p:spPr>
          <a:xfrm rot="16200000">
            <a:off x="2038680" y="2148840"/>
            <a:ext cx="502560" cy="46620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5" name="CustomShape 8"/>
          <p:cNvSpPr/>
          <p:nvPr/>
        </p:nvSpPr>
        <p:spPr>
          <a:xfrm>
            <a:off x="7464600" y="2189520"/>
            <a:ext cx="424800" cy="3823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6" name="CustomShape 9"/>
          <p:cNvSpPr/>
          <p:nvPr/>
        </p:nvSpPr>
        <p:spPr>
          <a:xfrm rot="2700000">
            <a:off x="10249200" y="2053800"/>
            <a:ext cx="324000" cy="61812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7" name="CustomShape 10"/>
          <p:cNvSpPr/>
          <p:nvPr/>
        </p:nvSpPr>
        <p:spPr>
          <a:xfrm>
            <a:off x="4764600" y="2190240"/>
            <a:ext cx="458640" cy="38124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98" name="Picture 1353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CustomShape 1"/>
          <p:cNvSpPr/>
          <p:nvPr/>
        </p:nvSpPr>
        <p:spPr>
          <a:xfrm>
            <a:off x="5088240" y="1924920"/>
            <a:ext cx="7459560" cy="4929480"/>
          </a:xfrm>
          <a:custGeom>
            <a:avLst/>
            <a:gdLst/>
            <a:ahLst/>
            <a:rect l="l" t="t" r="r" b="b"/>
            <a:pathLst>
              <a:path w="5720" h="3503">
                <a:moveTo>
                  <a:pt x="3058" y="2983"/>
                </a:moveTo>
                <a:lnTo>
                  <a:pt x="3055" y="2989"/>
                </a:lnTo>
                <a:lnTo>
                  <a:pt x="3049" y="2992"/>
                </a:lnTo>
                <a:lnTo>
                  <a:pt x="3046" y="2996"/>
                </a:lnTo>
                <a:lnTo>
                  <a:pt x="3044" y="2998"/>
                </a:lnTo>
                <a:lnTo>
                  <a:pt x="3040" y="3000"/>
                </a:lnTo>
                <a:lnTo>
                  <a:pt x="3038" y="3003"/>
                </a:lnTo>
                <a:lnTo>
                  <a:pt x="3044" y="3009"/>
                </a:lnTo>
                <a:lnTo>
                  <a:pt x="3048" y="3016"/>
                </a:lnTo>
                <a:lnTo>
                  <a:pt x="3049" y="3023"/>
                </a:lnTo>
                <a:lnTo>
                  <a:pt x="3062" y="3020"/>
                </a:lnTo>
                <a:lnTo>
                  <a:pt x="3058" y="3009"/>
                </a:lnTo>
                <a:lnTo>
                  <a:pt x="3057" y="2998"/>
                </a:lnTo>
                <a:lnTo>
                  <a:pt x="3058" y="2989"/>
                </a:lnTo>
                <a:lnTo>
                  <a:pt x="3058" y="2983"/>
                </a:lnTo>
                <a:close/>
                <a:moveTo>
                  <a:pt x="4769" y="2972"/>
                </a:moveTo>
                <a:lnTo>
                  <a:pt x="4769" y="2976"/>
                </a:lnTo>
                <a:lnTo>
                  <a:pt x="4775" y="2981"/>
                </a:lnTo>
                <a:lnTo>
                  <a:pt x="4777" y="2987"/>
                </a:lnTo>
                <a:lnTo>
                  <a:pt x="4782" y="2992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6" y="2996"/>
                </a:lnTo>
                <a:lnTo>
                  <a:pt x="4786" y="2972"/>
                </a:lnTo>
                <a:lnTo>
                  <a:pt x="4769" y="2972"/>
                </a:lnTo>
                <a:close/>
                <a:moveTo>
                  <a:pt x="3617" y="2861"/>
                </a:moveTo>
                <a:lnTo>
                  <a:pt x="3613" y="2869"/>
                </a:lnTo>
                <a:lnTo>
                  <a:pt x="3609" y="2874"/>
                </a:lnTo>
                <a:lnTo>
                  <a:pt x="3604" y="2880"/>
                </a:lnTo>
                <a:lnTo>
                  <a:pt x="3597" y="2885"/>
                </a:lnTo>
                <a:lnTo>
                  <a:pt x="3597" y="2889"/>
                </a:lnTo>
                <a:lnTo>
                  <a:pt x="3637" y="2889"/>
                </a:lnTo>
                <a:lnTo>
                  <a:pt x="3640" y="2887"/>
                </a:lnTo>
                <a:lnTo>
                  <a:pt x="3642" y="2885"/>
                </a:lnTo>
                <a:lnTo>
                  <a:pt x="3648" y="2885"/>
                </a:lnTo>
                <a:lnTo>
                  <a:pt x="3653" y="2885"/>
                </a:lnTo>
                <a:lnTo>
                  <a:pt x="3655" y="2881"/>
                </a:lnTo>
                <a:lnTo>
                  <a:pt x="3657" y="2880"/>
                </a:lnTo>
                <a:lnTo>
                  <a:pt x="3658" y="2880"/>
                </a:lnTo>
                <a:lnTo>
                  <a:pt x="3660" y="2876"/>
                </a:lnTo>
                <a:lnTo>
                  <a:pt x="3660" y="2872"/>
                </a:lnTo>
                <a:lnTo>
                  <a:pt x="3648" y="2870"/>
                </a:lnTo>
                <a:lnTo>
                  <a:pt x="3638" y="2867"/>
                </a:lnTo>
                <a:lnTo>
                  <a:pt x="3629" y="2863"/>
                </a:lnTo>
                <a:lnTo>
                  <a:pt x="3617" y="2861"/>
                </a:lnTo>
                <a:close/>
                <a:moveTo>
                  <a:pt x="3875" y="2803"/>
                </a:moveTo>
                <a:lnTo>
                  <a:pt x="3875" y="2807"/>
                </a:lnTo>
                <a:lnTo>
                  <a:pt x="3875" y="2809"/>
                </a:lnTo>
                <a:lnTo>
                  <a:pt x="3877" y="2810"/>
                </a:lnTo>
                <a:lnTo>
                  <a:pt x="3877" y="2812"/>
                </a:lnTo>
                <a:lnTo>
                  <a:pt x="3878" y="2814"/>
                </a:lnTo>
                <a:lnTo>
                  <a:pt x="3878" y="2803"/>
                </a:lnTo>
                <a:lnTo>
                  <a:pt x="3875" y="2803"/>
                </a:lnTo>
                <a:close/>
                <a:moveTo>
                  <a:pt x="5124" y="1856"/>
                </a:moveTo>
                <a:lnTo>
                  <a:pt x="5120" y="1861"/>
                </a:lnTo>
                <a:lnTo>
                  <a:pt x="5118" y="1867"/>
                </a:lnTo>
                <a:lnTo>
                  <a:pt x="5115" y="1870"/>
                </a:lnTo>
                <a:lnTo>
                  <a:pt x="5111" y="1872"/>
                </a:lnTo>
                <a:lnTo>
                  <a:pt x="5106" y="1874"/>
                </a:lnTo>
                <a:lnTo>
                  <a:pt x="5100" y="1876"/>
                </a:lnTo>
                <a:lnTo>
                  <a:pt x="5095" y="1880"/>
                </a:lnTo>
                <a:lnTo>
                  <a:pt x="5095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8" y="1883"/>
                </a:lnTo>
                <a:lnTo>
                  <a:pt x="5098" y="1887"/>
                </a:lnTo>
                <a:lnTo>
                  <a:pt x="5109" y="1880"/>
                </a:lnTo>
                <a:lnTo>
                  <a:pt x="5120" y="1874"/>
                </a:lnTo>
                <a:lnTo>
                  <a:pt x="5135" y="1870"/>
                </a:lnTo>
                <a:lnTo>
                  <a:pt x="5137" y="1874"/>
                </a:lnTo>
                <a:lnTo>
                  <a:pt x="5138" y="1878"/>
                </a:lnTo>
                <a:lnTo>
                  <a:pt x="5140" y="1878"/>
                </a:lnTo>
                <a:lnTo>
                  <a:pt x="5140" y="1880"/>
                </a:lnTo>
                <a:lnTo>
                  <a:pt x="5144" y="1881"/>
                </a:lnTo>
                <a:lnTo>
                  <a:pt x="5148" y="1883"/>
                </a:lnTo>
                <a:lnTo>
                  <a:pt x="5148" y="1870"/>
                </a:lnTo>
                <a:lnTo>
                  <a:pt x="5153" y="1872"/>
                </a:lnTo>
                <a:lnTo>
                  <a:pt x="5157" y="1872"/>
                </a:lnTo>
                <a:lnTo>
                  <a:pt x="5160" y="1874"/>
                </a:lnTo>
                <a:lnTo>
                  <a:pt x="5164" y="1876"/>
                </a:lnTo>
                <a:lnTo>
                  <a:pt x="5160" y="1863"/>
                </a:lnTo>
                <a:lnTo>
                  <a:pt x="5148" y="1863"/>
                </a:lnTo>
                <a:lnTo>
                  <a:pt x="5137" y="1860"/>
                </a:lnTo>
                <a:lnTo>
                  <a:pt x="5124" y="1856"/>
                </a:lnTo>
                <a:close/>
                <a:moveTo>
                  <a:pt x="5011" y="1594"/>
                </a:moveTo>
                <a:lnTo>
                  <a:pt x="5011" y="1596"/>
                </a:lnTo>
                <a:lnTo>
                  <a:pt x="5013" y="1598"/>
                </a:lnTo>
                <a:lnTo>
                  <a:pt x="5015" y="1600"/>
                </a:lnTo>
                <a:lnTo>
                  <a:pt x="5017" y="1600"/>
                </a:lnTo>
                <a:lnTo>
                  <a:pt x="5020" y="1601"/>
                </a:lnTo>
                <a:lnTo>
                  <a:pt x="5020" y="1600"/>
                </a:lnTo>
                <a:lnTo>
                  <a:pt x="5018" y="1598"/>
                </a:lnTo>
                <a:lnTo>
                  <a:pt x="5015" y="1596"/>
                </a:lnTo>
                <a:lnTo>
                  <a:pt x="5013" y="1594"/>
                </a:lnTo>
                <a:lnTo>
                  <a:pt x="5011" y="1594"/>
                </a:lnTo>
                <a:close/>
                <a:moveTo>
                  <a:pt x="120" y="1520"/>
                </a:moveTo>
                <a:lnTo>
                  <a:pt x="120" y="1523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9"/>
                </a:lnTo>
                <a:lnTo>
                  <a:pt x="120" y="1530"/>
                </a:lnTo>
                <a:lnTo>
                  <a:pt x="122" y="1534"/>
                </a:lnTo>
                <a:lnTo>
                  <a:pt x="124" y="1536"/>
                </a:lnTo>
                <a:lnTo>
                  <a:pt x="126" y="1538"/>
                </a:lnTo>
                <a:lnTo>
                  <a:pt x="128" y="1540"/>
                </a:lnTo>
                <a:lnTo>
                  <a:pt x="128" y="1534"/>
                </a:lnTo>
                <a:lnTo>
                  <a:pt x="126" y="1530"/>
                </a:lnTo>
                <a:lnTo>
                  <a:pt x="126" y="1527"/>
                </a:lnTo>
                <a:lnTo>
                  <a:pt x="126" y="1525"/>
                </a:lnTo>
                <a:lnTo>
                  <a:pt x="124" y="1523"/>
                </a:lnTo>
                <a:lnTo>
                  <a:pt x="120" y="1520"/>
                </a:lnTo>
                <a:close/>
                <a:moveTo>
                  <a:pt x="5017" y="1509"/>
                </a:moveTo>
                <a:lnTo>
                  <a:pt x="5018" y="1510"/>
                </a:lnTo>
                <a:lnTo>
                  <a:pt x="5018" y="1510"/>
                </a:lnTo>
                <a:lnTo>
                  <a:pt x="5020" y="1512"/>
                </a:lnTo>
                <a:lnTo>
                  <a:pt x="5020" y="1512"/>
                </a:lnTo>
                <a:lnTo>
                  <a:pt x="5024" y="1512"/>
                </a:lnTo>
                <a:lnTo>
                  <a:pt x="5022" y="1512"/>
                </a:lnTo>
                <a:lnTo>
                  <a:pt x="5022" y="1510"/>
                </a:lnTo>
                <a:lnTo>
                  <a:pt x="5020" y="1510"/>
                </a:lnTo>
                <a:lnTo>
                  <a:pt x="5018" y="1510"/>
                </a:lnTo>
                <a:lnTo>
                  <a:pt x="5017" y="1509"/>
                </a:lnTo>
                <a:close/>
                <a:moveTo>
                  <a:pt x="4991" y="1492"/>
                </a:moveTo>
                <a:lnTo>
                  <a:pt x="4995" y="1510"/>
                </a:lnTo>
                <a:lnTo>
                  <a:pt x="5000" y="1523"/>
                </a:lnTo>
                <a:lnTo>
                  <a:pt x="5006" y="1536"/>
                </a:lnTo>
                <a:lnTo>
                  <a:pt x="5011" y="1549"/>
                </a:lnTo>
                <a:lnTo>
                  <a:pt x="5015" y="1549"/>
                </a:lnTo>
                <a:lnTo>
                  <a:pt x="5017" y="1532"/>
                </a:lnTo>
                <a:lnTo>
                  <a:pt x="5008" y="1521"/>
                </a:lnTo>
                <a:lnTo>
                  <a:pt x="5002" y="1509"/>
                </a:lnTo>
                <a:lnTo>
                  <a:pt x="5000" y="1492"/>
                </a:lnTo>
                <a:lnTo>
                  <a:pt x="4991" y="1492"/>
                </a:lnTo>
                <a:close/>
                <a:moveTo>
                  <a:pt x="120" y="1467"/>
                </a:moveTo>
                <a:lnTo>
                  <a:pt x="122" y="1469"/>
                </a:lnTo>
                <a:lnTo>
                  <a:pt x="124" y="1470"/>
                </a:lnTo>
                <a:lnTo>
                  <a:pt x="126" y="1470"/>
                </a:lnTo>
                <a:lnTo>
                  <a:pt x="128" y="1469"/>
                </a:lnTo>
                <a:lnTo>
                  <a:pt x="131" y="1467"/>
                </a:lnTo>
                <a:lnTo>
                  <a:pt x="120" y="1467"/>
                </a:lnTo>
                <a:close/>
                <a:moveTo>
                  <a:pt x="4993" y="1429"/>
                </a:moveTo>
                <a:lnTo>
                  <a:pt x="4988" y="1452"/>
                </a:lnTo>
                <a:lnTo>
                  <a:pt x="4991" y="1456"/>
                </a:lnTo>
                <a:lnTo>
                  <a:pt x="4993" y="1460"/>
                </a:lnTo>
                <a:lnTo>
                  <a:pt x="4997" y="1465"/>
                </a:lnTo>
                <a:lnTo>
                  <a:pt x="5004" y="1465"/>
                </a:lnTo>
                <a:lnTo>
                  <a:pt x="5004" y="1461"/>
                </a:lnTo>
                <a:lnTo>
                  <a:pt x="4997" y="1452"/>
                </a:lnTo>
                <a:lnTo>
                  <a:pt x="4997" y="1441"/>
                </a:lnTo>
                <a:lnTo>
                  <a:pt x="5000" y="1429"/>
                </a:lnTo>
                <a:lnTo>
                  <a:pt x="4993" y="1429"/>
                </a:lnTo>
                <a:close/>
                <a:moveTo>
                  <a:pt x="3935" y="785"/>
                </a:moveTo>
                <a:lnTo>
                  <a:pt x="3935" y="789"/>
                </a:lnTo>
                <a:lnTo>
                  <a:pt x="3937" y="792"/>
                </a:lnTo>
                <a:lnTo>
                  <a:pt x="3937" y="794"/>
                </a:lnTo>
                <a:lnTo>
                  <a:pt x="3937" y="794"/>
                </a:lnTo>
                <a:lnTo>
                  <a:pt x="3937" y="794"/>
                </a:lnTo>
                <a:lnTo>
                  <a:pt x="3938" y="796"/>
                </a:lnTo>
                <a:lnTo>
                  <a:pt x="3942" y="798"/>
                </a:lnTo>
                <a:lnTo>
                  <a:pt x="3942" y="785"/>
                </a:lnTo>
                <a:lnTo>
                  <a:pt x="3935" y="785"/>
                </a:lnTo>
                <a:close/>
                <a:moveTo>
                  <a:pt x="3809" y="703"/>
                </a:moveTo>
                <a:lnTo>
                  <a:pt x="3806" y="712"/>
                </a:lnTo>
                <a:lnTo>
                  <a:pt x="3808" y="709"/>
                </a:lnTo>
                <a:lnTo>
                  <a:pt x="3809" y="707"/>
                </a:lnTo>
                <a:lnTo>
                  <a:pt x="3809" y="705"/>
                </a:lnTo>
                <a:lnTo>
                  <a:pt x="3809" y="705"/>
                </a:lnTo>
                <a:lnTo>
                  <a:pt x="3809" y="703"/>
                </a:lnTo>
                <a:close/>
                <a:moveTo>
                  <a:pt x="3918" y="660"/>
                </a:moveTo>
                <a:lnTo>
                  <a:pt x="3911" y="670"/>
                </a:lnTo>
                <a:lnTo>
                  <a:pt x="3900" y="676"/>
                </a:lnTo>
                <a:lnTo>
                  <a:pt x="3888" y="680"/>
                </a:lnTo>
                <a:lnTo>
                  <a:pt x="3875" y="680"/>
                </a:lnTo>
                <a:lnTo>
                  <a:pt x="3864" y="683"/>
                </a:lnTo>
                <a:lnTo>
                  <a:pt x="3853" y="692"/>
                </a:lnTo>
                <a:lnTo>
                  <a:pt x="3853" y="694"/>
                </a:lnTo>
                <a:lnTo>
                  <a:pt x="3853" y="696"/>
                </a:lnTo>
                <a:lnTo>
                  <a:pt x="3853" y="698"/>
                </a:lnTo>
                <a:lnTo>
                  <a:pt x="3853" y="700"/>
                </a:lnTo>
                <a:lnTo>
                  <a:pt x="3851" y="701"/>
                </a:lnTo>
                <a:lnTo>
                  <a:pt x="3849" y="703"/>
                </a:lnTo>
                <a:lnTo>
                  <a:pt x="3844" y="710"/>
                </a:lnTo>
                <a:lnTo>
                  <a:pt x="3838" y="716"/>
                </a:lnTo>
                <a:lnTo>
                  <a:pt x="3831" y="720"/>
                </a:lnTo>
                <a:lnTo>
                  <a:pt x="3826" y="725"/>
                </a:lnTo>
                <a:lnTo>
                  <a:pt x="3820" y="732"/>
                </a:lnTo>
                <a:lnTo>
                  <a:pt x="3804" y="732"/>
                </a:lnTo>
                <a:lnTo>
                  <a:pt x="3806" y="716"/>
                </a:lnTo>
                <a:lnTo>
                  <a:pt x="3800" y="716"/>
                </a:lnTo>
                <a:lnTo>
                  <a:pt x="3789" y="725"/>
                </a:lnTo>
                <a:lnTo>
                  <a:pt x="3778" y="730"/>
                </a:lnTo>
                <a:lnTo>
                  <a:pt x="3768" y="740"/>
                </a:lnTo>
                <a:lnTo>
                  <a:pt x="3764" y="752"/>
                </a:lnTo>
                <a:lnTo>
                  <a:pt x="3760" y="767"/>
                </a:lnTo>
                <a:lnTo>
                  <a:pt x="3757" y="781"/>
                </a:lnTo>
                <a:lnTo>
                  <a:pt x="3753" y="783"/>
                </a:lnTo>
                <a:lnTo>
                  <a:pt x="3749" y="787"/>
                </a:lnTo>
                <a:lnTo>
                  <a:pt x="3746" y="790"/>
                </a:lnTo>
                <a:lnTo>
                  <a:pt x="3742" y="792"/>
                </a:lnTo>
                <a:lnTo>
                  <a:pt x="3740" y="796"/>
                </a:lnTo>
                <a:lnTo>
                  <a:pt x="3735" y="832"/>
                </a:lnTo>
                <a:lnTo>
                  <a:pt x="3724" y="838"/>
                </a:lnTo>
                <a:lnTo>
                  <a:pt x="3715" y="849"/>
                </a:lnTo>
                <a:lnTo>
                  <a:pt x="3708" y="863"/>
                </a:lnTo>
                <a:lnTo>
                  <a:pt x="3702" y="878"/>
                </a:lnTo>
                <a:lnTo>
                  <a:pt x="3711" y="878"/>
                </a:lnTo>
                <a:lnTo>
                  <a:pt x="3711" y="872"/>
                </a:lnTo>
                <a:lnTo>
                  <a:pt x="3718" y="863"/>
                </a:lnTo>
                <a:lnTo>
                  <a:pt x="3726" y="852"/>
                </a:lnTo>
                <a:lnTo>
                  <a:pt x="3731" y="843"/>
                </a:lnTo>
                <a:lnTo>
                  <a:pt x="3740" y="838"/>
                </a:lnTo>
                <a:lnTo>
                  <a:pt x="3757" y="832"/>
                </a:lnTo>
                <a:lnTo>
                  <a:pt x="3760" y="841"/>
                </a:lnTo>
                <a:lnTo>
                  <a:pt x="3764" y="849"/>
                </a:lnTo>
                <a:lnTo>
                  <a:pt x="3769" y="854"/>
                </a:lnTo>
                <a:lnTo>
                  <a:pt x="3771" y="865"/>
                </a:lnTo>
                <a:lnTo>
                  <a:pt x="3762" y="881"/>
                </a:lnTo>
                <a:lnTo>
                  <a:pt x="3758" y="898"/>
                </a:lnTo>
                <a:lnTo>
                  <a:pt x="3760" y="912"/>
                </a:lnTo>
                <a:lnTo>
                  <a:pt x="3762" y="927"/>
                </a:lnTo>
                <a:lnTo>
                  <a:pt x="3760" y="941"/>
                </a:lnTo>
                <a:lnTo>
                  <a:pt x="3758" y="943"/>
                </a:lnTo>
                <a:lnTo>
                  <a:pt x="3755" y="947"/>
                </a:lnTo>
                <a:lnTo>
                  <a:pt x="3751" y="950"/>
                </a:lnTo>
                <a:lnTo>
                  <a:pt x="3748" y="952"/>
                </a:lnTo>
                <a:lnTo>
                  <a:pt x="3746" y="956"/>
                </a:lnTo>
                <a:lnTo>
                  <a:pt x="3744" y="958"/>
                </a:lnTo>
                <a:lnTo>
                  <a:pt x="3744" y="1001"/>
                </a:lnTo>
                <a:lnTo>
                  <a:pt x="3742" y="1020"/>
                </a:lnTo>
                <a:lnTo>
                  <a:pt x="3742" y="1043"/>
                </a:lnTo>
                <a:lnTo>
                  <a:pt x="3740" y="1069"/>
                </a:lnTo>
                <a:lnTo>
                  <a:pt x="3737" y="1089"/>
                </a:lnTo>
                <a:lnTo>
                  <a:pt x="3735" y="1103"/>
                </a:lnTo>
                <a:lnTo>
                  <a:pt x="3738" y="1109"/>
                </a:lnTo>
                <a:lnTo>
                  <a:pt x="3742" y="1114"/>
                </a:lnTo>
                <a:lnTo>
                  <a:pt x="3748" y="1120"/>
                </a:lnTo>
                <a:lnTo>
                  <a:pt x="3751" y="1125"/>
                </a:lnTo>
                <a:lnTo>
                  <a:pt x="3755" y="1130"/>
                </a:lnTo>
                <a:lnTo>
                  <a:pt x="3751" y="1163"/>
                </a:lnTo>
                <a:lnTo>
                  <a:pt x="3755" y="1187"/>
                </a:lnTo>
                <a:lnTo>
                  <a:pt x="3760" y="1212"/>
                </a:lnTo>
                <a:lnTo>
                  <a:pt x="3769" y="1236"/>
                </a:lnTo>
                <a:lnTo>
                  <a:pt x="3778" y="1258"/>
                </a:lnTo>
                <a:lnTo>
                  <a:pt x="3791" y="1272"/>
                </a:lnTo>
                <a:lnTo>
                  <a:pt x="3797" y="1276"/>
                </a:lnTo>
                <a:lnTo>
                  <a:pt x="3802" y="1278"/>
                </a:lnTo>
                <a:lnTo>
                  <a:pt x="3806" y="1278"/>
                </a:lnTo>
                <a:lnTo>
                  <a:pt x="3811" y="1276"/>
                </a:lnTo>
                <a:lnTo>
                  <a:pt x="3829" y="1270"/>
                </a:lnTo>
                <a:lnTo>
                  <a:pt x="3848" y="1261"/>
                </a:lnTo>
                <a:lnTo>
                  <a:pt x="3860" y="1252"/>
                </a:lnTo>
                <a:lnTo>
                  <a:pt x="3866" y="1241"/>
                </a:lnTo>
                <a:lnTo>
                  <a:pt x="3873" y="1223"/>
                </a:lnTo>
                <a:lnTo>
                  <a:pt x="3882" y="1200"/>
                </a:lnTo>
                <a:lnTo>
                  <a:pt x="3889" y="1176"/>
                </a:lnTo>
                <a:lnTo>
                  <a:pt x="3895" y="1150"/>
                </a:lnTo>
                <a:lnTo>
                  <a:pt x="3898" y="1129"/>
                </a:lnTo>
                <a:lnTo>
                  <a:pt x="3897" y="1110"/>
                </a:lnTo>
                <a:lnTo>
                  <a:pt x="3886" y="1078"/>
                </a:lnTo>
                <a:lnTo>
                  <a:pt x="3873" y="1047"/>
                </a:lnTo>
                <a:lnTo>
                  <a:pt x="3857" y="1018"/>
                </a:lnTo>
                <a:lnTo>
                  <a:pt x="3849" y="1018"/>
                </a:lnTo>
                <a:lnTo>
                  <a:pt x="3846" y="1005"/>
                </a:lnTo>
                <a:lnTo>
                  <a:pt x="3849" y="996"/>
                </a:lnTo>
                <a:lnTo>
                  <a:pt x="3853" y="985"/>
                </a:lnTo>
                <a:lnTo>
                  <a:pt x="3858" y="974"/>
                </a:lnTo>
                <a:lnTo>
                  <a:pt x="3857" y="961"/>
                </a:lnTo>
                <a:lnTo>
                  <a:pt x="3855" y="961"/>
                </a:lnTo>
                <a:lnTo>
                  <a:pt x="3853" y="960"/>
                </a:lnTo>
                <a:lnTo>
                  <a:pt x="3851" y="958"/>
                </a:lnTo>
                <a:lnTo>
                  <a:pt x="3848" y="956"/>
                </a:lnTo>
                <a:lnTo>
                  <a:pt x="3846" y="954"/>
                </a:lnTo>
                <a:lnTo>
                  <a:pt x="3844" y="954"/>
                </a:lnTo>
                <a:lnTo>
                  <a:pt x="3844" y="940"/>
                </a:lnTo>
                <a:lnTo>
                  <a:pt x="3851" y="927"/>
                </a:lnTo>
                <a:lnTo>
                  <a:pt x="3858" y="916"/>
                </a:lnTo>
                <a:lnTo>
                  <a:pt x="3866" y="905"/>
                </a:lnTo>
                <a:lnTo>
                  <a:pt x="3862" y="845"/>
                </a:lnTo>
                <a:lnTo>
                  <a:pt x="3877" y="838"/>
                </a:lnTo>
                <a:lnTo>
                  <a:pt x="3880" y="829"/>
                </a:lnTo>
                <a:lnTo>
                  <a:pt x="3880" y="820"/>
                </a:lnTo>
                <a:lnTo>
                  <a:pt x="3882" y="812"/>
                </a:lnTo>
                <a:lnTo>
                  <a:pt x="3886" y="805"/>
                </a:lnTo>
                <a:lnTo>
                  <a:pt x="3902" y="805"/>
                </a:lnTo>
                <a:lnTo>
                  <a:pt x="3909" y="781"/>
                </a:lnTo>
                <a:lnTo>
                  <a:pt x="3922" y="769"/>
                </a:lnTo>
                <a:lnTo>
                  <a:pt x="3938" y="758"/>
                </a:lnTo>
                <a:lnTo>
                  <a:pt x="3953" y="747"/>
                </a:lnTo>
                <a:lnTo>
                  <a:pt x="3968" y="736"/>
                </a:lnTo>
                <a:lnTo>
                  <a:pt x="3962" y="723"/>
                </a:lnTo>
                <a:lnTo>
                  <a:pt x="3964" y="709"/>
                </a:lnTo>
                <a:lnTo>
                  <a:pt x="3971" y="698"/>
                </a:lnTo>
                <a:lnTo>
                  <a:pt x="3980" y="689"/>
                </a:lnTo>
                <a:lnTo>
                  <a:pt x="3991" y="685"/>
                </a:lnTo>
                <a:lnTo>
                  <a:pt x="3991" y="680"/>
                </a:lnTo>
                <a:lnTo>
                  <a:pt x="3978" y="676"/>
                </a:lnTo>
                <a:lnTo>
                  <a:pt x="3966" y="670"/>
                </a:lnTo>
                <a:lnTo>
                  <a:pt x="3955" y="665"/>
                </a:lnTo>
                <a:lnTo>
                  <a:pt x="3938" y="661"/>
                </a:lnTo>
                <a:lnTo>
                  <a:pt x="3918" y="660"/>
                </a:lnTo>
                <a:close/>
                <a:moveTo>
                  <a:pt x="295" y="238"/>
                </a:moveTo>
                <a:lnTo>
                  <a:pt x="297" y="238"/>
                </a:lnTo>
                <a:lnTo>
                  <a:pt x="298" y="240"/>
                </a:lnTo>
                <a:lnTo>
                  <a:pt x="298" y="240"/>
                </a:lnTo>
                <a:lnTo>
                  <a:pt x="300" y="240"/>
                </a:lnTo>
                <a:lnTo>
                  <a:pt x="304" y="241"/>
                </a:lnTo>
                <a:lnTo>
                  <a:pt x="302" y="240"/>
                </a:lnTo>
                <a:lnTo>
                  <a:pt x="300" y="240"/>
                </a:lnTo>
                <a:lnTo>
                  <a:pt x="300" y="240"/>
                </a:lnTo>
                <a:lnTo>
                  <a:pt x="298" y="238"/>
                </a:lnTo>
                <a:lnTo>
                  <a:pt x="295" y="238"/>
                </a:lnTo>
                <a:close/>
                <a:moveTo>
                  <a:pt x="458" y="209"/>
                </a:moveTo>
                <a:lnTo>
                  <a:pt x="458" y="216"/>
                </a:lnTo>
                <a:lnTo>
                  <a:pt x="457" y="220"/>
                </a:lnTo>
                <a:lnTo>
                  <a:pt x="455" y="221"/>
                </a:lnTo>
                <a:lnTo>
                  <a:pt x="453" y="225"/>
                </a:lnTo>
                <a:lnTo>
                  <a:pt x="451" y="229"/>
                </a:lnTo>
                <a:lnTo>
                  <a:pt x="458" y="229"/>
                </a:lnTo>
                <a:lnTo>
                  <a:pt x="458" y="221"/>
                </a:lnTo>
                <a:lnTo>
                  <a:pt x="460" y="218"/>
                </a:lnTo>
                <a:lnTo>
                  <a:pt x="462" y="216"/>
                </a:lnTo>
                <a:lnTo>
                  <a:pt x="462" y="214"/>
                </a:lnTo>
                <a:lnTo>
                  <a:pt x="460" y="212"/>
                </a:lnTo>
                <a:lnTo>
                  <a:pt x="458" y="209"/>
                </a:lnTo>
                <a:close/>
                <a:moveTo>
                  <a:pt x="466" y="172"/>
                </a:moveTo>
                <a:lnTo>
                  <a:pt x="464" y="176"/>
                </a:lnTo>
                <a:lnTo>
                  <a:pt x="462" y="178"/>
                </a:lnTo>
                <a:lnTo>
                  <a:pt x="460" y="181"/>
                </a:lnTo>
                <a:lnTo>
                  <a:pt x="460" y="183"/>
                </a:lnTo>
                <a:lnTo>
                  <a:pt x="460" y="187"/>
                </a:lnTo>
                <a:lnTo>
                  <a:pt x="458" y="192"/>
                </a:lnTo>
                <a:lnTo>
                  <a:pt x="468" y="198"/>
                </a:lnTo>
                <a:lnTo>
                  <a:pt x="466" y="192"/>
                </a:lnTo>
                <a:lnTo>
                  <a:pt x="466" y="189"/>
                </a:lnTo>
                <a:lnTo>
                  <a:pt x="466" y="185"/>
                </a:lnTo>
                <a:lnTo>
                  <a:pt x="466" y="181"/>
                </a:lnTo>
                <a:lnTo>
                  <a:pt x="468" y="178"/>
                </a:lnTo>
                <a:lnTo>
                  <a:pt x="468" y="174"/>
                </a:lnTo>
                <a:lnTo>
                  <a:pt x="466" y="172"/>
                </a:lnTo>
                <a:close/>
                <a:moveTo>
                  <a:pt x="513" y="0"/>
                </a:moveTo>
                <a:lnTo>
                  <a:pt x="529" y="10"/>
                </a:lnTo>
                <a:lnTo>
                  <a:pt x="553" y="20"/>
                </a:lnTo>
                <a:lnTo>
                  <a:pt x="580" y="25"/>
                </a:lnTo>
                <a:lnTo>
                  <a:pt x="608" y="29"/>
                </a:lnTo>
                <a:lnTo>
                  <a:pt x="635" y="34"/>
                </a:lnTo>
                <a:lnTo>
                  <a:pt x="657" y="40"/>
                </a:lnTo>
                <a:lnTo>
                  <a:pt x="740" y="65"/>
                </a:lnTo>
                <a:lnTo>
                  <a:pt x="824" y="85"/>
                </a:lnTo>
                <a:lnTo>
                  <a:pt x="911" y="101"/>
                </a:lnTo>
                <a:lnTo>
                  <a:pt x="998" y="118"/>
                </a:lnTo>
                <a:lnTo>
                  <a:pt x="1088" y="138"/>
                </a:lnTo>
                <a:lnTo>
                  <a:pt x="1158" y="152"/>
                </a:lnTo>
                <a:lnTo>
                  <a:pt x="1233" y="165"/>
                </a:lnTo>
                <a:lnTo>
                  <a:pt x="1309" y="178"/>
                </a:lnTo>
                <a:lnTo>
                  <a:pt x="1386" y="192"/>
                </a:lnTo>
                <a:lnTo>
                  <a:pt x="1457" y="210"/>
                </a:lnTo>
                <a:lnTo>
                  <a:pt x="1549" y="218"/>
                </a:lnTo>
                <a:lnTo>
                  <a:pt x="1602" y="229"/>
                </a:lnTo>
                <a:lnTo>
                  <a:pt x="1660" y="236"/>
                </a:lnTo>
                <a:lnTo>
                  <a:pt x="1717" y="243"/>
                </a:lnTo>
                <a:lnTo>
                  <a:pt x="1771" y="254"/>
                </a:lnTo>
                <a:lnTo>
                  <a:pt x="1904" y="261"/>
                </a:lnTo>
                <a:lnTo>
                  <a:pt x="1949" y="270"/>
                </a:lnTo>
                <a:lnTo>
                  <a:pt x="2000" y="276"/>
                </a:lnTo>
                <a:lnTo>
                  <a:pt x="2053" y="280"/>
                </a:lnTo>
                <a:lnTo>
                  <a:pt x="2104" y="283"/>
                </a:lnTo>
                <a:lnTo>
                  <a:pt x="2149" y="290"/>
                </a:lnTo>
                <a:lnTo>
                  <a:pt x="2228" y="290"/>
                </a:lnTo>
                <a:lnTo>
                  <a:pt x="2262" y="296"/>
                </a:lnTo>
                <a:lnTo>
                  <a:pt x="2300" y="294"/>
                </a:lnTo>
                <a:lnTo>
                  <a:pt x="2338" y="294"/>
                </a:lnTo>
                <a:lnTo>
                  <a:pt x="2378" y="294"/>
                </a:lnTo>
                <a:lnTo>
                  <a:pt x="2417" y="300"/>
                </a:lnTo>
                <a:lnTo>
                  <a:pt x="2437" y="301"/>
                </a:lnTo>
                <a:lnTo>
                  <a:pt x="2458" y="301"/>
                </a:lnTo>
                <a:lnTo>
                  <a:pt x="2484" y="300"/>
                </a:lnTo>
                <a:lnTo>
                  <a:pt x="2506" y="303"/>
                </a:lnTo>
                <a:lnTo>
                  <a:pt x="2548" y="309"/>
                </a:lnTo>
                <a:lnTo>
                  <a:pt x="2595" y="310"/>
                </a:lnTo>
                <a:lnTo>
                  <a:pt x="2642" y="310"/>
                </a:lnTo>
                <a:lnTo>
                  <a:pt x="2691" y="310"/>
                </a:lnTo>
                <a:lnTo>
                  <a:pt x="2762" y="314"/>
                </a:lnTo>
                <a:lnTo>
                  <a:pt x="2835" y="312"/>
                </a:lnTo>
                <a:lnTo>
                  <a:pt x="2908" y="312"/>
                </a:lnTo>
                <a:lnTo>
                  <a:pt x="2978" y="312"/>
                </a:lnTo>
                <a:lnTo>
                  <a:pt x="2978" y="260"/>
                </a:lnTo>
                <a:lnTo>
                  <a:pt x="3011" y="263"/>
                </a:lnTo>
                <a:lnTo>
                  <a:pt x="3013" y="267"/>
                </a:lnTo>
                <a:lnTo>
                  <a:pt x="3015" y="269"/>
                </a:lnTo>
                <a:lnTo>
                  <a:pt x="3015" y="270"/>
                </a:lnTo>
                <a:lnTo>
                  <a:pt x="3017" y="272"/>
                </a:lnTo>
                <a:lnTo>
                  <a:pt x="3020" y="272"/>
                </a:lnTo>
                <a:lnTo>
                  <a:pt x="3024" y="276"/>
                </a:lnTo>
                <a:lnTo>
                  <a:pt x="3026" y="303"/>
                </a:lnTo>
                <a:lnTo>
                  <a:pt x="3029" y="329"/>
                </a:lnTo>
                <a:lnTo>
                  <a:pt x="3035" y="349"/>
                </a:lnTo>
                <a:lnTo>
                  <a:pt x="3060" y="354"/>
                </a:lnTo>
                <a:lnTo>
                  <a:pt x="3084" y="358"/>
                </a:lnTo>
                <a:lnTo>
                  <a:pt x="3106" y="365"/>
                </a:lnTo>
                <a:lnTo>
                  <a:pt x="3124" y="376"/>
                </a:lnTo>
                <a:lnTo>
                  <a:pt x="3155" y="367"/>
                </a:lnTo>
                <a:lnTo>
                  <a:pt x="3182" y="365"/>
                </a:lnTo>
                <a:lnTo>
                  <a:pt x="3208" y="370"/>
                </a:lnTo>
                <a:lnTo>
                  <a:pt x="3229" y="381"/>
                </a:lnTo>
                <a:lnTo>
                  <a:pt x="3249" y="401"/>
                </a:lnTo>
                <a:lnTo>
                  <a:pt x="3260" y="394"/>
                </a:lnTo>
                <a:lnTo>
                  <a:pt x="3273" y="394"/>
                </a:lnTo>
                <a:lnTo>
                  <a:pt x="3286" y="400"/>
                </a:lnTo>
                <a:lnTo>
                  <a:pt x="3300" y="407"/>
                </a:lnTo>
                <a:lnTo>
                  <a:pt x="3315" y="416"/>
                </a:lnTo>
                <a:lnTo>
                  <a:pt x="3328" y="425"/>
                </a:lnTo>
                <a:lnTo>
                  <a:pt x="3338" y="429"/>
                </a:lnTo>
                <a:lnTo>
                  <a:pt x="3355" y="416"/>
                </a:lnTo>
                <a:lnTo>
                  <a:pt x="3373" y="405"/>
                </a:lnTo>
                <a:lnTo>
                  <a:pt x="3397" y="401"/>
                </a:lnTo>
                <a:lnTo>
                  <a:pt x="3397" y="405"/>
                </a:lnTo>
                <a:lnTo>
                  <a:pt x="3397" y="407"/>
                </a:lnTo>
                <a:lnTo>
                  <a:pt x="3398" y="409"/>
                </a:lnTo>
                <a:lnTo>
                  <a:pt x="3398" y="410"/>
                </a:lnTo>
                <a:lnTo>
                  <a:pt x="3400" y="412"/>
                </a:lnTo>
                <a:lnTo>
                  <a:pt x="3408" y="414"/>
                </a:lnTo>
                <a:lnTo>
                  <a:pt x="3426" y="416"/>
                </a:lnTo>
                <a:lnTo>
                  <a:pt x="3449" y="418"/>
                </a:lnTo>
                <a:lnTo>
                  <a:pt x="3475" y="420"/>
                </a:lnTo>
                <a:lnTo>
                  <a:pt x="3498" y="420"/>
                </a:lnTo>
                <a:lnTo>
                  <a:pt x="3520" y="421"/>
                </a:lnTo>
                <a:lnTo>
                  <a:pt x="3533" y="421"/>
                </a:lnTo>
                <a:lnTo>
                  <a:pt x="3537" y="438"/>
                </a:lnTo>
                <a:lnTo>
                  <a:pt x="3518" y="443"/>
                </a:lnTo>
                <a:lnTo>
                  <a:pt x="3498" y="450"/>
                </a:lnTo>
                <a:lnTo>
                  <a:pt x="3480" y="461"/>
                </a:lnTo>
                <a:lnTo>
                  <a:pt x="3464" y="469"/>
                </a:lnTo>
                <a:lnTo>
                  <a:pt x="3444" y="478"/>
                </a:lnTo>
                <a:lnTo>
                  <a:pt x="3422" y="483"/>
                </a:lnTo>
                <a:lnTo>
                  <a:pt x="3404" y="494"/>
                </a:lnTo>
                <a:lnTo>
                  <a:pt x="3380" y="514"/>
                </a:lnTo>
                <a:lnTo>
                  <a:pt x="3360" y="538"/>
                </a:lnTo>
                <a:lnTo>
                  <a:pt x="3340" y="563"/>
                </a:lnTo>
                <a:lnTo>
                  <a:pt x="3317" y="589"/>
                </a:lnTo>
                <a:lnTo>
                  <a:pt x="3289" y="610"/>
                </a:lnTo>
                <a:lnTo>
                  <a:pt x="3289" y="614"/>
                </a:lnTo>
                <a:lnTo>
                  <a:pt x="3295" y="614"/>
                </a:lnTo>
                <a:lnTo>
                  <a:pt x="3297" y="616"/>
                </a:lnTo>
                <a:lnTo>
                  <a:pt x="3297" y="616"/>
                </a:lnTo>
                <a:lnTo>
                  <a:pt x="3298" y="618"/>
                </a:lnTo>
                <a:lnTo>
                  <a:pt x="3298" y="618"/>
                </a:lnTo>
                <a:lnTo>
                  <a:pt x="3302" y="618"/>
                </a:lnTo>
                <a:lnTo>
                  <a:pt x="3311" y="614"/>
                </a:lnTo>
                <a:lnTo>
                  <a:pt x="3326" y="607"/>
                </a:lnTo>
                <a:lnTo>
                  <a:pt x="3344" y="598"/>
                </a:lnTo>
                <a:lnTo>
                  <a:pt x="3362" y="590"/>
                </a:lnTo>
                <a:lnTo>
                  <a:pt x="3380" y="583"/>
                </a:lnTo>
                <a:lnTo>
                  <a:pt x="3393" y="580"/>
                </a:lnTo>
                <a:lnTo>
                  <a:pt x="3400" y="578"/>
                </a:lnTo>
                <a:lnTo>
                  <a:pt x="3406" y="581"/>
                </a:lnTo>
                <a:lnTo>
                  <a:pt x="3409" y="583"/>
                </a:lnTo>
                <a:lnTo>
                  <a:pt x="3411" y="585"/>
                </a:lnTo>
                <a:lnTo>
                  <a:pt x="3411" y="589"/>
                </a:lnTo>
                <a:lnTo>
                  <a:pt x="3411" y="594"/>
                </a:lnTo>
                <a:lnTo>
                  <a:pt x="3411" y="603"/>
                </a:lnTo>
                <a:lnTo>
                  <a:pt x="3409" y="607"/>
                </a:lnTo>
                <a:lnTo>
                  <a:pt x="3406" y="612"/>
                </a:lnTo>
                <a:lnTo>
                  <a:pt x="3404" y="618"/>
                </a:lnTo>
                <a:lnTo>
                  <a:pt x="3408" y="618"/>
                </a:lnTo>
                <a:lnTo>
                  <a:pt x="3417" y="618"/>
                </a:lnTo>
                <a:lnTo>
                  <a:pt x="3426" y="621"/>
                </a:lnTo>
                <a:lnTo>
                  <a:pt x="3437" y="623"/>
                </a:lnTo>
                <a:lnTo>
                  <a:pt x="3448" y="623"/>
                </a:lnTo>
                <a:lnTo>
                  <a:pt x="3462" y="614"/>
                </a:lnTo>
                <a:lnTo>
                  <a:pt x="3473" y="603"/>
                </a:lnTo>
                <a:lnTo>
                  <a:pt x="3486" y="590"/>
                </a:lnTo>
                <a:lnTo>
                  <a:pt x="3497" y="583"/>
                </a:lnTo>
                <a:lnTo>
                  <a:pt x="3542" y="578"/>
                </a:lnTo>
                <a:lnTo>
                  <a:pt x="3558" y="567"/>
                </a:lnTo>
                <a:lnTo>
                  <a:pt x="3571" y="550"/>
                </a:lnTo>
                <a:lnTo>
                  <a:pt x="3586" y="534"/>
                </a:lnTo>
                <a:lnTo>
                  <a:pt x="3602" y="521"/>
                </a:lnTo>
                <a:lnTo>
                  <a:pt x="3638" y="563"/>
                </a:lnTo>
                <a:lnTo>
                  <a:pt x="3648" y="558"/>
                </a:lnTo>
                <a:lnTo>
                  <a:pt x="3660" y="556"/>
                </a:lnTo>
                <a:lnTo>
                  <a:pt x="3675" y="558"/>
                </a:lnTo>
                <a:lnTo>
                  <a:pt x="3691" y="558"/>
                </a:lnTo>
                <a:lnTo>
                  <a:pt x="3695" y="561"/>
                </a:lnTo>
                <a:lnTo>
                  <a:pt x="3700" y="565"/>
                </a:lnTo>
                <a:lnTo>
                  <a:pt x="3704" y="565"/>
                </a:lnTo>
                <a:lnTo>
                  <a:pt x="3708" y="567"/>
                </a:lnTo>
                <a:lnTo>
                  <a:pt x="3711" y="570"/>
                </a:lnTo>
                <a:lnTo>
                  <a:pt x="3720" y="580"/>
                </a:lnTo>
                <a:lnTo>
                  <a:pt x="3726" y="589"/>
                </a:lnTo>
                <a:lnTo>
                  <a:pt x="3731" y="598"/>
                </a:lnTo>
                <a:lnTo>
                  <a:pt x="3740" y="603"/>
                </a:lnTo>
                <a:lnTo>
                  <a:pt x="3757" y="607"/>
                </a:lnTo>
                <a:lnTo>
                  <a:pt x="3762" y="605"/>
                </a:lnTo>
                <a:lnTo>
                  <a:pt x="3766" y="603"/>
                </a:lnTo>
                <a:lnTo>
                  <a:pt x="3771" y="603"/>
                </a:lnTo>
                <a:lnTo>
                  <a:pt x="3775" y="603"/>
                </a:lnTo>
                <a:lnTo>
                  <a:pt x="3780" y="605"/>
                </a:lnTo>
                <a:lnTo>
                  <a:pt x="3786" y="607"/>
                </a:lnTo>
                <a:lnTo>
                  <a:pt x="3797" y="590"/>
                </a:lnTo>
                <a:lnTo>
                  <a:pt x="3809" y="580"/>
                </a:lnTo>
                <a:lnTo>
                  <a:pt x="3824" y="574"/>
                </a:lnTo>
                <a:lnTo>
                  <a:pt x="3840" y="570"/>
                </a:lnTo>
                <a:lnTo>
                  <a:pt x="3860" y="567"/>
                </a:lnTo>
                <a:lnTo>
                  <a:pt x="3882" y="563"/>
                </a:lnTo>
                <a:lnTo>
                  <a:pt x="3897" y="558"/>
                </a:lnTo>
                <a:lnTo>
                  <a:pt x="3909" y="550"/>
                </a:lnTo>
                <a:lnTo>
                  <a:pt x="3924" y="545"/>
                </a:lnTo>
                <a:lnTo>
                  <a:pt x="3944" y="543"/>
                </a:lnTo>
                <a:lnTo>
                  <a:pt x="3944" y="583"/>
                </a:lnTo>
                <a:lnTo>
                  <a:pt x="3964" y="581"/>
                </a:lnTo>
                <a:lnTo>
                  <a:pt x="3980" y="580"/>
                </a:lnTo>
                <a:lnTo>
                  <a:pt x="3995" y="578"/>
                </a:lnTo>
                <a:lnTo>
                  <a:pt x="4013" y="576"/>
                </a:lnTo>
                <a:lnTo>
                  <a:pt x="4017" y="587"/>
                </a:lnTo>
                <a:lnTo>
                  <a:pt x="4022" y="603"/>
                </a:lnTo>
                <a:lnTo>
                  <a:pt x="4029" y="616"/>
                </a:lnTo>
                <a:lnTo>
                  <a:pt x="4037" y="621"/>
                </a:lnTo>
                <a:lnTo>
                  <a:pt x="4048" y="625"/>
                </a:lnTo>
                <a:lnTo>
                  <a:pt x="4058" y="630"/>
                </a:lnTo>
                <a:lnTo>
                  <a:pt x="4069" y="636"/>
                </a:lnTo>
                <a:lnTo>
                  <a:pt x="4077" y="643"/>
                </a:lnTo>
                <a:lnTo>
                  <a:pt x="4082" y="656"/>
                </a:lnTo>
                <a:lnTo>
                  <a:pt x="4066" y="660"/>
                </a:lnTo>
                <a:lnTo>
                  <a:pt x="4046" y="660"/>
                </a:lnTo>
                <a:lnTo>
                  <a:pt x="4024" y="660"/>
                </a:lnTo>
                <a:lnTo>
                  <a:pt x="4004" y="660"/>
                </a:lnTo>
                <a:lnTo>
                  <a:pt x="4004" y="680"/>
                </a:lnTo>
                <a:lnTo>
                  <a:pt x="4048" y="700"/>
                </a:lnTo>
                <a:lnTo>
                  <a:pt x="4093" y="716"/>
                </a:lnTo>
                <a:lnTo>
                  <a:pt x="4142" y="729"/>
                </a:lnTo>
                <a:lnTo>
                  <a:pt x="4146" y="740"/>
                </a:lnTo>
                <a:lnTo>
                  <a:pt x="4149" y="747"/>
                </a:lnTo>
                <a:lnTo>
                  <a:pt x="4151" y="756"/>
                </a:lnTo>
                <a:lnTo>
                  <a:pt x="4155" y="769"/>
                </a:lnTo>
                <a:lnTo>
                  <a:pt x="4151" y="770"/>
                </a:lnTo>
                <a:lnTo>
                  <a:pt x="4149" y="772"/>
                </a:lnTo>
                <a:lnTo>
                  <a:pt x="4149" y="774"/>
                </a:lnTo>
                <a:lnTo>
                  <a:pt x="4148" y="776"/>
                </a:lnTo>
                <a:lnTo>
                  <a:pt x="4148" y="778"/>
                </a:lnTo>
                <a:lnTo>
                  <a:pt x="4146" y="781"/>
                </a:lnTo>
                <a:lnTo>
                  <a:pt x="4157" y="794"/>
                </a:lnTo>
                <a:lnTo>
                  <a:pt x="4164" y="810"/>
                </a:lnTo>
                <a:lnTo>
                  <a:pt x="4168" y="830"/>
                </a:lnTo>
                <a:lnTo>
                  <a:pt x="4169" y="852"/>
                </a:lnTo>
                <a:lnTo>
                  <a:pt x="4169" y="874"/>
                </a:lnTo>
                <a:lnTo>
                  <a:pt x="4158" y="874"/>
                </a:lnTo>
                <a:lnTo>
                  <a:pt x="4153" y="887"/>
                </a:lnTo>
                <a:lnTo>
                  <a:pt x="4151" y="901"/>
                </a:lnTo>
                <a:lnTo>
                  <a:pt x="4146" y="914"/>
                </a:lnTo>
                <a:lnTo>
                  <a:pt x="4138" y="921"/>
                </a:lnTo>
                <a:lnTo>
                  <a:pt x="4133" y="927"/>
                </a:lnTo>
                <a:lnTo>
                  <a:pt x="4128" y="929"/>
                </a:lnTo>
                <a:lnTo>
                  <a:pt x="4124" y="934"/>
                </a:lnTo>
                <a:lnTo>
                  <a:pt x="4122" y="943"/>
                </a:lnTo>
                <a:lnTo>
                  <a:pt x="4120" y="960"/>
                </a:lnTo>
                <a:lnTo>
                  <a:pt x="4126" y="960"/>
                </a:lnTo>
                <a:lnTo>
                  <a:pt x="4129" y="961"/>
                </a:lnTo>
                <a:lnTo>
                  <a:pt x="4135" y="961"/>
                </a:lnTo>
                <a:lnTo>
                  <a:pt x="4140" y="963"/>
                </a:lnTo>
                <a:lnTo>
                  <a:pt x="4157" y="940"/>
                </a:lnTo>
                <a:lnTo>
                  <a:pt x="4177" y="918"/>
                </a:lnTo>
                <a:lnTo>
                  <a:pt x="4204" y="901"/>
                </a:lnTo>
                <a:lnTo>
                  <a:pt x="4235" y="894"/>
                </a:lnTo>
                <a:lnTo>
                  <a:pt x="4240" y="901"/>
                </a:lnTo>
                <a:lnTo>
                  <a:pt x="4246" y="907"/>
                </a:lnTo>
                <a:lnTo>
                  <a:pt x="4253" y="912"/>
                </a:lnTo>
                <a:lnTo>
                  <a:pt x="4258" y="916"/>
                </a:lnTo>
                <a:lnTo>
                  <a:pt x="4262" y="923"/>
                </a:lnTo>
                <a:lnTo>
                  <a:pt x="4268" y="936"/>
                </a:lnTo>
                <a:lnTo>
                  <a:pt x="4268" y="950"/>
                </a:lnTo>
                <a:lnTo>
                  <a:pt x="4271" y="967"/>
                </a:lnTo>
                <a:lnTo>
                  <a:pt x="4275" y="981"/>
                </a:lnTo>
                <a:lnTo>
                  <a:pt x="4282" y="1000"/>
                </a:lnTo>
                <a:lnTo>
                  <a:pt x="4288" y="1018"/>
                </a:lnTo>
                <a:lnTo>
                  <a:pt x="4295" y="1032"/>
                </a:lnTo>
                <a:lnTo>
                  <a:pt x="4302" y="1032"/>
                </a:lnTo>
                <a:lnTo>
                  <a:pt x="4306" y="1041"/>
                </a:lnTo>
                <a:lnTo>
                  <a:pt x="4306" y="1056"/>
                </a:lnTo>
                <a:lnTo>
                  <a:pt x="4304" y="1072"/>
                </a:lnTo>
                <a:lnTo>
                  <a:pt x="4300" y="1085"/>
                </a:lnTo>
                <a:lnTo>
                  <a:pt x="4298" y="1092"/>
                </a:lnTo>
                <a:lnTo>
                  <a:pt x="4297" y="1100"/>
                </a:lnTo>
                <a:lnTo>
                  <a:pt x="4293" y="1105"/>
                </a:lnTo>
                <a:lnTo>
                  <a:pt x="4289" y="1109"/>
                </a:lnTo>
                <a:lnTo>
                  <a:pt x="4282" y="1110"/>
                </a:lnTo>
                <a:lnTo>
                  <a:pt x="4275" y="1112"/>
                </a:lnTo>
                <a:lnTo>
                  <a:pt x="4273" y="1109"/>
                </a:lnTo>
                <a:lnTo>
                  <a:pt x="4273" y="1105"/>
                </a:lnTo>
                <a:lnTo>
                  <a:pt x="4273" y="1103"/>
                </a:lnTo>
                <a:lnTo>
                  <a:pt x="4271" y="1101"/>
                </a:lnTo>
                <a:lnTo>
                  <a:pt x="4269" y="1100"/>
                </a:lnTo>
                <a:lnTo>
                  <a:pt x="4269" y="1109"/>
                </a:lnTo>
                <a:lnTo>
                  <a:pt x="4268" y="1112"/>
                </a:lnTo>
                <a:lnTo>
                  <a:pt x="4262" y="1116"/>
                </a:lnTo>
                <a:lnTo>
                  <a:pt x="4258" y="1120"/>
                </a:lnTo>
                <a:lnTo>
                  <a:pt x="4253" y="1123"/>
                </a:lnTo>
                <a:lnTo>
                  <a:pt x="4249" y="1129"/>
                </a:lnTo>
                <a:lnTo>
                  <a:pt x="4229" y="1145"/>
                </a:lnTo>
                <a:lnTo>
                  <a:pt x="4229" y="1185"/>
                </a:lnTo>
                <a:lnTo>
                  <a:pt x="4224" y="1194"/>
                </a:lnTo>
                <a:lnTo>
                  <a:pt x="4218" y="1201"/>
                </a:lnTo>
                <a:lnTo>
                  <a:pt x="4213" y="1210"/>
                </a:lnTo>
                <a:lnTo>
                  <a:pt x="4209" y="1225"/>
                </a:lnTo>
                <a:lnTo>
                  <a:pt x="4233" y="1229"/>
                </a:lnTo>
                <a:lnTo>
                  <a:pt x="4251" y="1234"/>
                </a:lnTo>
                <a:lnTo>
                  <a:pt x="4269" y="1240"/>
                </a:lnTo>
                <a:lnTo>
                  <a:pt x="4288" y="1245"/>
                </a:lnTo>
                <a:lnTo>
                  <a:pt x="4309" y="1249"/>
                </a:lnTo>
                <a:lnTo>
                  <a:pt x="4322" y="1240"/>
                </a:lnTo>
                <a:lnTo>
                  <a:pt x="4333" y="1234"/>
                </a:lnTo>
                <a:lnTo>
                  <a:pt x="4342" y="1234"/>
                </a:lnTo>
                <a:lnTo>
                  <a:pt x="4351" y="1234"/>
                </a:lnTo>
                <a:lnTo>
                  <a:pt x="4362" y="1234"/>
                </a:lnTo>
                <a:lnTo>
                  <a:pt x="4375" y="1229"/>
                </a:lnTo>
                <a:lnTo>
                  <a:pt x="4389" y="1218"/>
                </a:lnTo>
                <a:lnTo>
                  <a:pt x="4404" y="1200"/>
                </a:lnTo>
                <a:lnTo>
                  <a:pt x="4417" y="1183"/>
                </a:lnTo>
                <a:lnTo>
                  <a:pt x="4433" y="1169"/>
                </a:lnTo>
                <a:lnTo>
                  <a:pt x="4464" y="1152"/>
                </a:lnTo>
                <a:lnTo>
                  <a:pt x="4497" y="1132"/>
                </a:lnTo>
                <a:lnTo>
                  <a:pt x="4531" y="1110"/>
                </a:lnTo>
                <a:lnTo>
                  <a:pt x="4562" y="1087"/>
                </a:lnTo>
                <a:lnTo>
                  <a:pt x="4591" y="1061"/>
                </a:lnTo>
                <a:lnTo>
                  <a:pt x="4613" y="1032"/>
                </a:lnTo>
                <a:lnTo>
                  <a:pt x="4629" y="1000"/>
                </a:lnTo>
                <a:lnTo>
                  <a:pt x="4626" y="996"/>
                </a:lnTo>
                <a:lnTo>
                  <a:pt x="4624" y="990"/>
                </a:lnTo>
                <a:lnTo>
                  <a:pt x="4622" y="983"/>
                </a:lnTo>
                <a:lnTo>
                  <a:pt x="4620" y="976"/>
                </a:lnTo>
                <a:lnTo>
                  <a:pt x="4604" y="976"/>
                </a:lnTo>
                <a:lnTo>
                  <a:pt x="4600" y="940"/>
                </a:lnTo>
                <a:lnTo>
                  <a:pt x="4624" y="927"/>
                </a:lnTo>
                <a:lnTo>
                  <a:pt x="4648" y="916"/>
                </a:lnTo>
                <a:lnTo>
                  <a:pt x="4669" y="910"/>
                </a:lnTo>
                <a:lnTo>
                  <a:pt x="4695" y="907"/>
                </a:lnTo>
                <a:lnTo>
                  <a:pt x="4722" y="907"/>
                </a:lnTo>
                <a:lnTo>
                  <a:pt x="4755" y="912"/>
                </a:lnTo>
                <a:lnTo>
                  <a:pt x="4771" y="905"/>
                </a:lnTo>
                <a:lnTo>
                  <a:pt x="4784" y="900"/>
                </a:lnTo>
                <a:lnTo>
                  <a:pt x="4798" y="896"/>
                </a:lnTo>
                <a:lnTo>
                  <a:pt x="4817" y="896"/>
                </a:lnTo>
                <a:lnTo>
                  <a:pt x="4831" y="876"/>
                </a:lnTo>
                <a:lnTo>
                  <a:pt x="4848" y="852"/>
                </a:lnTo>
                <a:lnTo>
                  <a:pt x="4860" y="827"/>
                </a:lnTo>
                <a:lnTo>
                  <a:pt x="4866" y="800"/>
                </a:lnTo>
                <a:lnTo>
                  <a:pt x="4858" y="789"/>
                </a:lnTo>
                <a:lnTo>
                  <a:pt x="4851" y="776"/>
                </a:lnTo>
                <a:lnTo>
                  <a:pt x="4846" y="760"/>
                </a:lnTo>
                <a:lnTo>
                  <a:pt x="4842" y="743"/>
                </a:lnTo>
                <a:lnTo>
                  <a:pt x="4862" y="725"/>
                </a:lnTo>
                <a:lnTo>
                  <a:pt x="4877" y="705"/>
                </a:lnTo>
                <a:lnTo>
                  <a:pt x="4889" y="683"/>
                </a:lnTo>
                <a:lnTo>
                  <a:pt x="4900" y="660"/>
                </a:lnTo>
                <a:lnTo>
                  <a:pt x="4913" y="636"/>
                </a:lnTo>
                <a:lnTo>
                  <a:pt x="4929" y="614"/>
                </a:lnTo>
                <a:lnTo>
                  <a:pt x="4949" y="598"/>
                </a:lnTo>
                <a:lnTo>
                  <a:pt x="4968" y="589"/>
                </a:lnTo>
                <a:lnTo>
                  <a:pt x="4989" y="583"/>
                </a:lnTo>
                <a:lnTo>
                  <a:pt x="5013" y="581"/>
                </a:lnTo>
                <a:lnTo>
                  <a:pt x="5037" y="578"/>
                </a:lnTo>
                <a:lnTo>
                  <a:pt x="5060" y="572"/>
                </a:lnTo>
                <a:lnTo>
                  <a:pt x="5126" y="550"/>
                </a:lnTo>
                <a:lnTo>
                  <a:pt x="5191" y="532"/>
                </a:lnTo>
                <a:lnTo>
                  <a:pt x="5262" y="516"/>
                </a:lnTo>
                <a:lnTo>
                  <a:pt x="5262" y="480"/>
                </a:lnTo>
                <a:lnTo>
                  <a:pt x="5275" y="478"/>
                </a:lnTo>
                <a:lnTo>
                  <a:pt x="5286" y="474"/>
                </a:lnTo>
                <a:lnTo>
                  <a:pt x="5295" y="467"/>
                </a:lnTo>
                <a:lnTo>
                  <a:pt x="5298" y="456"/>
                </a:lnTo>
                <a:lnTo>
                  <a:pt x="5302" y="454"/>
                </a:lnTo>
                <a:lnTo>
                  <a:pt x="5304" y="454"/>
                </a:lnTo>
                <a:lnTo>
                  <a:pt x="5308" y="456"/>
                </a:lnTo>
                <a:lnTo>
                  <a:pt x="5309" y="456"/>
                </a:lnTo>
                <a:lnTo>
                  <a:pt x="5311" y="458"/>
                </a:lnTo>
                <a:lnTo>
                  <a:pt x="5315" y="456"/>
                </a:lnTo>
                <a:lnTo>
                  <a:pt x="5313" y="440"/>
                </a:lnTo>
                <a:lnTo>
                  <a:pt x="5320" y="423"/>
                </a:lnTo>
                <a:lnTo>
                  <a:pt x="5329" y="405"/>
                </a:lnTo>
                <a:lnTo>
                  <a:pt x="5337" y="387"/>
                </a:lnTo>
                <a:lnTo>
                  <a:pt x="5335" y="376"/>
                </a:lnTo>
                <a:lnTo>
                  <a:pt x="5333" y="361"/>
                </a:lnTo>
                <a:lnTo>
                  <a:pt x="5331" y="343"/>
                </a:lnTo>
                <a:lnTo>
                  <a:pt x="5331" y="325"/>
                </a:lnTo>
                <a:lnTo>
                  <a:pt x="5333" y="309"/>
                </a:lnTo>
                <a:lnTo>
                  <a:pt x="5333" y="307"/>
                </a:lnTo>
                <a:lnTo>
                  <a:pt x="5337" y="305"/>
                </a:lnTo>
                <a:lnTo>
                  <a:pt x="5338" y="301"/>
                </a:lnTo>
                <a:lnTo>
                  <a:pt x="5342" y="298"/>
                </a:lnTo>
                <a:lnTo>
                  <a:pt x="5344" y="296"/>
                </a:lnTo>
                <a:lnTo>
                  <a:pt x="5346" y="294"/>
                </a:lnTo>
                <a:lnTo>
                  <a:pt x="5344" y="281"/>
                </a:lnTo>
                <a:lnTo>
                  <a:pt x="5338" y="267"/>
                </a:lnTo>
                <a:lnTo>
                  <a:pt x="5337" y="252"/>
                </a:lnTo>
                <a:lnTo>
                  <a:pt x="5344" y="232"/>
                </a:lnTo>
                <a:lnTo>
                  <a:pt x="5353" y="212"/>
                </a:lnTo>
                <a:lnTo>
                  <a:pt x="5362" y="196"/>
                </a:lnTo>
                <a:lnTo>
                  <a:pt x="5368" y="181"/>
                </a:lnTo>
                <a:lnTo>
                  <a:pt x="5369" y="169"/>
                </a:lnTo>
                <a:lnTo>
                  <a:pt x="5371" y="156"/>
                </a:lnTo>
                <a:lnTo>
                  <a:pt x="5377" y="145"/>
                </a:lnTo>
                <a:lnTo>
                  <a:pt x="5384" y="136"/>
                </a:lnTo>
                <a:lnTo>
                  <a:pt x="5395" y="130"/>
                </a:lnTo>
                <a:lnTo>
                  <a:pt x="5400" y="129"/>
                </a:lnTo>
                <a:lnTo>
                  <a:pt x="5406" y="129"/>
                </a:lnTo>
                <a:lnTo>
                  <a:pt x="5411" y="129"/>
                </a:lnTo>
                <a:lnTo>
                  <a:pt x="5418" y="127"/>
                </a:lnTo>
                <a:lnTo>
                  <a:pt x="5424" y="127"/>
                </a:lnTo>
                <a:lnTo>
                  <a:pt x="5426" y="132"/>
                </a:lnTo>
                <a:lnTo>
                  <a:pt x="5426" y="136"/>
                </a:lnTo>
                <a:lnTo>
                  <a:pt x="5424" y="141"/>
                </a:lnTo>
                <a:lnTo>
                  <a:pt x="5424" y="145"/>
                </a:lnTo>
                <a:lnTo>
                  <a:pt x="5424" y="149"/>
                </a:lnTo>
                <a:lnTo>
                  <a:pt x="5424" y="150"/>
                </a:lnTo>
                <a:lnTo>
                  <a:pt x="5428" y="154"/>
                </a:lnTo>
                <a:lnTo>
                  <a:pt x="5433" y="156"/>
                </a:lnTo>
                <a:lnTo>
                  <a:pt x="5451" y="138"/>
                </a:lnTo>
                <a:lnTo>
                  <a:pt x="5478" y="125"/>
                </a:lnTo>
                <a:lnTo>
                  <a:pt x="5509" y="118"/>
                </a:lnTo>
                <a:lnTo>
                  <a:pt x="5522" y="125"/>
                </a:lnTo>
                <a:lnTo>
                  <a:pt x="5537" y="132"/>
                </a:lnTo>
                <a:lnTo>
                  <a:pt x="5551" y="140"/>
                </a:lnTo>
                <a:lnTo>
                  <a:pt x="5558" y="150"/>
                </a:lnTo>
                <a:lnTo>
                  <a:pt x="5573" y="178"/>
                </a:lnTo>
                <a:lnTo>
                  <a:pt x="5584" y="209"/>
                </a:lnTo>
                <a:lnTo>
                  <a:pt x="5595" y="241"/>
                </a:lnTo>
                <a:lnTo>
                  <a:pt x="5604" y="269"/>
                </a:lnTo>
                <a:lnTo>
                  <a:pt x="5606" y="283"/>
                </a:lnTo>
                <a:lnTo>
                  <a:pt x="5608" y="298"/>
                </a:lnTo>
                <a:lnTo>
                  <a:pt x="5611" y="312"/>
                </a:lnTo>
                <a:lnTo>
                  <a:pt x="5618" y="321"/>
                </a:lnTo>
                <a:lnTo>
                  <a:pt x="5629" y="325"/>
                </a:lnTo>
                <a:lnTo>
                  <a:pt x="5642" y="327"/>
                </a:lnTo>
                <a:lnTo>
                  <a:pt x="5651" y="330"/>
                </a:lnTo>
                <a:lnTo>
                  <a:pt x="5658" y="345"/>
                </a:lnTo>
                <a:lnTo>
                  <a:pt x="5662" y="363"/>
                </a:lnTo>
                <a:lnTo>
                  <a:pt x="5668" y="380"/>
                </a:lnTo>
                <a:lnTo>
                  <a:pt x="5673" y="378"/>
                </a:lnTo>
                <a:lnTo>
                  <a:pt x="5678" y="376"/>
                </a:lnTo>
                <a:lnTo>
                  <a:pt x="5684" y="376"/>
                </a:lnTo>
                <a:lnTo>
                  <a:pt x="5693" y="374"/>
                </a:lnTo>
                <a:lnTo>
                  <a:pt x="5697" y="381"/>
                </a:lnTo>
                <a:lnTo>
                  <a:pt x="5702" y="387"/>
                </a:lnTo>
                <a:lnTo>
                  <a:pt x="5708" y="392"/>
                </a:lnTo>
                <a:lnTo>
                  <a:pt x="5717" y="396"/>
                </a:lnTo>
                <a:lnTo>
                  <a:pt x="5717" y="409"/>
                </a:lnTo>
                <a:lnTo>
                  <a:pt x="5718" y="423"/>
                </a:lnTo>
                <a:lnTo>
                  <a:pt x="5720" y="443"/>
                </a:lnTo>
                <a:lnTo>
                  <a:pt x="5704" y="454"/>
                </a:lnTo>
                <a:lnTo>
                  <a:pt x="5686" y="469"/>
                </a:lnTo>
                <a:lnTo>
                  <a:pt x="5668" y="483"/>
                </a:lnTo>
                <a:lnTo>
                  <a:pt x="5653" y="501"/>
                </a:lnTo>
                <a:lnTo>
                  <a:pt x="5646" y="521"/>
                </a:lnTo>
                <a:lnTo>
                  <a:pt x="5633" y="520"/>
                </a:lnTo>
                <a:lnTo>
                  <a:pt x="5624" y="516"/>
                </a:lnTo>
                <a:lnTo>
                  <a:pt x="5613" y="512"/>
                </a:lnTo>
                <a:lnTo>
                  <a:pt x="5609" y="516"/>
                </a:lnTo>
                <a:lnTo>
                  <a:pt x="5606" y="520"/>
                </a:lnTo>
                <a:lnTo>
                  <a:pt x="5600" y="521"/>
                </a:lnTo>
                <a:lnTo>
                  <a:pt x="5597" y="525"/>
                </a:lnTo>
                <a:lnTo>
                  <a:pt x="5600" y="530"/>
                </a:lnTo>
                <a:lnTo>
                  <a:pt x="5602" y="536"/>
                </a:lnTo>
                <a:lnTo>
                  <a:pt x="5604" y="541"/>
                </a:lnTo>
                <a:lnTo>
                  <a:pt x="5604" y="549"/>
                </a:lnTo>
                <a:lnTo>
                  <a:pt x="5560" y="545"/>
                </a:lnTo>
                <a:lnTo>
                  <a:pt x="5558" y="561"/>
                </a:lnTo>
                <a:lnTo>
                  <a:pt x="5558" y="576"/>
                </a:lnTo>
                <a:lnTo>
                  <a:pt x="5558" y="594"/>
                </a:lnTo>
                <a:lnTo>
                  <a:pt x="5555" y="598"/>
                </a:lnTo>
                <a:lnTo>
                  <a:pt x="5551" y="600"/>
                </a:lnTo>
                <a:lnTo>
                  <a:pt x="5548" y="603"/>
                </a:lnTo>
                <a:lnTo>
                  <a:pt x="5546" y="605"/>
                </a:lnTo>
                <a:lnTo>
                  <a:pt x="5540" y="609"/>
                </a:lnTo>
                <a:lnTo>
                  <a:pt x="5535" y="610"/>
                </a:lnTo>
                <a:lnTo>
                  <a:pt x="5533" y="609"/>
                </a:lnTo>
                <a:lnTo>
                  <a:pt x="5531" y="609"/>
                </a:lnTo>
                <a:lnTo>
                  <a:pt x="5531" y="607"/>
                </a:lnTo>
                <a:lnTo>
                  <a:pt x="5529" y="607"/>
                </a:lnTo>
                <a:lnTo>
                  <a:pt x="5526" y="605"/>
                </a:lnTo>
                <a:lnTo>
                  <a:pt x="5524" y="621"/>
                </a:lnTo>
                <a:lnTo>
                  <a:pt x="5517" y="632"/>
                </a:lnTo>
                <a:lnTo>
                  <a:pt x="5509" y="640"/>
                </a:lnTo>
                <a:lnTo>
                  <a:pt x="5502" y="649"/>
                </a:lnTo>
                <a:lnTo>
                  <a:pt x="5493" y="658"/>
                </a:lnTo>
                <a:lnTo>
                  <a:pt x="5484" y="656"/>
                </a:lnTo>
                <a:lnTo>
                  <a:pt x="5478" y="656"/>
                </a:lnTo>
                <a:lnTo>
                  <a:pt x="5471" y="656"/>
                </a:lnTo>
                <a:lnTo>
                  <a:pt x="5460" y="654"/>
                </a:lnTo>
                <a:lnTo>
                  <a:pt x="5460" y="667"/>
                </a:lnTo>
                <a:lnTo>
                  <a:pt x="5462" y="678"/>
                </a:lnTo>
                <a:lnTo>
                  <a:pt x="5458" y="694"/>
                </a:lnTo>
                <a:lnTo>
                  <a:pt x="5453" y="714"/>
                </a:lnTo>
                <a:lnTo>
                  <a:pt x="5446" y="736"/>
                </a:lnTo>
                <a:lnTo>
                  <a:pt x="5440" y="761"/>
                </a:lnTo>
                <a:lnTo>
                  <a:pt x="5437" y="785"/>
                </a:lnTo>
                <a:lnTo>
                  <a:pt x="5438" y="809"/>
                </a:lnTo>
                <a:lnTo>
                  <a:pt x="5462" y="809"/>
                </a:lnTo>
                <a:lnTo>
                  <a:pt x="5462" y="829"/>
                </a:lnTo>
                <a:lnTo>
                  <a:pt x="5457" y="830"/>
                </a:lnTo>
                <a:lnTo>
                  <a:pt x="5451" y="834"/>
                </a:lnTo>
                <a:lnTo>
                  <a:pt x="5446" y="838"/>
                </a:lnTo>
                <a:lnTo>
                  <a:pt x="5442" y="841"/>
                </a:lnTo>
                <a:lnTo>
                  <a:pt x="5438" y="845"/>
                </a:lnTo>
                <a:lnTo>
                  <a:pt x="5438" y="869"/>
                </a:lnTo>
                <a:lnTo>
                  <a:pt x="5455" y="869"/>
                </a:lnTo>
                <a:lnTo>
                  <a:pt x="5466" y="876"/>
                </a:lnTo>
                <a:lnTo>
                  <a:pt x="5477" y="887"/>
                </a:lnTo>
                <a:lnTo>
                  <a:pt x="5486" y="900"/>
                </a:lnTo>
                <a:lnTo>
                  <a:pt x="5495" y="910"/>
                </a:lnTo>
                <a:lnTo>
                  <a:pt x="5508" y="921"/>
                </a:lnTo>
                <a:lnTo>
                  <a:pt x="5522" y="925"/>
                </a:lnTo>
                <a:lnTo>
                  <a:pt x="5528" y="921"/>
                </a:lnTo>
                <a:lnTo>
                  <a:pt x="5531" y="916"/>
                </a:lnTo>
                <a:lnTo>
                  <a:pt x="5533" y="912"/>
                </a:lnTo>
                <a:lnTo>
                  <a:pt x="5537" y="909"/>
                </a:lnTo>
                <a:lnTo>
                  <a:pt x="5540" y="901"/>
                </a:lnTo>
                <a:lnTo>
                  <a:pt x="5528" y="896"/>
                </a:lnTo>
                <a:lnTo>
                  <a:pt x="5517" y="890"/>
                </a:lnTo>
                <a:lnTo>
                  <a:pt x="5502" y="885"/>
                </a:lnTo>
                <a:lnTo>
                  <a:pt x="5504" y="872"/>
                </a:lnTo>
                <a:lnTo>
                  <a:pt x="5513" y="872"/>
                </a:lnTo>
                <a:lnTo>
                  <a:pt x="5520" y="872"/>
                </a:lnTo>
                <a:lnTo>
                  <a:pt x="5526" y="872"/>
                </a:lnTo>
                <a:lnTo>
                  <a:pt x="5537" y="874"/>
                </a:lnTo>
                <a:lnTo>
                  <a:pt x="5544" y="885"/>
                </a:lnTo>
                <a:lnTo>
                  <a:pt x="5553" y="896"/>
                </a:lnTo>
                <a:lnTo>
                  <a:pt x="5560" y="909"/>
                </a:lnTo>
                <a:lnTo>
                  <a:pt x="5564" y="925"/>
                </a:lnTo>
                <a:lnTo>
                  <a:pt x="5546" y="940"/>
                </a:lnTo>
                <a:lnTo>
                  <a:pt x="5526" y="952"/>
                </a:lnTo>
                <a:lnTo>
                  <a:pt x="5506" y="965"/>
                </a:lnTo>
                <a:lnTo>
                  <a:pt x="5482" y="970"/>
                </a:lnTo>
                <a:lnTo>
                  <a:pt x="5482" y="954"/>
                </a:lnTo>
                <a:lnTo>
                  <a:pt x="5478" y="954"/>
                </a:lnTo>
                <a:lnTo>
                  <a:pt x="5478" y="961"/>
                </a:lnTo>
                <a:lnTo>
                  <a:pt x="5468" y="969"/>
                </a:lnTo>
                <a:lnTo>
                  <a:pt x="5462" y="978"/>
                </a:lnTo>
                <a:lnTo>
                  <a:pt x="5455" y="985"/>
                </a:lnTo>
                <a:lnTo>
                  <a:pt x="5446" y="990"/>
                </a:lnTo>
                <a:lnTo>
                  <a:pt x="5433" y="994"/>
                </a:lnTo>
                <a:lnTo>
                  <a:pt x="5433" y="987"/>
                </a:lnTo>
                <a:lnTo>
                  <a:pt x="5429" y="983"/>
                </a:lnTo>
                <a:lnTo>
                  <a:pt x="5428" y="980"/>
                </a:lnTo>
                <a:lnTo>
                  <a:pt x="5426" y="976"/>
                </a:lnTo>
                <a:lnTo>
                  <a:pt x="5426" y="972"/>
                </a:lnTo>
                <a:lnTo>
                  <a:pt x="5424" y="967"/>
                </a:lnTo>
                <a:lnTo>
                  <a:pt x="5420" y="967"/>
                </a:lnTo>
                <a:lnTo>
                  <a:pt x="5418" y="967"/>
                </a:lnTo>
                <a:lnTo>
                  <a:pt x="5417" y="967"/>
                </a:lnTo>
                <a:lnTo>
                  <a:pt x="5415" y="969"/>
                </a:lnTo>
                <a:lnTo>
                  <a:pt x="5413" y="970"/>
                </a:lnTo>
                <a:lnTo>
                  <a:pt x="5418" y="983"/>
                </a:lnTo>
                <a:lnTo>
                  <a:pt x="5422" y="996"/>
                </a:lnTo>
                <a:lnTo>
                  <a:pt x="5420" y="1010"/>
                </a:lnTo>
                <a:lnTo>
                  <a:pt x="5386" y="1029"/>
                </a:lnTo>
                <a:lnTo>
                  <a:pt x="5349" y="1047"/>
                </a:lnTo>
                <a:lnTo>
                  <a:pt x="5311" y="1069"/>
                </a:lnTo>
                <a:lnTo>
                  <a:pt x="5275" y="1090"/>
                </a:lnTo>
                <a:lnTo>
                  <a:pt x="5242" y="1116"/>
                </a:lnTo>
                <a:lnTo>
                  <a:pt x="5218" y="1143"/>
                </a:lnTo>
                <a:lnTo>
                  <a:pt x="5215" y="1167"/>
                </a:lnTo>
                <a:lnTo>
                  <a:pt x="5206" y="1176"/>
                </a:lnTo>
                <a:lnTo>
                  <a:pt x="5197" y="1183"/>
                </a:lnTo>
                <a:lnTo>
                  <a:pt x="5188" y="1189"/>
                </a:lnTo>
                <a:lnTo>
                  <a:pt x="5180" y="1200"/>
                </a:lnTo>
                <a:lnTo>
                  <a:pt x="5177" y="1216"/>
                </a:lnTo>
                <a:lnTo>
                  <a:pt x="5209" y="1216"/>
                </a:lnTo>
                <a:lnTo>
                  <a:pt x="5209" y="1223"/>
                </a:lnTo>
                <a:lnTo>
                  <a:pt x="5213" y="1234"/>
                </a:lnTo>
                <a:lnTo>
                  <a:pt x="5213" y="1249"/>
                </a:lnTo>
                <a:lnTo>
                  <a:pt x="5213" y="1263"/>
                </a:lnTo>
                <a:lnTo>
                  <a:pt x="5215" y="1290"/>
                </a:lnTo>
                <a:lnTo>
                  <a:pt x="5217" y="1312"/>
                </a:lnTo>
                <a:lnTo>
                  <a:pt x="5213" y="1332"/>
                </a:lnTo>
                <a:lnTo>
                  <a:pt x="5208" y="1345"/>
                </a:lnTo>
                <a:lnTo>
                  <a:pt x="5200" y="1354"/>
                </a:lnTo>
                <a:lnTo>
                  <a:pt x="5197" y="1367"/>
                </a:lnTo>
                <a:lnTo>
                  <a:pt x="5193" y="1385"/>
                </a:lnTo>
                <a:lnTo>
                  <a:pt x="5188" y="1385"/>
                </a:lnTo>
                <a:lnTo>
                  <a:pt x="5186" y="1387"/>
                </a:lnTo>
                <a:lnTo>
                  <a:pt x="5184" y="1387"/>
                </a:lnTo>
                <a:lnTo>
                  <a:pt x="5184" y="1387"/>
                </a:lnTo>
                <a:lnTo>
                  <a:pt x="5182" y="1387"/>
                </a:lnTo>
                <a:lnTo>
                  <a:pt x="5182" y="1389"/>
                </a:lnTo>
                <a:lnTo>
                  <a:pt x="5180" y="1392"/>
                </a:lnTo>
                <a:lnTo>
                  <a:pt x="5182" y="1401"/>
                </a:lnTo>
                <a:lnTo>
                  <a:pt x="5178" y="1414"/>
                </a:lnTo>
                <a:lnTo>
                  <a:pt x="5173" y="1427"/>
                </a:lnTo>
                <a:lnTo>
                  <a:pt x="5164" y="1440"/>
                </a:lnTo>
                <a:lnTo>
                  <a:pt x="5153" y="1449"/>
                </a:lnTo>
                <a:lnTo>
                  <a:pt x="5142" y="1452"/>
                </a:lnTo>
                <a:lnTo>
                  <a:pt x="5142" y="1449"/>
                </a:lnTo>
                <a:lnTo>
                  <a:pt x="5138" y="1449"/>
                </a:lnTo>
                <a:lnTo>
                  <a:pt x="5140" y="1434"/>
                </a:lnTo>
                <a:lnTo>
                  <a:pt x="5138" y="1425"/>
                </a:lnTo>
                <a:lnTo>
                  <a:pt x="5131" y="1418"/>
                </a:lnTo>
                <a:lnTo>
                  <a:pt x="5120" y="1421"/>
                </a:lnTo>
                <a:lnTo>
                  <a:pt x="5113" y="1421"/>
                </a:lnTo>
                <a:lnTo>
                  <a:pt x="5104" y="1416"/>
                </a:lnTo>
                <a:lnTo>
                  <a:pt x="5095" y="1409"/>
                </a:lnTo>
                <a:lnTo>
                  <a:pt x="5095" y="1412"/>
                </a:lnTo>
                <a:lnTo>
                  <a:pt x="5102" y="1425"/>
                </a:lnTo>
                <a:lnTo>
                  <a:pt x="5108" y="1438"/>
                </a:lnTo>
                <a:lnTo>
                  <a:pt x="5115" y="1449"/>
                </a:lnTo>
                <a:lnTo>
                  <a:pt x="5126" y="1458"/>
                </a:lnTo>
                <a:lnTo>
                  <a:pt x="5131" y="1460"/>
                </a:lnTo>
                <a:lnTo>
                  <a:pt x="5137" y="1461"/>
                </a:lnTo>
                <a:lnTo>
                  <a:pt x="5142" y="1463"/>
                </a:lnTo>
                <a:lnTo>
                  <a:pt x="5148" y="1465"/>
                </a:lnTo>
                <a:lnTo>
                  <a:pt x="5148" y="1481"/>
                </a:lnTo>
                <a:lnTo>
                  <a:pt x="5149" y="1490"/>
                </a:lnTo>
                <a:lnTo>
                  <a:pt x="5151" y="1496"/>
                </a:lnTo>
                <a:lnTo>
                  <a:pt x="5155" y="1500"/>
                </a:lnTo>
                <a:lnTo>
                  <a:pt x="5158" y="1505"/>
                </a:lnTo>
                <a:lnTo>
                  <a:pt x="5162" y="1518"/>
                </a:lnTo>
                <a:lnTo>
                  <a:pt x="5158" y="1518"/>
                </a:lnTo>
                <a:lnTo>
                  <a:pt x="5155" y="1520"/>
                </a:lnTo>
                <a:lnTo>
                  <a:pt x="5155" y="1520"/>
                </a:lnTo>
                <a:lnTo>
                  <a:pt x="5153" y="1520"/>
                </a:lnTo>
                <a:lnTo>
                  <a:pt x="5153" y="1520"/>
                </a:lnTo>
                <a:lnTo>
                  <a:pt x="5153" y="1521"/>
                </a:lnTo>
                <a:lnTo>
                  <a:pt x="5151" y="1525"/>
                </a:lnTo>
                <a:lnTo>
                  <a:pt x="5151" y="1529"/>
                </a:lnTo>
                <a:lnTo>
                  <a:pt x="5153" y="1532"/>
                </a:lnTo>
                <a:lnTo>
                  <a:pt x="5155" y="1538"/>
                </a:lnTo>
                <a:lnTo>
                  <a:pt x="5155" y="1545"/>
                </a:lnTo>
                <a:lnTo>
                  <a:pt x="5155" y="1550"/>
                </a:lnTo>
                <a:lnTo>
                  <a:pt x="5151" y="1554"/>
                </a:lnTo>
                <a:lnTo>
                  <a:pt x="5148" y="1558"/>
                </a:lnTo>
                <a:lnTo>
                  <a:pt x="5144" y="1561"/>
                </a:lnTo>
                <a:lnTo>
                  <a:pt x="5140" y="1567"/>
                </a:lnTo>
                <a:lnTo>
                  <a:pt x="5137" y="1570"/>
                </a:lnTo>
                <a:lnTo>
                  <a:pt x="5133" y="1574"/>
                </a:lnTo>
                <a:lnTo>
                  <a:pt x="5129" y="1589"/>
                </a:lnTo>
                <a:lnTo>
                  <a:pt x="5128" y="1609"/>
                </a:lnTo>
                <a:lnTo>
                  <a:pt x="5126" y="1630"/>
                </a:lnTo>
                <a:lnTo>
                  <a:pt x="5124" y="1650"/>
                </a:lnTo>
                <a:lnTo>
                  <a:pt x="5120" y="1667"/>
                </a:lnTo>
                <a:lnTo>
                  <a:pt x="5108" y="1667"/>
                </a:lnTo>
                <a:lnTo>
                  <a:pt x="5108" y="1683"/>
                </a:lnTo>
                <a:lnTo>
                  <a:pt x="5106" y="1700"/>
                </a:lnTo>
                <a:lnTo>
                  <a:pt x="5100" y="1714"/>
                </a:lnTo>
                <a:lnTo>
                  <a:pt x="5098" y="1716"/>
                </a:lnTo>
                <a:lnTo>
                  <a:pt x="5097" y="1716"/>
                </a:lnTo>
                <a:lnTo>
                  <a:pt x="5095" y="1718"/>
                </a:lnTo>
                <a:lnTo>
                  <a:pt x="5091" y="1718"/>
                </a:lnTo>
                <a:lnTo>
                  <a:pt x="5088" y="1718"/>
                </a:lnTo>
                <a:lnTo>
                  <a:pt x="5082" y="1703"/>
                </a:lnTo>
                <a:lnTo>
                  <a:pt x="5078" y="1689"/>
                </a:lnTo>
                <a:lnTo>
                  <a:pt x="5077" y="1672"/>
                </a:lnTo>
                <a:lnTo>
                  <a:pt x="5077" y="1650"/>
                </a:lnTo>
                <a:lnTo>
                  <a:pt x="5082" y="1638"/>
                </a:lnTo>
                <a:lnTo>
                  <a:pt x="5088" y="1620"/>
                </a:lnTo>
                <a:lnTo>
                  <a:pt x="5093" y="1605"/>
                </a:lnTo>
                <a:lnTo>
                  <a:pt x="5073" y="1605"/>
                </a:lnTo>
                <a:lnTo>
                  <a:pt x="5073" y="1600"/>
                </a:lnTo>
                <a:lnTo>
                  <a:pt x="5073" y="1594"/>
                </a:lnTo>
                <a:lnTo>
                  <a:pt x="5075" y="1590"/>
                </a:lnTo>
                <a:lnTo>
                  <a:pt x="5077" y="1585"/>
                </a:lnTo>
                <a:lnTo>
                  <a:pt x="5058" y="1580"/>
                </a:lnTo>
                <a:lnTo>
                  <a:pt x="5046" y="1570"/>
                </a:lnTo>
                <a:lnTo>
                  <a:pt x="5033" y="1563"/>
                </a:lnTo>
                <a:lnTo>
                  <a:pt x="5020" y="1561"/>
                </a:lnTo>
                <a:lnTo>
                  <a:pt x="5015" y="1561"/>
                </a:lnTo>
                <a:lnTo>
                  <a:pt x="5020" y="1567"/>
                </a:lnTo>
                <a:lnTo>
                  <a:pt x="5024" y="1570"/>
                </a:lnTo>
                <a:lnTo>
                  <a:pt x="5029" y="1576"/>
                </a:lnTo>
                <a:lnTo>
                  <a:pt x="5031" y="1581"/>
                </a:lnTo>
                <a:lnTo>
                  <a:pt x="5033" y="1587"/>
                </a:lnTo>
                <a:lnTo>
                  <a:pt x="5033" y="1590"/>
                </a:lnTo>
                <a:lnTo>
                  <a:pt x="5033" y="1594"/>
                </a:lnTo>
                <a:lnTo>
                  <a:pt x="5031" y="1598"/>
                </a:lnTo>
                <a:lnTo>
                  <a:pt x="5031" y="1600"/>
                </a:lnTo>
                <a:lnTo>
                  <a:pt x="5031" y="1603"/>
                </a:lnTo>
                <a:lnTo>
                  <a:pt x="5031" y="1605"/>
                </a:lnTo>
                <a:lnTo>
                  <a:pt x="5040" y="1614"/>
                </a:lnTo>
                <a:lnTo>
                  <a:pt x="5046" y="1621"/>
                </a:lnTo>
                <a:lnTo>
                  <a:pt x="5048" y="1632"/>
                </a:lnTo>
                <a:lnTo>
                  <a:pt x="5048" y="1650"/>
                </a:lnTo>
                <a:lnTo>
                  <a:pt x="5046" y="1652"/>
                </a:lnTo>
                <a:lnTo>
                  <a:pt x="5044" y="1656"/>
                </a:lnTo>
                <a:lnTo>
                  <a:pt x="5044" y="1660"/>
                </a:lnTo>
                <a:lnTo>
                  <a:pt x="5044" y="1667"/>
                </a:lnTo>
                <a:lnTo>
                  <a:pt x="5055" y="1667"/>
                </a:lnTo>
                <a:lnTo>
                  <a:pt x="5060" y="1676"/>
                </a:lnTo>
                <a:lnTo>
                  <a:pt x="5062" y="1687"/>
                </a:lnTo>
                <a:lnTo>
                  <a:pt x="5064" y="1701"/>
                </a:lnTo>
                <a:lnTo>
                  <a:pt x="5048" y="1701"/>
                </a:lnTo>
                <a:lnTo>
                  <a:pt x="5048" y="1707"/>
                </a:lnTo>
                <a:lnTo>
                  <a:pt x="5057" y="1712"/>
                </a:lnTo>
                <a:lnTo>
                  <a:pt x="5062" y="1718"/>
                </a:lnTo>
                <a:lnTo>
                  <a:pt x="5066" y="1725"/>
                </a:lnTo>
                <a:lnTo>
                  <a:pt x="5068" y="1738"/>
                </a:lnTo>
                <a:lnTo>
                  <a:pt x="5100" y="1738"/>
                </a:lnTo>
                <a:lnTo>
                  <a:pt x="5108" y="1750"/>
                </a:lnTo>
                <a:lnTo>
                  <a:pt x="5120" y="1763"/>
                </a:lnTo>
                <a:lnTo>
                  <a:pt x="5131" y="1776"/>
                </a:lnTo>
                <a:lnTo>
                  <a:pt x="5140" y="1787"/>
                </a:lnTo>
                <a:lnTo>
                  <a:pt x="5148" y="1805"/>
                </a:lnTo>
                <a:lnTo>
                  <a:pt x="5151" y="1825"/>
                </a:lnTo>
                <a:lnTo>
                  <a:pt x="5160" y="1843"/>
                </a:lnTo>
                <a:lnTo>
                  <a:pt x="5168" y="1854"/>
                </a:lnTo>
                <a:lnTo>
                  <a:pt x="5177" y="1861"/>
                </a:lnTo>
                <a:lnTo>
                  <a:pt x="5186" y="1870"/>
                </a:lnTo>
                <a:lnTo>
                  <a:pt x="5193" y="1883"/>
                </a:lnTo>
                <a:lnTo>
                  <a:pt x="5197" y="1900"/>
                </a:lnTo>
                <a:lnTo>
                  <a:pt x="5180" y="1900"/>
                </a:lnTo>
                <a:lnTo>
                  <a:pt x="5180" y="1887"/>
                </a:lnTo>
                <a:lnTo>
                  <a:pt x="5168" y="1880"/>
                </a:lnTo>
                <a:lnTo>
                  <a:pt x="5168" y="1883"/>
                </a:lnTo>
                <a:lnTo>
                  <a:pt x="5175" y="1894"/>
                </a:lnTo>
                <a:lnTo>
                  <a:pt x="5178" y="1907"/>
                </a:lnTo>
                <a:lnTo>
                  <a:pt x="5180" y="1923"/>
                </a:lnTo>
                <a:lnTo>
                  <a:pt x="5169" y="1936"/>
                </a:lnTo>
                <a:lnTo>
                  <a:pt x="5162" y="1947"/>
                </a:lnTo>
                <a:lnTo>
                  <a:pt x="5155" y="1960"/>
                </a:lnTo>
                <a:lnTo>
                  <a:pt x="5146" y="1970"/>
                </a:lnTo>
                <a:lnTo>
                  <a:pt x="5133" y="1976"/>
                </a:lnTo>
                <a:lnTo>
                  <a:pt x="5115" y="1980"/>
                </a:lnTo>
                <a:lnTo>
                  <a:pt x="5109" y="1976"/>
                </a:lnTo>
                <a:lnTo>
                  <a:pt x="5104" y="1974"/>
                </a:lnTo>
                <a:lnTo>
                  <a:pt x="5097" y="1972"/>
                </a:lnTo>
                <a:lnTo>
                  <a:pt x="5089" y="1970"/>
                </a:lnTo>
                <a:lnTo>
                  <a:pt x="5089" y="1976"/>
                </a:lnTo>
                <a:lnTo>
                  <a:pt x="5093" y="1976"/>
                </a:lnTo>
                <a:lnTo>
                  <a:pt x="5098" y="1978"/>
                </a:lnTo>
                <a:lnTo>
                  <a:pt x="5102" y="1981"/>
                </a:lnTo>
                <a:lnTo>
                  <a:pt x="5108" y="1983"/>
                </a:lnTo>
                <a:lnTo>
                  <a:pt x="5111" y="1987"/>
                </a:lnTo>
                <a:lnTo>
                  <a:pt x="5113" y="1992"/>
                </a:lnTo>
                <a:lnTo>
                  <a:pt x="5109" y="1994"/>
                </a:lnTo>
                <a:lnTo>
                  <a:pt x="5106" y="1998"/>
                </a:lnTo>
                <a:lnTo>
                  <a:pt x="5104" y="2000"/>
                </a:lnTo>
                <a:lnTo>
                  <a:pt x="5104" y="2003"/>
                </a:lnTo>
                <a:lnTo>
                  <a:pt x="5102" y="2009"/>
                </a:lnTo>
                <a:lnTo>
                  <a:pt x="5102" y="2016"/>
                </a:lnTo>
                <a:lnTo>
                  <a:pt x="5106" y="2016"/>
                </a:lnTo>
                <a:lnTo>
                  <a:pt x="5113" y="2010"/>
                </a:lnTo>
                <a:lnTo>
                  <a:pt x="5122" y="2010"/>
                </a:lnTo>
                <a:lnTo>
                  <a:pt x="5138" y="2012"/>
                </a:lnTo>
                <a:lnTo>
                  <a:pt x="5138" y="2040"/>
                </a:lnTo>
                <a:lnTo>
                  <a:pt x="5133" y="2045"/>
                </a:lnTo>
                <a:lnTo>
                  <a:pt x="5128" y="2052"/>
                </a:lnTo>
                <a:lnTo>
                  <a:pt x="5124" y="2058"/>
                </a:lnTo>
                <a:lnTo>
                  <a:pt x="5117" y="2063"/>
                </a:lnTo>
                <a:lnTo>
                  <a:pt x="5102" y="2070"/>
                </a:lnTo>
                <a:lnTo>
                  <a:pt x="5082" y="2074"/>
                </a:lnTo>
                <a:lnTo>
                  <a:pt x="5062" y="2078"/>
                </a:lnTo>
                <a:lnTo>
                  <a:pt x="5048" y="2083"/>
                </a:lnTo>
                <a:lnTo>
                  <a:pt x="5044" y="2087"/>
                </a:lnTo>
                <a:lnTo>
                  <a:pt x="5037" y="2096"/>
                </a:lnTo>
                <a:lnTo>
                  <a:pt x="5028" y="2107"/>
                </a:lnTo>
                <a:lnTo>
                  <a:pt x="5018" y="2120"/>
                </a:lnTo>
                <a:lnTo>
                  <a:pt x="5009" y="2132"/>
                </a:lnTo>
                <a:lnTo>
                  <a:pt x="5002" y="2141"/>
                </a:lnTo>
                <a:lnTo>
                  <a:pt x="4998" y="2147"/>
                </a:lnTo>
                <a:lnTo>
                  <a:pt x="4995" y="2147"/>
                </a:lnTo>
                <a:lnTo>
                  <a:pt x="4988" y="2165"/>
                </a:lnTo>
                <a:lnTo>
                  <a:pt x="4984" y="2180"/>
                </a:lnTo>
                <a:lnTo>
                  <a:pt x="4982" y="2194"/>
                </a:lnTo>
                <a:lnTo>
                  <a:pt x="4977" y="2205"/>
                </a:lnTo>
                <a:lnTo>
                  <a:pt x="4968" y="2212"/>
                </a:lnTo>
                <a:lnTo>
                  <a:pt x="4953" y="2218"/>
                </a:lnTo>
                <a:lnTo>
                  <a:pt x="4929" y="2220"/>
                </a:lnTo>
                <a:lnTo>
                  <a:pt x="4913" y="2230"/>
                </a:lnTo>
                <a:lnTo>
                  <a:pt x="4895" y="2241"/>
                </a:lnTo>
                <a:lnTo>
                  <a:pt x="4877" y="2252"/>
                </a:lnTo>
                <a:lnTo>
                  <a:pt x="4862" y="2265"/>
                </a:lnTo>
                <a:lnTo>
                  <a:pt x="4851" y="2283"/>
                </a:lnTo>
                <a:lnTo>
                  <a:pt x="4851" y="2330"/>
                </a:lnTo>
                <a:lnTo>
                  <a:pt x="4849" y="2332"/>
                </a:lnTo>
                <a:lnTo>
                  <a:pt x="4846" y="2336"/>
                </a:lnTo>
                <a:lnTo>
                  <a:pt x="4842" y="2338"/>
                </a:lnTo>
                <a:lnTo>
                  <a:pt x="4838" y="2341"/>
                </a:lnTo>
                <a:lnTo>
                  <a:pt x="4835" y="2347"/>
                </a:lnTo>
                <a:lnTo>
                  <a:pt x="4831" y="2354"/>
                </a:lnTo>
                <a:lnTo>
                  <a:pt x="4820" y="2354"/>
                </a:lnTo>
                <a:lnTo>
                  <a:pt x="4811" y="2350"/>
                </a:lnTo>
                <a:lnTo>
                  <a:pt x="4804" y="2349"/>
                </a:lnTo>
                <a:lnTo>
                  <a:pt x="4797" y="2347"/>
                </a:lnTo>
                <a:lnTo>
                  <a:pt x="4793" y="2350"/>
                </a:lnTo>
                <a:lnTo>
                  <a:pt x="4791" y="2358"/>
                </a:lnTo>
                <a:lnTo>
                  <a:pt x="4778" y="2358"/>
                </a:lnTo>
                <a:lnTo>
                  <a:pt x="4769" y="2380"/>
                </a:lnTo>
                <a:lnTo>
                  <a:pt x="4753" y="2400"/>
                </a:lnTo>
                <a:lnTo>
                  <a:pt x="4733" y="2414"/>
                </a:lnTo>
                <a:lnTo>
                  <a:pt x="4709" y="2421"/>
                </a:lnTo>
                <a:lnTo>
                  <a:pt x="4704" y="2430"/>
                </a:lnTo>
                <a:lnTo>
                  <a:pt x="4704" y="2438"/>
                </a:lnTo>
                <a:lnTo>
                  <a:pt x="4704" y="2443"/>
                </a:lnTo>
                <a:lnTo>
                  <a:pt x="4704" y="2449"/>
                </a:lnTo>
                <a:lnTo>
                  <a:pt x="4702" y="2454"/>
                </a:lnTo>
                <a:lnTo>
                  <a:pt x="4693" y="2456"/>
                </a:lnTo>
                <a:lnTo>
                  <a:pt x="4677" y="2458"/>
                </a:lnTo>
                <a:lnTo>
                  <a:pt x="4677" y="2454"/>
                </a:lnTo>
                <a:lnTo>
                  <a:pt x="4673" y="2454"/>
                </a:lnTo>
                <a:lnTo>
                  <a:pt x="4673" y="2458"/>
                </a:lnTo>
                <a:lnTo>
                  <a:pt x="4677" y="2460"/>
                </a:lnTo>
                <a:lnTo>
                  <a:pt x="4678" y="2461"/>
                </a:lnTo>
                <a:lnTo>
                  <a:pt x="4680" y="2463"/>
                </a:lnTo>
                <a:lnTo>
                  <a:pt x="4680" y="2465"/>
                </a:lnTo>
                <a:lnTo>
                  <a:pt x="4680" y="2467"/>
                </a:lnTo>
                <a:lnTo>
                  <a:pt x="4680" y="2469"/>
                </a:lnTo>
                <a:lnTo>
                  <a:pt x="4678" y="2472"/>
                </a:lnTo>
                <a:lnTo>
                  <a:pt x="4677" y="2474"/>
                </a:lnTo>
                <a:lnTo>
                  <a:pt x="4673" y="2478"/>
                </a:lnTo>
                <a:lnTo>
                  <a:pt x="4671" y="2480"/>
                </a:lnTo>
                <a:lnTo>
                  <a:pt x="4669" y="2481"/>
                </a:lnTo>
                <a:lnTo>
                  <a:pt x="4668" y="2481"/>
                </a:lnTo>
                <a:lnTo>
                  <a:pt x="4671" y="2501"/>
                </a:lnTo>
                <a:lnTo>
                  <a:pt x="4669" y="2505"/>
                </a:lnTo>
                <a:lnTo>
                  <a:pt x="4664" y="2509"/>
                </a:lnTo>
                <a:lnTo>
                  <a:pt x="4657" y="2514"/>
                </a:lnTo>
                <a:lnTo>
                  <a:pt x="4651" y="2518"/>
                </a:lnTo>
                <a:lnTo>
                  <a:pt x="4648" y="2521"/>
                </a:lnTo>
                <a:lnTo>
                  <a:pt x="4644" y="2534"/>
                </a:lnTo>
                <a:lnTo>
                  <a:pt x="4642" y="2550"/>
                </a:lnTo>
                <a:lnTo>
                  <a:pt x="4644" y="2565"/>
                </a:lnTo>
                <a:lnTo>
                  <a:pt x="4644" y="2578"/>
                </a:lnTo>
                <a:lnTo>
                  <a:pt x="4642" y="2580"/>
                </a:lnTo>
                <a:lnTo>
                  <a:pt x="4638" y="2581"/>
                </a:lnTo>
                <a:lnTo>
                  <a:pt x="4635" y="2585"/>
                </a:lnTo>
                <a:lnTo>
                  <a:pt x="4631" y="2589"/>
                </a:lnTo>
                <a:lnTo>
                  <a:pt x="4629" y="2590"/>
                </a:lnTo>
                <a:lnTo>
                  <a:pt x="4628" y="2592"/>
                </a:lnTo>
                <a:lnTo>
                  <a:pt x="4628" y="2596"/>
                </a:lnTo>
                <a:lnTo>
                  <a:pt x="4631" y="2596"/>
                </a:lnTo>
                <a:lnTo>
                  <a:pt x="4633" y="2605"/>
                </a:lnTo>
                <a:lnTo>
                  <a:pt x="4635" y="2621"/>
                </a:lnTo>
                <a:lnTo>
                  <a:pt x="4635" y="2640"/>
                </a:lnTo>
                <a:lnTo>
                  <a:pt x="4635" y="2660"/>
                </a:lnTo>
                <a:lnTo>
                  <a:pt x="4635" y="2674"/>
                </a:lnTo>
                <a:lnTo>
                  <a:pt x="4635" y="2681"/>
                </a:lnTo>
                <a:lnTo>
                  <a:pt x="4649" y="2703"/>
                </a:lnTo>
                <a:lnTo>
                  <a:pt x="4664" y="2734"/>
                </a:lnTo>
                <a:lnTo>
                  <a:pt x="4675" y="2767"/>
                </a:lnTo>
                <a:lnTo>
                  <a:pt x="4688" y="2801"/>
                </a:lnTo>
                <a:lnTo>
                  <a:pt x="4700" y="2832"/>
                </a:lnTo>
                <a:lnTo>
                  <a:pt x="4715" y="2860"/>
                </a:lnTo>
                <a:lnTo>
                  <a:pt x="4728" y="2880"/>
                </a:lnTo>
                <a:lnTo>
                  <a:pt x="4748" y="2901"/>
                </a:lnTo>
                <a:lnTo>
                  <a:pt x="4768" y="2923"/>
                </a:lnTo>
                <a:lnTo>
                  <a:pt x="4786" y="2947"/>
                </a:lnTo>
                <a:lnTo>
                  <a:pt x="4800" y="2970"/>
                </a:lnTo>
                <a:lnTo>
                  <a:pt x="4806" y="2992"/>
                </a:lnTo>
                <a:lnTo>
                  <a:pt x="4802" y="2998"/>
                </a:lnTo>
                <a:lnTo>
                  <a:pt x="4802" y="3009"/>
                </a:lnTo>
                <a:lnTo>
                  <a:pt x="4806" y="3020"/>
                </a:lnTo>
                <a:lnTo>
                  <a:pt x="4811" y="3032"/>
                </a:lnTo>
                <a:lnTo>
                  <a:pt x="4817" y="3043"/>
                </a:lnTo>
                <a:lnTo>
                  <a:pt x="4822" y="3052"/>
                </a:lnTo>
                <a:lnTo>
                  <a:pt x="4835" y="3076"/>
                </a:lnTo>
                <a:lnTo>
                  <a:pt x="4846" y="3101"/>
                </a:lnTo>
                <a:lnTo>
                  <a:pt x="4858" y="3123"/>
                </a:lnTo>
                <a:lnTo>
                  <a:pt x="4871" y="3143"/>
                </a:lnTo>
                <a:lnTo>
                  <a:pt x="4886" y="3163"/>
                </a:lnTo>
                <a:lnTo>
                  <a:pt x="4900" y="3185"/>
                </a:lnTo>
                <a:lnTo>
                  <a:pt x="4909" y="3209"/>
                </a:lnTo>
                <a:lnTo>
                  <a:pt x="4911" y="3241"/>
                </a:lnTo>
                <a:lnTo>
                  <a:pt x="4913" y="3280"/>
                </a:lnTo>
                <a:lnTo>
                  <a:pt x="4915" y="3318"/>
                </a:lnTo>
                <a:lnTo>
                  <a:pt x="4917" y="3350"/>
                </a:lnTo>
                <a:lnTo>
                  <a:pt x="4915" y="3354"/>
                </a:lnTo>
                <a:lnTo>
                  <a:pt x="4913" y="3358"/>
                </a:lnTo>
                <a:lnTo>
                  <a:pt x="4909" y="3361"/>
                </a:lnTo>
                <a:lnTo>
                  <a:pt x="4906" y="3365"/>
                </a:lnTo>
                <a:lnTo>
                  <a:pt x="4902" y="3369"/>
                </a:lnTo>
                <a:lnTo>
                  <a:pt x="4900" y="3370"/>
                </a:lnTo>
                <a:lnTo>
                  <a:pt x="4898" y="3381"/>
                </a:lnTo>
                <a:lnTo>
                  <a:pt x="4902" y="3390"/>
                </a:lnTo>
                <a:lnTo>
                  <a:pt x="4906" y="3400"/>
                </a:lnTo>
                <a:lnTo>
                  <a:pt x="4909" y="3407"/>
                </a:lnTo>
                <a:lnTo>
                  <a:pt x="4909" y="3414"/>
                </a:lnTo>
                <a:lnTo>
                  <a:pt x="4908" y="3416"/>
                </a:lnTo>
                <a:lnTo>
                  <a:pt x="4906" y="3418"/>
                </a:lnTo>
                <a:lnTo>
                  <a:pt x="4904" y="3418"/>
                </a:lnTo>
                <a:lnTo>
                  <a:pt x="4902" y="3418"/>
                </a:lnTo>
                <a:lnTo>
                  <a:pt x="4900" y="3420"/>
                </a:lnTo>
                <a:lnTo>
                  <a:pt x="4900" y="3421"/>
                </a:lnTo>
                <a:lnTo>
                  <a:pt x="4898" y="3425"/>
                </a:lnTo>
                <a:lnTo>
                  <a:pt x="4897" y="3430"/>
                </a:lnTo>
                <a:lnTo>
                  <a:pt x="4897" y="3438"/>
                </a:lnTo>
                <a:lnTo>
                  <a:pt x="4871" y="3441"/>
                </a:lnTo>
                <a:lnTo>
                  <a:pt x="4848" y="3450"/>
                </a:lnTo>
                <a:lnTo>
                  <a:pt x="4824" y="3460"/>
                </a:lnTo>
                <a:lnTo>
                  <a:pt x="4798" y="3465"/>
                </a:lnTo>
                <a:lnTo>
                  <a:pt x="4797" y="3460"/>
                </a:lnTo>
                <a:lnTo>
                  <a:pt x="4795" y="3456"/>
                </a:lnTo>
                <a:lnTo>
                  <a:pt x="4793" y="3452"/>
                </a:lnTo>
                <a:lnTo>
                  <a:pt x="4791" y="3449"/>
                </a:lnTo>
                <a:lnTo>
                  <a:pt x="4789" y="3443"/>
                </a:lnTo>
                <a:lnTo>
                  <a:pt x="4788" y="3438"/>
                </a:lnTo>
                <a:lnTo>
                  <a:pt x="4789" y="3436"/>
                </a:lnTo>
                <a:lnTo>
                  <a:pt x="4791" y="3434"/>
                </a:lnTo>
                <a:lnTo>
                  <a:pt x="4793" y="3432"/>
                </a:lnTo>
                <a:lnTo>
                  <a:pt x="4793" y="3430"/>
                </a:lnTo>
                <a:lnTo>
                  <a:pt x="4793" y="3429"/>
                </a:lnTo>
                <a:lnTo>
                  <a:pt x="4795" y="3425"/>
                </a:lnTo>
                <a:lnTo>
                  <a:pt x="4778" y="3410"/>
                </a:lnTo>
                <a:lnTo>
                  <a:pt x="4764" y="3390"/>
                </a:lnTo>
                <a:lnTo>
                  <a:pt x="4751" y="3369"/>
                </a:lnTo>
                <a:lnTo>
                  <a:pt x="4728" y="3369"/>
                </a:lnTo>
                <a:lnTo>
                  <a:pt x="4708" y="3365"/>
                </a:lnTo>
                <a:lnTo>
                  <a:pt x="4702" y="3350"/>
                </a:lnTo>
                <a:lnTo>
                  <a:pt x="4695" y="3330"/>
                </a:lnTo>
                <a:lnTo>
                  <a:pt x="4686" y="3310"/>
                </a:lnTo>
                <a:lnTo>
                  <a:pt x="4675" y="3292"/>
                </a:lnTo>
                <a:lnTo>
                  <a:pt x="4662" y="3280"/>
                </a:lnTo>
                <a:lnTo>
                  <a:pt x="4648" y="3272"/>
                </a:lnTo>
                <a:lnTo>
                  <a:pt x="4642" y="3238"/>
                </a:lnTo>
                <a:lnTo>
                  <a:pt x="4615" y="3238"/>
                </a:lnTo>
                <a:lnTo>
                  <a:pt x="4604" y="3220"/>
                </a:lnTo>
                <a:lnTo>
                  <a:pt x="4591" y="3198"/>
                </a:lnTo>
                <a:lnTo>
                  <a:pt x="4578" y="3172"/>
                </a:lnTo>
                <a:lnTo>
                  <a:pt x="4568" y="3149"/>
                </a:lnTo>
                <a:lnTo>
                  <a:pt x="4562" y="3129"/>
                </a:lnTo>
                <a:lnTo>
                  <a:pt x="4568" y="3130"/>
                </a:lnTo>
                <a:lnTo>
                  <a:pt x="4569" y="3130"/>
                </a:lnTo>
                <a:lnTo>
                  <a:pt x="4571" y="3130"/>
                </a:lnTo>
                <a:lnTo>
                  <a:pt x="4573" y="3130"/>
                </a:lnTo>
                <a:lnTo>
                  <a:pt x="4575" y="3130"/>
                </a:lnTo>
                <a:lnTo>
                  <a:pt x="4578" y="3130"/>
                </a:lnTo>
                <a:lnTo>
                  <a:pt x="4582" y="3130"/>
                </a:lnTo>
                <a:lnTo>
                  <a:pt x="4586" y="3116"/>
                </a:lnTo>
                <a:lnTo>
                  <a:pt x="4589" y="3107"/>
                </a:lnTo>
                <a:lnTo>
                  <a:pt x="4593" y="3100"/>
                </a:lnTo>
                <a:lnTo>
                  <a:pt x="4598" y="3090"/>
                </a:lnTo>
                <a:lnTo>
                  <a:pt x="4591" y="3090"/>
                </a:lnTo>
                <a:lnTo>
                  <a:pt x="4591" y="3094"/>
                </a:lnTo>
                <a:lnTo>
                  <a:pt x="4586" y="3103"/>
                </a:lnTo>
                <a:lnTo>
                  <a:pt x="4582" y="3110"/>
                </a:lnTo>
                <a:lnTo>
                  <a:pt x="4577" y="3116"/>
                </a:lnTo>
                <a:lnTo>
                  <a:pt x="4569" y="3120"/>
                </a:lnTo>
                <a:lnTo>
                  <a:pt x="4555" y="3121"/>
                </a:lnTo>
                <a:lnTo>
                  <a:pt x="4549" y="3112"/>
                </a:lnTo>
                <a:lnTo>
                  <a:pt x="4542" y="3105"/>
                </a:lnTo>
                <a:lnTo>
                  <a:pt x="4544" y="3081"/>
                </a:lnTo>
                <a:lnTo>
                  <a:pt x="4544" y="3056"/>
                </a:lnTo>
                <a:lnTo>
                  <a:pt x="4544" y="3029"/>
                </a:lnTo>
                <a:lnTo>
                  <a:pt x="4540" y="3001"/>
                </a:lnTo>
                <a:lnTo>
                  <a:pt x="4535" y="2978"/>
                </a:lnTo>
                <a:lnTo>
                  <a:pt x="4528" y="2958"/>
                </a:lnTo>
                <a:lnTo>
                  <a:pt x="4513" y="2943"/>
                </a:lnTo>
                <a:lnTo>
                  <a:pt x="4495" y="2934"/>
                </a:lnTo>
                <a:lnTo>
                  <a:pt x="4484" y="2934"/>
                </a:lnTo>
                <a:lnTo>
                  <a:pt x="4471" y="2927"/>
                </a:lnTo>
                <a:lnTo>
                  <a:pt x="4458" y="2916"/>
                </a:lnTo>
                <a:lnTo>
                  <a:pt x="4446" y="2901"/>
                </a:lnTo>
                <a:lnTo>
                  <a:pt x="4435" y="2889"/>
                </a:lnTo>
                <a:lnTo>
                  <a:pt x="4428" y="2878"/>
                </a:lnTo>
                <a:lnTo>
                  <a:pt x="4424" y="2876"/>
                </a:lnTo>
                <a:lnTo>
                  <a:pt x="4420" y="2874"/>
                </a:lnTo>
                <a:lnTo>
                  <a:pt x="4415" y="2874"/>
                </a:lnTo>
                <a:lnTo>
                  <a:pt x="4411" y="2872"/>
                </a:lnTo>
                <a:lnTo>
                  <a:pt x="4408" y="2870"/>
                </a:lnTo>
                <a:lnTo>
                  <a:pt x="4398" y="2854"/>
                </a:lnTo>
                <a:lnTo>
                  <a:pt x="4382" y="2841"/>
                </a:lnTo>
                <a:lnTo>
                  <a:pt x="4364" y="2836"/>
                </a:lnTo>
                <a:lnTo>
                  <a:pt x="4342" y="2832"/>
                </a:lnTo>
                <a:lnTo>
                  <a:pt x="4318" y="2834"/>
                </a:lnTo>
                <a:lnTo>
                  <a:pt x="4322" y="2858"/>
                </a:lnTo>
                <a:lnTo>
                  <a:pt x="4295" y="2869"/>
                </a:lnTo>
                <a:lnTo>
                  <a:pt x="4273" y="2880"/>
                </a:lnTo>
                <a:lnTo>
                  <a:pt x="4249" y="2890"/>
                </a:lnTo>
                <a:lnTo>
                  <a:pt x="4226" y="2900"/>
                </a:lnTo>
                <a:lnTo>
                  <a:pt x="4197" y="2905"/>
                </a:lnTo>
                <a:lnTo>
                  <a:pt x="4193" y="2901"/>
                </a:lnTo>
                <a:lnTo>
                  <a:pt x="4191" y="2898"/>
                </a:lnTo>
                <a:lnTo>
                  <a:pt x="4188" y="2896"/>
                </a:lnTo>
                <a:lnTo>
                  <a:pt x="4184" y="2892"/>
                </a:lnTo>
                <a:lnTo>
                  <a:pt x="4184" y="2869"/>
                </a:lnTo>
                <a:lnTo>
                  <a:pt x="4175" y="2861"/>
                </a:lnTo>
                <a:lnTo>
                  <a:pt x="4158" y="2852"/>
                </a:lnTo>
                <a:lnTo>
                  <a:pt x="4137" y="2843"/>
                </a:lnTo>
                <a:lnTo>
                  <a:pt x="4111" y="2834"/>
                </a:lnTo>
                <a:lnTo>
                  <a:pt x="4088" y="2825"/>
                </a:lnTo>
                <a:lnTo>
                  <a:pt x="4068" y="2820"/>
                </a:lnTo>
                <a:lnTo>
                  <a:pt x="4051" y="2816"/>
                </a:lnTo>
                <a:lnTo>
                  <a:pt x="4048" y="2816"/>
                </a:lnTo>
                <a:lnTo>
                  <a:pt x="4038" y="2820"/>
                </a:lnTo>
                <a:lnTo>
                  <a:pt x="4028" y="2823"/>
                </a:lnTo>
                <a:lnTo>
                  <a:pt x="4018" y="2825"/>
                </a:lnTo>
                <a:lnTo>
                  <a:pt x="4011" y="2827"/>
                </a:lnTo>
                <a:lnTo>
                  <a:pt x="4000" y="2829"/>
                </a:lnTo>
                <a:lnTo>
                  <a:pt x="3988" y="2829"/>
                </a:lnTo>
                <a:lnTo>
                  <a:pt x="3977" y="2827"/>
                </a:lnTo>
                <a:lnTo>
                  <a:pt x="3971" y="2827"/>
                </a:lnTo>
                <a:lnTo>
                  <a:pt x="3969" y="2830"/>
                </a:lnTo>
                <a:lnTo>
                  <a:pt x="3966" y="2832"/>
                </a:lnTo>
                <a:lnTo>
                  <a:pt x="3964" y="2838"/>
                </a:lnTo>
                <a:lnTo>
                  <a:pt x="3962" y="2841"/>
                </a:lnTo>
                <a:lnTo>
                  <a:pt x="3958" y="2843"/>
                </a:lnTo>
                <a:lnTo>
                  <a:pt x="3949" y="2847"/>
                </a:lnTo>
                <a:lnTo>
                  <a:pt x="3931" y="2852"/>
                </a:lnTo>
                <a:lnTo>
                  <a:pt x="3911" y="2858"/>
                </a:lnTo>
                <a:lnTo>
                  <a:pt x="3889" y="2861"/>
                </a:lnTo>
                <a:lnTo>
                  <a:pt x="3875" y="2863"/>
                </a:lnTo>
                <a:lnTo>
                  <a:pt x="3875" y="2858"/>
                </a:lnTo>
                <a:lnTo>
                  <a:pt x="3875" y="2856"/>
                </a:lnTo>
                <a:lnTo>
                  <a:pt x="3877" y="2854"/>
                </a:lnTo>
                <a:lnTo>
                  <a:pt x="3877" y="2852"/>
                </a:lnTo>
                <a:lnTo>
                  <a:pt x="3878" y="2850"/>
                </a:lnTo>
                <a:lnTo>
                  <a:pt x="3882" y="2849"/>
                </a:lnTo>
                <a:lnTo>
                  <a:pt x="3889" y="2847"/>
                </a:lnTo>
                <a:lnTo>
                  <a:pt x="3895" y="2845"/>
                </a:lnTo>
                <a:lnTo>
                  <a:pt x="3898" y="2843"/>
                </a:lnTo>
                <a:lnTo>
                  <a:pt x="3893" y="2840"/>
                </a:lnTo>
                <a:lnTo>
                  <a:pt x="3886" y="2836"/>
                </a:lnTo>
                <a:lnTo>
                  <a:pt x="3882" y="2830"/>
                </a:lnTo>
                <a:lnTo>
                  <a:pt x="3878" y="2825"/>
                </a:lnTo>
                <a:lnTo>
                  <a:pt x="3875" y="2820"/>
                </a:lnTo>
                <a:lnTo>
                  <a:pt x="3871" y="2820"/>
                </a:lnTo>
                <a:lnTo>
                  <a:pt x="3871" y="2847"/>
                </a:lnTo>
                <a:lnTo>
                  <a:pt x="3848" y="2845"/>
                </a:lnTo>
                <a:lnTo>
                  <a:pt x="3820" y="2845"/>
                </a:lnTo>
                <a:lnTo>
                  <a:pt x="3793" y="2847"/>
                </a:lnTo>
                <a:lnTo>
                  <a:pt x="3766" y="2849"/>
                </a:lnTo>
                <a:lnTo>
                  <a:pt x="3740" y="2854"/>
                </a:lnTo>
                <a:lnTo>
                  <a:pt x="3722" y="2861"/>
                </a:lnTo>
                <a:lnTo>
                  <a:pt x="3718" y="2863"/>
                </a:lnTo>
                <a:lnTo>
                  <a:pt x="3718" y="2867"/>
                </a:lnTo>
                <a:lnTo>
                  <a:pt x="3717" y="2870"/>
                </a:lnTo>
                <a:lnTo>
                  <a:pt x="3717" y="2876"/>
                </a:lnTo>
                <a:lnTo>
                  <a:pt x="3715" y="2878"/>
                </a:lnTo>
                <a:lnTo>
                  <a:pt x="3713" y="2881"/>
                </a:lnTo>
                <a:lnTo>
                  <a:pt x="3709" y="2883"/>
                </a:lnTo>
                <a:lnTo>
                  <a:pt x="3706" y="2885"/>
                </a:lnTo>
                <a:lnTo>
                  <a:pt x="3706" y="2885"/>
                </a:lnTo>
                <a:lnTo>
                  <a:pt x="3706" y="2885"/>
                </a:lnTo>
                <a:lnTo>
                  <a:pt x="3698" y="2889"/>
                </a:lnTo>
                <a:lnTo>
                  <a:pt x="3688" y="2894"/>
                </a:lnTo>
                <a:lnTo>
                  <a:pt x="3677" y="2898"/>
                </a:lnTo>
                <a:lnTo>
                  <a:pt x="3673" y="2901"/>
                </a:lnTo>
                <a:lnTo>
                  <a:pt x="3673" y="2905"/>
                </a:lnTo>
                <a:lnTo>
                  <a:pt x="3678" y="2905"/>
                </a:lnTo>
                <a:lnTo>
                  <a:pt x="3682" y="2907"/>
                </a:lnTo>
                <a:lnTo>
                  <a:pt x="3686" y="2907"/>
                </a:lnTo>
                <a:lnTo>
                  <a:pt x="3689" y="2909"/>
                </a:lnTo>
                <a:lnTo>
                  <a:pt x="3691" y="2901"/>
                </a:lnTo>
                <a:lnTo>
                  <a:pt x="3693" y="2898"/>
                </a:lnTo>
                <a:lnTo>
                  <a:pt x="3695" y="2894"/>
                </a:lnTo>
                <a:lnTo>
                  <a:pt x="3698" y="2892"/>
                </a:lnTo>
                <a:lnTo>
                  <a:pt x="3700" y="2889"/>
                </a:lnTo>
                <a:lnTo>
                  <a:pt x="3706" y="2885"/>
                </a:lnTo>
                <a:lnTo>
                  <a:pt x="3706" y="2885"/>
                </a:lnTo>
                <a:lnTo>
                  <a:pt x="3708" y="2887"/>
                </a:lnTo>
                <a:lnTo>
                  <a:pt x="3709" y="2887"/>
                </a:lnTo>
                <a:lnTo>
                  <a:pt x="3711" y="2887"/>
                </a:lnTo>
                <a:lnTo>
                  <a:pt x="3711" y="2887"/>
                </a:lnTo>
                <a:lnTo>
                  <a:pt x="3713" y="2889"/>
                </a:lnTo>
                <a:lnTo>
                  <a:pt x="3722" y="2903"/>
                </a:lnTo>
                <a:lnTo>
                  <a:pt x="3726" y="2918"/>
                </a:lnTo>
                <a:lnTo>
                  <a:pt x="3726" y="2936"/>
                </a:lnTo>
                <a:lnTo>
                  <a:pt x="3706" y="2932"/>
                </a:lnTo>
                <a:lnTo>
                  <a:pt x="3706" y="2936"/>
                </a:lnTo>
                <a:lnTo>
                  <a:pt x="3708" y="2940"/>
                </a:lnTo>
                <a:lnTo>
                  <a:pt x="3709" y="2943"/>
                </a:lnTo>
                <a:lnTo>
                  <a:pt x="3711" y="2947"/>
                </a:lnTo>
                <a:lnTo>
                  <a:pt x="3713" y="2952"/>
                </a:lnTo>
                <a:lnTo>
                  <a:pt x="3708" y="2952"/>
                </a:lnTo>
                <a:lnTo>
                  <a:pt x="3704" y="2952"/>
                </a:lnTo>
                <a:lnTo>
                  <a:pt x="3702" y="2954"/>
                </a:lnTo>
                <a:lnTo>
                  <a:pt x="3700" y="2954"/>
                </a:lnTo>
                <a:lnTo>
                  <a:pt x="3700" y="2954"/>
                </a:lnTo>
                <a:lnTo>
                  <a:pt x="3698" y="2958"/>
                </a:lnTo>
                <a:lnTo>
                  <a:pt x="3697" y="2960"/>
                </a:lnTo>
                <a:lnTo>
                  <a:pt x="3700" y="2960"/>
                </a:lnTo>
                <a:lnTo>
                  <a:pt x="3711" y="2969"/>
                </a:lnTo>
                <a:lnTo>
                  <a:pt x="3720" y="2970"/>
                </a:lnTo>
                <a:lnTo>
                  <a:pt x="3731" y="2972"/>
                </a:lnTo>
                <a:lnTo>
                  <a:pt x="3746" y="2976"/>
                </a:lnTo>
                <a:lnTo>
                  <a:pt x="3755" y="2981"/>
                </a:lnTo>
                <a:lnTo>
                  <a:pt x="3768" y="2990"/>
                </a:lnTo>
                <a:lnTo>
                  <a:pt x="3778" y="2998"/>
                </a:lnTo>
                <a:lnTo>
                  <a:pt x="3789" y="3005"/>
                </a:lnTo>
                <a:lnTo>
                  <a:pt x="3782" y="3025"/>
                </a:lnTo>
                <a:lnTo>
                  <a:pt x="3773" y="3045"/>
                </a:lnTo>
                <a:lnTo>
                  <a:pt x="3768" y="3041"/>
                </a:lnTo>
                <a:lnTo>
                  <a:pt x="3766" y="3040"/>
                </a:lnTo>
                <a:lnTo>
                  <a:pt x="3762" y="3038"/>
                </a:lnTo>
                <a:lnTo>
                  <a:pt x="3760" y="3036"/>
                </a:lnTo>
                <a:lnTo>
                  <a:pt x="3757" y="3034"/>
                </a:lnTo>
                <a:lnTo>
                  <a:pt x="3753" y="3032"/>
                </a:lnTo>
                <a:lnTo>
                  <a:pt x="3751" y="3038"/>
                </a:lnTo>
                <a:lnTo>
                  <a:pt x="3749" y="3043"/>
                </a:lnTo>
                <a:lnTo>
                  <a:pt x="3748" y="3047"/>
                </a:lnTo>
                <a:lnTo>
                  <a:pt x="3744" y="3049"/>
                </a:lnTo>
                <a:lnTo>
                  <a:pt x="3740" y="3050"/>
                </a:lnTo>
                <a:lnTo>
                  <a:pt x="3733" y="3052"/>
                </a:lnTo>
                <a:lnTo>
                  <a:pt x="3733" y="3043"/>
                </a:lnTo>
                <a:lnTo>
                  <a:pt x="3733" y="3036"/>
                </a:lnTo>
                <a:lnTo>
                  <a:pt x="3733" y="3030"/>
                </a:lnTo>
                <a:lnTo>
                  <a:pt x="3733" y="3029"/>
                </a:lnTo>
                <a:lnTo>
                  <a:pt x="3724" y="3012"/>
                </a:lnTo>
                <a:lnTo>
                  <a:pt x="3709" y="3010"/>
                </a:lnTo>
                <a:lnTo>
                  <a:pt x="3700" y="3009"/>
                </a:lnTo>
                <a:lnTo>
                  <a:pt x="3691" y="3007"/>
                </a:lnTo>
                <a:lnTo>
                  <a:pt x="3680" y="3003"/>
                </a:lnTo>
                <a:lnTo>
                  <a:pt x="3680" y="2998"/>
                </a:lnTo>
                <a:lnTo>
                  <a:pt x="3678" y="2992"/>
                </a:lnTo>
                <a:lnTo>
                  <a:pt x="3677" y="2989"/>
                </a:lnTo>
                <a:lnTo>
                  <a:pt x="3675" y="2987"/>
                </a:lnTo>
                <a:lnTo>
                  <a:pt x="3669" y="2985"/>
                </a:lnTo>
                <a:lnTo>
                  <a:pt x="3664" y="2985"/>
                </a:lnTo>
                <a:lnTo>
                  <a:pt x="3657" y="2983"/>
                </a:lnTo>
                <a:lnTo>
                  <a:pt x="3657" y="2980"/>
                </a:lnTo>
                <a:lnTo>
                  <a:pt x="3653" y="2980"/>
                </a:lnTo>
                <a:lnTo>
                  <a:pt x="3658" y="2996"/>
                </a:lnTo>
                <a:lnTo>
                  <a:pt x="3662" y="3012"/>
                </a:lnTo>
                <a:lnTo>
                  <a:pt x="3660" y="3027"/>
                </a:lnTo>
                <a:lnTo>
                  <a:pt x="3653" y="3030"/>
                </a:lnTo>
                <a:lnTo>
                  <a:pt x="3646" y="3034"/>
                </a:lnTo>
                <a:lnTo>
                  <a:pt x="3640" y="3040"/>
                </a:lnTo>
                <a:lnTo>
                  <a:pt x="3628" y="3036"/>
                </a:lnTo>
                <a:lnTo>
                  <a:pt x="3628" y="3016"/>
                </a:lnTo>
                <a:lnTo>
                  <a:pt x="3597" y="3010"/>
                </a:lnTo>
                <a:lnTo>
                  <a:pt x="3597" y="3030"/>
                </a:lnTo>
                <a:lnTo>
                  <a:pt x="3591" y="3034"/>
                </a:lnTo>
                <a:lnTo>
                  <a:pt x="3589" y="3036"/>
                </a:lnTo>
                <a:lnTo>
                  <a:pt x="3586" y="3036"/>
                </a:lnTo>
                <a:lnTo>
                  <a:pt x="3582" y="3038"/>
                </a:lnTo>
                <a:lnTo>
                  <a:pt x="3577" y="3040"/>
                </a:lnTo>
                <a:lnTo>
                  <a:pt x="3560" y="3032"/>
                </a:lnTo>
                <a:lnTo>
                  <a:pt x="3542" y="3029"/>
                </a:lnTo>
                <a:lnTo>
                  <a:pt x="3524" y="3027"/>
                </a:lnTo>
                <a:lnTo>
                  <a:pt x="3515" y="3009"/>
                </a:lnTo>
                <a:lnTo>
                  <a:pt x="3502" y="2994"/>
                </a:lnTo>
                <a:lnTo>
                  <a:pt x="3484" y="2983"/>
                </a:lnTo>
                <a:lnTo>
                  <a:pt x="3464" y="2983"/>
                </a:lnTo>
                <a:lnTo>
                  <a:pt x="3444" y="2954"/>
                </a:lnTo>
                <a:lnTo>
                  <a:pt x="3438" y="2956"/>
                </a:lnTo>
                <a:lnTo>
                  <a:pt x="3433" y="2958"/>
                </a:lnTo>
                <a:lnTo>
                  <a:pt x="3428" y="2958"/>
                </a:lnTo>
                <a:lnTo>
                  <a:pt x="3418" y="2958"/>
                </a:lnTo>
                <a:lnTo>
                  <a:pt x="3418" y="2954"/>
                </a:lnTo>
                <a:lnTo>
                  <a:pt x="3418" y="2952"/>
                </a:lnTo>
                <a:lnTo>
                  <a:pt x="3418" y="2950"/>
                </a:lnTo>
                <a:lnTo>
                  <a:pt x="3417" y="2949"/>
                </a:lnTo>
                <a:lnTo>
                  <a:pt x="3415" y="2947"/>
                </a:lnTo>
                <a:lnTo>
                  <a:pt x="3411" y="2949"/>
                </a:lnTo>
                <a:lnTo>
                  <a:pt x="3404" y="2952"/>
                </a:lnTo>
                <a:lnTo>
                  <a:pt x="3398" y="2954"/>
                </a:lnTo>
                <a:lnTo>
                  <a:pt x="3402" y="2958"/>
                </a:lnTo>
                <a:lnTo>
                  <a:pt x="3404" y="2961"/>
                </a:lnTo>
                <a:lnTo>
                  <a:pt x="3404" y="2963"/>
                </a:lnTo>
                <a:lnTo>
                  <a:pt x="3406" y="2967"/>
                </a:lnTo>
                <a:lnTo>
                  <a:pt x="3406" y="2972"/>
                </a:lnTo>
                <a:lnTo>
                  <a:pt x="3408" y="2978"/>
                </a:lnTo>
                <a:lnTo>
                  <a:pt x="3398" y="2978"/>
                </a:lnTo>
                <a:lnTo>
                  <a:pt x="3377" y="2987"/>
                </a:lnTo>
                <a:lnTo>
                  <a:pt x="3353" y="2990"/>
                </a:lnTo>
                <a:lnTo>
                  <a:pt x="3326" y="2989"/>
                </a:lnTo>
                <a:lnTo>
                  <a:pt x="3298" y="2983"/>
                </a:lnTo>
                <a:lnTo>
                  <a:pt x="3271" y="2978"/>
                </a:lnTo>
                <a:lnTo>
                  <a:pt x="3242" y="2974"/>
                </a:lnTo>
                <a:lnTo>
                  <a:pt x="3213" y="2974"/>
                </a:lnTo>
                <a:lnTo>
                  <a:pt x="3186" y="2981"/>
                </a:lnTo>
                <a:lnTo>
                  <a:pt x="3153" y="2992"/>
                </a:lnTo>
                <a:lnTo>
                  <a:pt x="3118" y="3007"/>
                </a:lnTo>
                <a:lnTo>
                  <a:pt x="3084" y="3021"/>
                </a:lnTo>
                <a:lnTo>
                  <a:pt x="3051" y="3040"/>
                </a:lnTo>
                <a:lnTo>
                  <a:pt x="3026" y="3060"/>
                </a:lnTo>
                <a:lnTo>
                  <a:pt x="3020" y="3067"/>
                </a:lnTo>
                <a:lnTo>
                  <a:pt x="3017" y="3078"/>
                </a:lnTo>
                <a:lnTo>
                  <a:pt x="3011" y="3090"/>
                </a:lnTo>
                <a:lnTo>
                  <a:pt x="3006" y="3098"/>
                </a:lnTo>
                <a:lnTo>
                  <a:pt x="2993" y="3107"/>
                </a:lnTo>
                <a:lnTo>
                  <a:pt x="2978" y="3112"/>
                </a:lnTo>
                <a:lnTo>
                  <a:pt x="2966" y="3121"/>
                </a:lnTo>
                <a:lnTo>
                  <a:pt x="2949" y="3121"/>
                </a:lnTo>
                <a:lnTo>
                  <a:pt x="2949" y="3134"/>
                </a:lnTo>
                <a:lnTo>
                  <a:pt x="2933" y="3140"/>
                </a:lnTo>
                <a:lnTo>
                  <a:pt x="2918" y="3147"/>
                </a:lnTo>
                <a:lnTo>
                  <a:pt x="2904" y="3152"/>
                </a:lnTo>
                <a:lnTo>
                  <a:pt x="2886" y="3156"/>
                </a:lnTo>
                <a:lnTo>
                  <a:pt x="2886" y="3152"/>
                </a:lnTo>
                <a:lnTo>
                  <a:pt x="2886" y="3149"/>
                </a:lnTo>
                <a:lnTo>
                  <a:pt x="2888" y="3147"/>
                </a:lnTo>
                <a:lnTo>
                  <a:pt x="2888" y="3145"/>
                </a:lnTo>
                <a:lnTo>
                  <a:pt x="2888" y="3143"/>
                </a:lnTo>
                <a:lnTo>
                  <a:pt x="2886" y="3141"/>
                </a:lnTo>
                <a:lnTo>
                  <a:pt x="2884" y="3140"/>
                </a:lnTo>
                <a:lnTo>
                  <a:pt x="2886" y="3140"/>
                </a:lnTo>
                <a:lnTo>
                  <a:pt x="2888" y="3134"/>
                </a:lnTo>
                <a:lnTo>
                  <a:pt x="2886" y="3129"/>
                </a:lnTo>
                <a:lnTo>
                  <a:pt x="2886" y="3123"/>
                </a:lnTo>
                <a:lnTo>
                  <a:pt x="2886" y="3121"/>
                </a:lnTo>
                <a:lnTo>
                  <a:pt x="2888" y="3121"/>
                </a:lnTo>
                <a:lnTo>
                  <a:pt x="2886" y="3121"/>
                </a:lnTo>
                <a:lnTo>
                  <a:pt x="2886" y="3123"/>
                </a:lnTo>
                <a:lnTo>
                  <a:pt x="2886" y="3123"/>
                </a:lnTo>
                <a:lnTo>
                  <a:pt x="2884" y="3127"/>
                </a:lnTo>
                <a:lnTo>
                  <a:pt x="2880" y="3129"/>
                </a:lnTo>
                <a:lnTo>
                  <a:pt x="2878" y="3132"/>
                </a:lnTo>
                <a:lnTo>
                  <a:pt x="2875" y="3134"/>
                </a:lnTo>
                <a:lnTo>
                  <a:pt x="2873" y="3136"/>
                </a:lnTo>
                <a:lnTo>
                  <a:pt x="2873" y="3138"/>
                </a:lnTo>
                <a:lnTo>
                  <a:pt x="2873" y="3138"/>
                </a:lnTo>
                <a:lnTo>
                  <a:pt x="2878" y="3138"/>
                </a:lnTo>
                <a:lnTo>
                  <a:pt x="2880" y="3138"/>
                </a:lnTo>
                <a:lnTo>
                  <a:pt x="2882" y="3140"/>
                </a:lnTo>
                <a:lnTo>
                  <a:pt x="2884" y="3140"/>
                </a:lnTo>
                <a:lnTo>
                  <a:pt x="2884" y="3140"/>
                </a:lnTo>
                <a:lnTo>
                  <a:pt x="2880" y="3147"/>
                </a:lnTo>
                <a:lnTo>
                  <a:pt x="2875" y="3156"/>
                </a:lnTo>
                <a:lnTo>
                  <a:pt x="2873" y="3165"/>
                </a:lnTo>
                <a:lnTo>
                  <a:pt x="2869" y="3167"/>
                </a:lnTo>
                <a:lnTo>
                  <a:pt x="2866" y="3169"/>
                </a:lnTo>
                <a:lnTo>
                  <a:pt x="2864" y="3167"/>
                </a:lnTo>
                <a:lnTo>
                  <a:pt x="2862" y="3167"/>
                </a:lnTo>
                <a:lnTo>
                  <a:pt x="2860" y="3165"/>
                </a:lnTo>
                <a:lnTo>
                  <a:pt x="2860" y="3163"/>
                </a:lnTo>
                <a:lnTo>
                  <a:pt x="2858" y="3161"/>
                </a:lnTo>
                <a:lnTo>
                  <a:pt x="2855" y="3160"/>
                </a:lnTo>
                <a:lnTo>
                  <a:pt x="2851" y="3158"/>
                </a:lnTo>
                <a:lnTo>
                  <a:pt x="2846" y="3156"/>
                </a:lnTo>
                <a:lnTo>
                  <a:pt x="2844" y="3165"/>
                </a:lnTo>
                <a:lnTo>
                  <a:pt x="2842" y="3172"/>
                </a:lnTo>
                <a:lnTo>
                  <a:pt x="2838" y="3178"/>
                </a:lnTo>
                <a:lnTo>
                  <a:pt x="2835" y="3181"/>
                </a:lnTo>
                <a:lnTo>
                  <a:pt x="2828" y="3183"/>
                </a:lnTo>
                <a:lnTo>
                  <a:pt x="2817" y="3183"/>
                </a:lnTo>
                <a:lnTo>
                  <a:pt x="2817" y="3203"/>
                </a:lnTo>
                <a:lnTo>
                  <a:pt x="2813" y="3209"/>
                </a:lnTo>
                <a:lnTo>
                  <a:pt x="2808" y="3212"/>
                </a:lnTo>
                <a:lnTo>
                  <a:pt x="2804" y="3218"/>
                </a:lnTo>
                <a:lnTo>
                  <a:pt x="2800" y="3223"/>
                </a:lnTo>
                <a:lnTo>
                  <a:pt x="2793" y="3227"/>
                </a:lnTo>
                <a:lnTo>
                  <a:pt x="2791" y="3227"/>
                </a:lnTo>
                <a:lnTo>
                  <a:pt x="2789" y="3227"/>
                </a:lnTo>
                <a:lnTo>
                  <a:pt x="2786" y="3225"/>
                </a:lnTo>
                <a:lnTo>
                  <a:pt x="2782" y="3225"/>
                </a:lnTo>
                <a:lnTo>
                  <a:pt x="2777" y="3223"/>
                </a:lnTo>
                <a:lnTo>
                  <a:pt x="2777" y="3227"/>
                </a:lnTo>
                <a:lnTo>
                  <a:pt x="2782" y="3238"/>
                </a:lnTo>
                <a:lnTo>
                  <a:pt x="2784" y="3250"/>
                </a:lnTo>
                <a:lnTo>
                  <a:pt x="2784" y="3269"/>
                </a:lnTo>
                <a:lnTo>
                  <a:pt x="2780" y="3287"/>
                </a:lnTo>
                <a:lnTo>
                  <a:pt x="2775" y="3303"/>
                </a:lnTo>
                <a:lnTo>
                  <a:pt x="2769" y="3318"/>
                </a:lnTo>
                <a:lnTo>
                  <a:pt x="2769" y="3320"/>
                </a:lnTo>
                <a:lnTo>
                  <a:pt x="2768" y="3321"/>
                </a:lnTo>
                <a:lnTo>
                  <a:pt x="2764" y="3325"/>
                </a:lnTo>
                <a:lnTo>
                  <a:pt x="2762" y="3330"/>
                </a:lnTo>
                <a:lnTo>
                  <a:pt x="2758" y="3334"/>
                </a:lnTo>
                <a:lnTo>
                  <a:pt x="2757" y="3338"/>
                </a:lnTo>
                <a:lnTo>
                  <a:pt x="2755" y="3340"/>
                </a:lnTo>
                <a:lnTo>
                  <a:pt x="2753" y="3341"/>
                </a:lnTo>
                <a:lnTo>
                  <a:pt x="2762" y="3354"/>
                </a:lnTo>
                <a:lnTo>
                  <a:pt x="2769" y="3374"/>
                </a:lnTo>
                <a:lnTo>
                  <a:pt x="2777" y="3398"/>
                </a:lnTo>
                <a:lnTo>
                  <a:pt x="2782" y="3421"/>
                </a:lnTo>
                <a:lnTo>
                  <a:pt x="2788" y="3443"/>
                </a:lnTo>
                <a:lnTo>
                  <a:pt x="2793" y="3460"/>
                </a:lnTo>
                <a:lnTo>
                  <a:pt x="2798" y="3467"/>
                </a:lnTo>
                <a:lnTo>
                  <a:pt x="2804" y="3470"/>
                </a:lnTo>
                <a:lnTo>
                  <a:pt x="2809" y="3474"/>
                </a:lnTo>
                <a:lnTo>
                  <a:pt x="2815" y="3480"/>
                </a:lnTo>
                <a:lnTo>
                  <a:pt x="2818" y="3492"/>
                </a:lnTo>
                <a:lnTo>
                  <a:pt x="2813" y="3492"/>
                </a:lnTo>
                <a:lnTo>
                  <a:pt x="2813" y="3496"/>
                </a:lnTo>
                <a:lnTo>
                  <a:pt x="2798" y="3498"/>
                </a:lnTo>
                <a:lnTo>
                  <a:pt x="2788" y="3500"/>
                </a:lnTo>
                <a:lnTo>
                  <a:pt x="2777" y="3501"/>
                </a:lnTo>
                <a:lnTo>
                  <a:pt x="2762" y="3503"/>
                </a:lnTo>
                <a:lnTo>
                  <a:pt x="2749" y="3489"/>
                </a:lnTo>
                <a:lnTo>
                  <a:pt x="2737" y="3483"/>
                </a:lnTo>
                <a:lnTo>
                  <a:pt x="2722" y="3481"/>
                </a:lnTo>
                <a:lnTo>
                  <a:pt x="2708" y="3481"/>
                </a:lnTo>
                <a:lnTo>
                  <a:pt x="2689" y="3480"/>
                </a:lnTo>
                <a:lnTo>
                  <a:pt x="2669" y="3474"/>
                </a:lnTo>
                <a:lnTo>
                  <a:pt x="2666" y="3472"/>
                </a:lnTo>
                <a:lnTo>
                  <a:pt x="2662" y="3469"/>
                </a:lnTo>
                <a:lnTo>
                  <a:pt x="2660" y="3465"/>
                </a:lnTo>
                <a:lnTo>
                  <a:pt x="2658" y="3461"/>
                </a:lnTo>
                <a:lnTo>
                  <a:pt x="2657" y="3458"/>
                </a:lnTo>
                <a:lnTo>
                  <a:pt x="2653" y="3454"/>
                </a:lnTo>
                <a:lnTo>
                  <a:pt x="2618" y="3450"/>
                </a:lnTo>
                <a:lnTo>
                  <a:pt x="2615" y="3449"/>
                </a:lnTo>
                <a:lnTo>
                  <a:pt x="2615" y="3445"/>
                </a:lnTo>
                <a:lnTo>
                  <a:pt x="2613" y="3441"/>
                </a:lnTo>
                <a:lnTo>
                  <a:pt x="2611" y="3438"/>
                </a:lnTo>
                <a:lnTo>
                  <a:pt x="2609" y="3434"/>
                </a:lnTo>
                <a:lnTo>
                  <a:pt x="2562" y="3427"/>
                </a:lnTo>
                <a:lnTo>
                  <a:pt x="2558" y="3403"/>
                </a:lnTo>
                <a:lnTo>
                  <a:pt x="2551" y="3380"/>
                </a:lnTo>
                <a:lnTo>
                  <a:pt x="2538" y="3356"/>
                </a:lnTo>
                <a:lnTo>
                  <a:pt x="2528" y="3334"/>
                </a:lnTo>
                <a:lnTo>
                  <a:pt x="2517" y="3309"/>
                </a:lnTo>
                <a:lnTo>
                  <a:pt x="2509" y="3280"/>
                </a:lnTo>
                <a:lnTo>
                  <a:pt x="2506" y="3249"/>
                </a:lnTo>
                <a:lnTo>
                  <a:pt x="2484" y="3236"/>
                </a:lnTo>
                <a:lnTo>
                  <a:pt x="2464" y="3214"/>
                </a:lnTo>
                <a:lnTo>
                  <a:pt x="2442" y="3185"/>
                </a:lnTo>
                <a:lnTo>
                  <a:pt x="2422" y="3152"/>
                </a:lnTo>
                <a:lnTo>
                  <a:pt x="2404" y="3120"/>
                </a:lnTo>
                <a:lnTo>
                  <a:pt x="2389" y="3090"/>
                </a:lnTo>
                <a:lnTo>
                  <a:pt x="2377" y="3065"/>
                </a:lnTo>
                <a:lnTo>
                  <a:pt x="2364" y="3041"/>
                </a:lnTo>
                <a:lnTo>
                  <a:pt x="2348" y="3014"/>
                </a:lnTo>
                <a:lnTo>
                  <a:pt x="2324" y="2990"/>
                </a:lnTo>
                <a:lnTo>
                  <a:pt x="2300" y="2972"/>
                </a:lnTo>
                <a:lnTo>
                  <a:pt x="2273" y="2961"/>
                </a:lnTo>
                <a:lnTo>
                  <a:pt x="2273" y="2947"/>
                </a:lnTo>
                <a:lnTo>
                  <a:pt x="2269" y="2943"/>
                </a:lnTo>
                <a:lnTo>
                  <a:pt x="2266" y="2940"/>
                </a:lnTo>
                <a:lnTo>
                  <a:pt x="2264" y="2936"/>
                </a:lnTo>
                <a:lnTo>
                  <a:pt x="2260" y="2930"/>
                </a:lnTo>
                <a:lnTo>
                  <a:pt x="2242" y="2934"/>
                </a:lnTo>
                <a:lnTo>
                  <a:pt x="2217" y="2934"/>
                </a:lnTo>
                <a:lnTo>
                  <a:pt x="2189" y="2930"/>
                </a:lnTo>
                <a:lnTo>
                  <a:pt x="2188" y="2929"/>
                </a:lnTo>
                <a:lnTo>
                  <a:pt x="2184" y="2927"/>
                </a:lnTo>
                <a:lnTo>
                  <a:pt x="2182" y="2923"/>
                </a:lnTo>
                <a:lnTo>
                  <a:pt x="2178" y="2921"/>
                </a:lnTo>
                <a:lnTo>
                  <a:pt x="2175" y="2920"/>
                </a:lnTo>
                <a:lnTo>
                  <a:pt x="2173" y="2918"/>
                </a:lnTo>
                <a:lnTo>
                  <a:pt x="2168" y="2920"/>
                </a:lnTo>
                <a:lnTo>
                  <a:pt x="2155" y="2923"/>
                </a:lnTo>
                <a:lnTo>
                  <a:pt x="2140" y="2927"/>
                </a:lnTo>
                <a:lnTo>
                  <a:pt x="2126" y="2929"/>
                </a:lnTo>
                <a:lnTo>
                  <a:pt x="2117" y="2947"/>
                </a:lnTo>
                <a:lnTo>
                  <a:pt x="2108" y="2965"/>
                </a:lnTo>
                <a:lnTo>
                  <a:pt x="2098" y="2983"/>
                </a:lnTo>
                <a:lnTo>
                  <a:pt x="2093" y="3005"/>
                </a:lnTo>
                <a:lnTo>
                  <a:pt x="2082" y="3005"/>
                </a:lnTo>
                <a:lnTo>
                  <a:pt x="2077" y="3016"/>
                </a:lnTo>
                <a:lnTo>
                  <a:pt x="2068" y="3023"/>
                </a:lnTo>
                <a:lnTo>
                  <a:pt x="2055" y="3027"/>
                </a:lnTo>
                <a:lnTo>
                  <a:pt x="2038" y="3027"/>
                </a:lnTo>
                <a:lnTo>
                  <a:pt x="2020" y="3014"/>
                </a:lnTo>
                <a:lnTo>
                  <a:pt x="1998" y="3000"/>
                </a:lnTo>
                <a:lnTo>
                  <a:pt x="1973" y="2985"/>
                </a:lnTo>
                <a:lnTo>
                  <a:pt x="1948" y="2969"/>
                </a:lnTo>
                <a:lnTo>
                  <a:pt x="1924" y="2954"/>
                </a:lnTo>
                <a:lnTo>
                  <a:pt x="1906" y="2938"/>
                </a:lnTo>
                <a:lnTo>
                  <a:pt x="1893" y="2923"/>
                </a:lnTo>
                <a:lnTo>
                  <a:pt x="1884" y="2901"/>
                </a:lnTo>
                <a:lnTo>
                  <a:pt x="1878" y="2876"/>
                </a:lnTo>
                <a:lnTo>
                  <a:pt x="1875" y="2849"/>
                </a:lnTo>
                <a:lnTo>
                  <a:pt x="1869" y="2823"/>
                </a:lnTo>
                <a:lnTo>
                  <a:pt x="1862" y="2800"/>
                </a:lnTo>
                <a:lnTo>
                  <a:pt x="1849" y="2781"/>
                </a:lnTo>
                <a:lnTo>
                  <a:pt x="1846" y="2778"/>
                </a:lnTo>
                <a:lnTo>
                  <a:pt x="1844" y="2776"/>
                </a:lnTo>
                <a:lnTo>
                  <a:pt x="1842" y="2776"/>
                </a:lnTo>
                <a:lnTo>
                  <a:pt x="1840" y="2774"/>
                </a:lnTo>
                <a:lnTo>
                  <a:pt x="1838" y="2774"/>
                </a:lnTo>
                <a:lnTo>
                  <a:pt x="1837" y="2774"/>
                </a:lnTo>
                <a:lnTo>
                  <a:pt x="1833" y="2772"/>
                </a:lnTo>
                <a:lnTo>
                  <a:pt x="1829" y="2769"/>
                </a:lnTo>
                <a:lnTo>
                  <a:pt x="1813" y="2749"/>
                </a:lnTo>
                <a:lnTo>
                  <a:pt x="1800" y="2725"/>
                </a:lnTo>
                <a:lnTo>
                  <a:pt x="1786" y="2701"/>
                </a:lnTo>
                <a:lnTo>
                  <a:pt x="1737" y="2665"/>
                </a:lnTo>
                <a:lnTo>
                  <a:pt x="1733" y="2649"/>
                </a:lnTo>
                <a:lnTo>
                  <a:pt x="1729" y="2634"/>
                </a:lnTo>
                <a:lnTo>
                  <a:pt x="1677" y="2627"/>
                </a:lnTo>
                <a:lnTo>
                  <a:pt x="1618" y="2620"/>
                </a:lnTo>
                <a:lnTo>
                  <a:pt x="1562" y="2612"/>
                </a:lnTo>
                <a:lnTo>
                  <a:pt x="1509" y="2605"/>
                </a:lnTo>
                <a:lnTo>
                  <a:pt x="1506" y="2656"/>
                </a:lnTo>
                <a:lnTo>
                  <a:pt x="1495" y="2661"/>
                </a:lnTo>
                <a:lnTo>
                  <a:pt x="1482" y="2663"/>
                </a:lnTo>
                <a:lnTo>
                  <a:pt x="1466" y="2663"/>
                </a:lnTo>
                <a:lnTo>
                  <a:pt x="1448" y="2656"/>
                </a:lnTo>
                <a:lnTo>
                  <a:pt x="1426" y="2654"/>
                </a:lnTo>
                <a:lnTo>
                  <a:pt x="1402" y="2654"/>
                </a:lnTo>
                <a:lnTo>
                  <a:pt x="1378" y="2652"/>
                </a:lnTo>
                <a:lnTo>
                  <a:pt x="1333" y="2643"/>
                </a:lnTo>
                <a:lnTo>
                  <a:pt x="1286" y="2640"/>
                </a:lnTo>
                <a:lnTo>
                  <a:pt x="1238" y="2636"/>
                </a:lnTo>
                <a:lnTo>
                  <a:pt x="1191" y="2627"/>
                </a:lnTo>
                <a:lnTo>
                  <a:pt x="1164" y="2618"/>
                </a:lnTo>
                <a:lnTo>
                  <a:pt x="1140" y="2603"/>
                </a:lnTo>
                <a:lnTo>
                  <a:pt x="1117" y="2589"/>
                </a:lnTo>
                <a:lnTo>
                  <a:pt x="1095" y="2574"/>
                </a:lnTo>
                <a:lnTo>
                  <a:pt x="1044" y="2543"/>
                </a:lnTo>
                <a:lnTo>
                  <a:pt x="997" y="2514"/>
                </a:lnTo>
                <a:lnTo>
                  <a:pt x="949" y="2487"/>
                </a:lnTo>
                <a:lnTo>
                  <a:pt x="900" y="2454"/>
                </a:lnTo>
                <a:lnTo>
                  <a:pt x="884" y="2447"/>
                </a:lnTo>
                <a:lnTo>
                  <a:pt x="868" y="2441"/>
                </a:lnTo>
                <a:lnTo>
                  <a:pt x="851" y="2434"/>
                </a:lnTo>
                <a:lnTo>
                  <a:pt x="837" y="2429"/>
                </a:lnTo>
                <a:lnTo>
                  <a:pt x="822" y="2420"/>
                </a:lnTo>
                <a:lnTo>
                  <a:pt x="813" y="2407"/>
                </a:lnTo>
                <a:lnTo>
                  <a:pt x="808" y="2390"/>
                </a:lnTo>
                <a:lnTo>
                  <a:pt x="811" y="2389"/>
                </a:lnTo>
                <a:lnTo>
                  <a:pt x="811" y="2387"/>
                </a:lnTo>
                <a:lnTo>
                  <a:pt x="813" y="2385"/>
                </a:lnTo>
                <a:lnTo>
                  <a:pt x="815" y="2383"/>
                </a:lnTo>
                <a:lnTo>
                  <a:pt x="780" y="2383"/>
                </a:lnTo>
                <a:lnTo>
                  <a:pt x="766" y="2378"/>
                </a:lnTo>
                <a:lnTo>
                  <a:pt x="740" y="2372"/>
                </a:lnTo>
                <a:lnTo>
                  <a:pt x="709" y="2369"/>
                </a:lnTo>
                <a:lnTo>
                  <a:pt x="675" y="2365"/>
                </a:lnTo>
                <a:lnTo>
                  <a:pt x="638" y="2363"/>
                </a:lnTo>
                <a:lnTo>
                  <a:pt x="606" y="2360"/>
                </a:lnTo>
                <a:lnTo>
                  <a:pt x="577" y="2358"/>
                </a:lnTo>
                <a:lnTo>
                  <a:pt x="557" y="2358"/>
                </a:lnTo>
                <a:lnTo>
                  <a:pt x="553" y="2352"/>
                </a:lnTo>
                <a:lnTo>
                  <a:pt x="551" y="2350"/>
                </a:lnTo>
                <a:lnTo>
                  <a:pt x="549" y="2347"/>
                </a:lnTo>
                <a:lnTo>
                  <a:pt x="548" y="2343"/>
                </a:lnTo>
                <a:lnTo>
                  <a:pt x="546" y="2338"/>
                </a:lnTo>
                <a:lnTo>
                  <a:pt x="546" y="2330"/>
                </a:lnTo>
                <a:lnTo>
                  <a:pt x="540" y="2318"/>
                </a:lnTo>
                <a:lnTo>
                  <a:pt x="540" y="2303"/>
                </a:lnTo>
                <a:lnTo>
                  <a:pt x="542" y="2287"/>
                </a:lnTo>
                <a:lnTo>
                  <a:pt x="542" y="2270"/>
                </a:lnTo>
                <a:lnTo>
                  <a:pt x="540" y="2254"/>
                </a:lnTo>
                <a:lnTo>
                  <a:pt x="535" y="2243"/>
                </a:lnTo>
                <a:lnTo>
                  <a:pt x="522" y="2227"/>
                </a:lnTo>
                <a:lnTo>
                  <a:pt x="508" y="2209"/>
                </a:lnTo>
                <a:lnTo>
                  <a:pt x="491" y="2189"/>
                </a:lnTo>
                <a:lnTo>
                  <a:pt x="475" y="2172"/>
                </a:lnTo>
                <a:lnTo>
                  <a:pt x="462" y="2160"/>
                </a:lnTo>
                <a:lnTo>
                  <a:pt x="451" y="2150"/>
                </a:lnTo>
                <a:lnTo>
                  <a:pt x="448" y="2150"/>
                </a:lnTo>
                <a:lnTo>
                  <a:pt x="440" y="2149"/>
                </a:lnTo>
                <a:lnTo>
                  <a:pt x="433" y="2149"/>
                </a:lnTo>
                <a:lnTo>
                  <a:pt x="424" y="2147"/>
                </a:lnTo>
                <a:lnTo>
                  <a:pt x="424" y="2130"/>
                </a:lnTo>
                <a:lnTo>
                  <a:pt x="422" y="2112"/>
                </a:lnTo>
                <a:lnTo>
                  <a:pt x="422" y="2092"/>
                </a:lnTo>
                <a:lnTo>
                  <a:pt x="420" y="2080"/>
                </a:lnTo>
                <a:lnTo>
                  <a:pt x="400" y="2074"/>
                </a:lnTo>
                <a:lnTo>
                  <a:pt x="378" y="2067"/>
                </a:lnTo>
                <a:lnTo>
                  <a:pt x="358" y="2058"/>
                </a:lnTo>
                <a:lnTo>
                  <a:pt x="344" y="2047"/>
                </a:lnTo>
                <a:lnTo>
                  <a:pt x="338" y="2038"/>
                </a:lnTo>
                <a:lnTo>
                  <a:pt x="335" y="2027"/>
                </a:lnTo>
                <a:lnTo>
                  <a:pt x="331" y="2018"/>
                </a:lnTo>
                <a:lnTo>
                  <a:pt x="326" y="2007"/>
                </a:lnTo>
                <a:lnTo>
                  <a:pt x="317" y="2000"/>
                </a:lnTo>
                <a:lnTo>
                  <a:pt x="297" y="1994"/>
                </a:lnTo>
                <a:lnTo>
                  <a:pt x="277" y="1989"/>
                </a:lnTo>
                <a:lnTo>
                  <a:pt x="257" y="1983"/>
                </a:lnTo>
                <a:lnTo>
                  <a:pt x="237" y="1976"/>
                </a:lnTo>
                <a:lnTo>
                  <a:pt x="220" y="1965"/>
                </a:lnTo>
                <a:lnTo>
                  <a:pt x="209" y="1950"/>
                </a:lnTo>
                <a:lnTo>
                  <a:pt x="204" y="1932"/>
                </a:lnTo>
                <a:lnTo>
                  <a:pt x="209" y="1923"/>
                </a:lnTo>
                <a:lnTo>
                  <a:pt x="215" y="1907"/>
                </a:lnTo>
                <a:lnTo>
                  <a:pt x="220" y="1889"/>
                </a:lnTo>
                <a:lnTo>
                  <a:pt x="224" y="1872"/>
                </a:lnTo>
                <a:lnTo>
                  <a:pt x="209" y="1865"/>
                </a:lnTo>
                <a:lnTo>
                  <a:pt x="204" y="1858"/>
                </a:lnTo>
                <a:lnTo>
                  <a:pt x="202" y="1852"/>
                </a:lnTo>
                <a:lnTo>
                  <a:pt x="202" y="1847"/>
                </a:lnTo>
                <a:lnTo>
                  <a:pt x="206" y="1841"/>
                </a:lnTo>
                <a:lnTo>
                  <a:pt x="206" y="1834"/>
                </a:lnTo>
                <a:lnTo>
                  <a:pt x="202" y="1825"/>
                </a:lnTo>
                <a:lnTo>
                  <a:pt x="193" y="1810"/>
                </a:lnTo>
                <a:lnTo>
                  <a:pt x="180" y="1796"/>
                </a:lnTo>
                <a:lnTo>
                  <a:pt x="171" y="1781"/>
                </a:lnTo>
                <a:lnTo>
                  <a:pt x="157" y="1760"/>
                </a:lnTo>
                <a:lnTo>
                  <a:pt x="140" y="1740"/>
                </a:lnTo>
                <a:lnTo>
                  <a:pt x="126" y="1718"/>
                </a:lnTo>
                <a:lnTo>
                  <a:pt x="118" y="1709"/>
                </a:lnTo>
                <a:lnTo>
                  <a:pt x="111" y="1700"/>
                </a:lnTo>
                <a:lnTo>
                  <a:pt x="106" y="1685"/>
                </a:lnTo>
                <a:lnTo>
                  <a:pt x="109" y="1676"/>
                </a:lnTo>
                <a:lnTo>
                  <a:pt x="109" y="1663"/>
                </a:lnTo>
                <a:lnTo>
                  <a:pt x="113" y="1650"/>
                </a:lnTo>
                <a:lnTo>
                  <a:pt x="117" y="1647"/>
                </a:lnTo>
                <a:lnTo>
                  <a:pt x="118" y="1645"/>
                </a:lnTo>
                <a:lnTo>
                  <a:pt x="124" y="1643"/>
                </a:lnTo>
                <a:lnTo>
                  <a:pt x="128" y="1641"/>
                </a:lnTo>
                <a:lnTo>
                  <a:pt x="131" y="1638"/>
                </a:lnTo>
                <a:lnTo>
                  <a:pt x="131" y="1638"/>
                </a:lnTo>
                <a:lnTo>
                  <a:pt x="133" y="1638"/>
                </a:lnTo>
                <a:lnTo>
                  <a:pt x="133" y="1641"/>
                </a:lnTo>
                <a:lnTo>
                  <a:pt x="133" y="1643"/>
                </a:lnTo>
                <a:lnTo>
                  <a:pt x="135" y="1641"/>
                </a:lnTo>
                <a:lnTo>
                  <a:pt x="135" y="1640"/>
                </a:lnTo>
                <a:lnTo>
                  <a:pt x="135" y="1638"/>
                </a:lnTo>
                <a:lnTo>
                  <a:pt x="135" y="1636"/>
                </a:lnTo>
                <a:lnTo>
                  <a:pt x="133" y="1634"/>
                </a:lnTo>
                <a:lnTo>
                  <a:pt x="133" y="1634"/>
                </a:lnTo>
                <a:lnTo>
                  <a:pt x="131" y="1638"/>
                </a:lnTo>
                <a:lnTo>
                  <a:pt x="113" y="1634"/>
                </a:lnTo>
                <a:lnTo>
                  <a:pt x="106" y="1623"/>
                </a:lnTo>
                <a:lnTo>
                  <a:pt x="98" y="1612"/>
                </a:lnTo>
                <a:lnTo>
                  <a:pt x="93" y="1601"/>
                </a:lnTo>
                <a:lnTo>
                  <a:pt x="88" y="1589"/>
                </a:lnTo>
                <a:lnTo>
                  <a:pt x="84" y="1570"/>
                </a:lnTo>
                <a:lnTo>
                  <a:pt x="91" y="1561"/>
                </a:lnTo>
                <a:lnTo>
                  <a:pt x="91" y="1556"/>
                </a:lnTo>
                <a:lnTo>
                  <a:pt x="88" y="1549"/>
                </a:lnTo>
                <a:lnTo>
                  <a:pt x="84" y="1541"/>
                </a:lnTo>
                <a:lnTo>
                  <a:pt x="84" y="1530"/>
                </a:lnTo>
                <a:lnTo>
                  <a:pt x="88" y="1523"/>
                </a:lnTo>
                <a:lnTo>
                  <a:pt x="93" y="1512"/>
                </a:lnTo>
                <a:lnTo>
                  <a:pt x="97" y="1500"/>
                </a:lnTo>
                <a:lnTo>
                  <a:pt x="80" y="1487"/>
                </a:lnTo>
                <a:lnTo>
                  <a:pt x="71" y="1467"/>
                </a:lnTo>
                <a:lnTo>
                  <a:pt x="66" y="1467"/>
                </a:lnTo>
                <a:lnTo>
                  <a:pt x="62" y="1469"/>
                </a:lnTo>
                <a:lnTo>
                  <a:pt x="60" y="1469"/>
                </a:lnTo>
                <a:lnTo>
                  <a:pt x="58" y="1469"/>
                </a:lnTo>
                <a:lnTo>
                  <a:pt x="57" y="1467"/>
                </a:lnTo>
                <a:lnTo>
                  <a:pt x="57" y="1463"/>
                </a:lnTo>
                <a:lnTo>
                  <a:pt x="57" y="1458"/>
                </a:lnTo>
                <a:lnTo>
                  <a:pt x="55" y="1450"/>
                </a:lnTo>
                <a:lnTo>
                  <a:pt x="60" y="1436"/>
                </a:lnTo>
                <a:lnTo>
                  <a:pt x="58" y="1416"/>
                </a:lnTo>
                <a:lnTo>
                  <a:pt x="51" y="1396"/>
                </a:lnTo>
                <a:lnTo>
                  <a:pt x="38" y="1376"/>
                </a:lnTo>
                <a:lnTo>
                  <a:pt x="28" y="1356"/>
                </a:lnTo>
                <a:lnTo>
                  <a:pt x="17" y="1340"/>
                </a:lnTo>
                <a:lnTo>
                  <a:pt x="11" y="1323"/>
                </a:lnTo>
                <a:lnTo>
                  <a:pt x="11" y="1316"/>
                </a:lnTo>
                <a:lnTo>
                  <a:pt x="11" y="1312"/>
                </a:lnTo>
                <a:lnTo>
                  <a:pt x="13" y="1309"/>
                </a:lnTo>
                <a:lnTo>
                  <a:pt x="13" y="1309"/>
                </a:lnTo>
                <a:lnTo>
                  <a:pt x="15" y="1307"/>
                </a:lnTo>
                <a:lnTo>
                  <a:pt x="17" y="1305"/>
                </a:lnTo>
                <a:lnTo>
                  <a:pt x="18" y="1303"/>
                </a:lnTo>
                <a:lnTo>
                  <a:pt x="13" y="1252"/>
                </a:lnTo>
                <a:lnTo>
                  <a:pt x="18" y="1245"/>
                </a:lnTo>
                <a:lnTo>
                  <a:pt x="26" y="1236"/>
                </a:lnTo>
                <a:lnTo>
                  <a:pt x="31" y="1225"/>
                </a:lnTo>
                <a:lnTo>
                  <a:pt x="33" y="1212"/>
                </a:lnTo>
                <a:lnTo>
                  <a:pt x="29" y="1194"/>
                </a:lnTo>
                <a:lnTo>
                  <a:pt x="24" y="1176"/>
                </a:lnTo>
                <a:lnTo>
                  <a:pt x="17" y="1160"/>
                </a:lnTo>
                <a:lnTo>
                  <a:pt x="9" y="1141"/>
                </a:lnTo>
                <a:lnTo>
                  <a:pt x="2" y="1120"/>
                </a:lnTo>
                <a:lnTo>
                  <a:pt x="0" y="1092"/>
                </a:lnTo>
                <a:lnTo>
                  <a:pt x="15" y="1076"/>
                </a:lnTo>
                <a:lnTo>
                  <a:pt x="33" y="1052"/>
                </a:lnTo>
                <a:lnTo>
                  <a:pt x="49" y="1027"/>
                </a:lnTo>
                <a:lnTo>
                  <a:pt x="62" y="1000"/>
                </a:lnTo>
                <a:lnTo>
                  <a:pt x="71" y="978"/>
                </a:lnTo>
                <a:lnTo>
                  <a:pt x="75" y="965"/>
                </a:lnTo>
                <a:lnTo>
                  <a:pt x="80" y="954"/>
                </a:lnTo>
                <a:lnTo>
                  <a:pt x="82" y="945"/>
                </a:lnTo>
                <a:lnTo>
                  <a:pt x="82" y="940"/>
                </a:lnTo>
                <a:lnTo>
                  <a:pt x="82" y="934"/>
                </a:lnTo>
                <a:lnTo>
                  <a:pt x="84" y="929"/>
                </a:lnTo>
                <a:lnTo>
                  <a:pt x="88" y="925"/>
                </a:lnTo>
                <a:lnTo>
                  <a:pt x="89" y="921"/>
                </a:lnTo>
                <a:lnTo>
                  <a:pt x="89" y="918"/>
                </a:lnTo>
                <a:lnTo>
                  <a:pt x="91" y="912"/>
                </a:lnTo>
                <a:lnTo>
                  <a:pt x="89" y="907"/>
                </a:lnTo>
                <a:lnTo>
                  <a:pt x="89" y="905"/>
                </a:lnTo>
                <a:lnTo>
                  <a:pt x="88" y="901"/>
                </a:lnTo>
                <a:lnTo>
                  <a:pt x="84" y="900"/>
                </a:lnTo>
                <a:lnTo>
                  <a:pt x="82" y="896"/>
                </a:lnTo>
                <a:lnTo>
                  <a:pt x="82" y="894"/>
                </a:lnTo>
                <a:lnTo>
                  <a:pt x="82" y="876"/>
                </a:lnTo>
                <a:lnTo>
                  <a:pt x="88" y="860"/>
                </a:lnTo>
                <a:lnTo>
                  <a:pt x="98" y="841"/>
                </a:lnTo>
                <a:lnTo>
                  <a:pt x="108" y="829"/>
                </a:lnTo>
                <a:lnTo>
                  <a:pt x="113" y="818"/>
                </a:lnTo>
                <a:lnTo>
                  <a:pt x="109" y="765"/>
                </a:lnTo>
                <a:lnTo>
                  <a:pt x="111" y="765"/>
                </a:lnTo>
                <a:lnTo>
                  <a:pt x="115" y="763"/>
                </a:lnTo>
                <a:lnTo>
                  <a:pt x="118" y="761"/>
                </a:lnTo>
                <a:lnTo>
                  <a:pt x="122" y="760"/>
                </a:lnTo>
                <a:lnTo>
                  <a:pt x="124" y="758"/>
                </a:lnTo>
                <a:lnTo>
                  <a:pt x="137" y="734"/>
                </a:lnTo>
                <a:lnTo>
                  <a:pt x="144" y="705"/>
                </a:lnTo>
                <a:lnTo>
                  <a:pt x="157" y="705"/>
                </a:lnTo>
                <a:lnTo>
                  <a:pt x="168" y="678"/>
                </a:lnTo>
                <a:lnTo>
                  <a:pt x="184" y="649"/>
                </a:lnTo>
                <a:lnTo>
                  <a:pt x="198" y="621"/>
                </a:lnTo>
                <a:lnTo>
                  <a:pt x="206" y="581"/>
                </a:lnTo>
                <a:lnTo>
                  <a:pt x="218" y="578"/>
                </a:lnTo>
                <a:lnTo>
                  <a:pt x="222" y="560"/>
                </a:lnTo>
                <a:lnTo>
                  <a:pt x="222" y="540"/>
                </a:lnTo>
                <a:lnTo>
                  <a:pt x="226" y="521"/>
                </a:lnTo>
                <a:lnTo>
                  <a:pt x="235" y="505"/>
                </a:lnTo>
                <a:lnTo>
                  <a:pt x="248" y="485"/>
                </a:lnTo>
                <a:lnTo>
                  <a:pt x="257" y="465"/>
                </a:lnTo>
                <a:lnTo>
                  <a:pt x="264" y="438"/>
                </a:lnTo>
                <a:lnTo>
                  <a:pt x="264" y="410"/>
                </a:lnTo>
                <a:lnTo>
                  <a:pt x="266" y="383"/>
                </a:lnTo>
                <a:lnTo>
                  <a:pt x="269" y="358"/>
                </a:lnTo>
                <a:lnTo>
                  <a:pt x="280" y="334"/>
                </a:lnTo>
                <a:lnTo>
                  <a:pt x="268" y="334"/>
                </a:lnTo>
                <a:lnTo>
                  <a:pt x="269" y="312"/>
                </a:lnTo>
                <a:lnTo>
                  <a:pt x="273" y="294"/>
                </a:lnTo>
                <a:lnTo>
                  <a:pt x="280" y="278"/>
                </a:lnTo>
                <a:lnTo>
                  <a:pt x="291" y="281"/>
                </a:lnTo>
                <a:lnTo>
                  <a:pt x="286" y="263"/>
                </a:lnTo>
                <a:lnTo>
                  <a:pt x="284" y="241"/>
                </a:lnTo>
                <a:lnTo>
                  <a:pt x="284" y="218"/>
                </a:lnTo>
                <a:lnTo>
                  <a:pt x="286" y="194"/>
                </a:lnTo>
                <a:lnTo>
                  <a:pt x="282" y="172"/>
                </a:lnTo>
                <a:lnTo>
                  <a:pt x="282" y="152"/>
                </a:lnTo>
                <a:lnTo>
                  <a:pt x="284" y="130"/>
                </a:lnTo>
                <a:lnTo>
                  <a:pt x="282" y="109"/>
                </a:lnTo>
                <a:lnTo>
                  <a:pt x="277" y="98"/>
                </a:lnTo>
                <a:lnTo>
                  <a:pt x="271" y="89"/>
                </a:lnTo>
                <a:lnTo>
                  <a:pt x="266" y="78"/>
                </a:lnTo>
                <a:lnTo>
                  <a:pt x="266" y="65"/>
                </a:lnTo>
                <a:lnTo>
                  <a:pt x="271" y="49"/>
                </a:lnTo>
                <a:lnTo>
                  <a:pt x="277" y="32"/>
                </a:lnTo>
                <a:lnTo>
                  <a:pt x="280" y="12"/>
                </a:lnTo>
                <a:lnTo>
                  <a:pt x="286" y="12"/>
                </a:lnTo>
                <a:lnTo>
                  <a:pt x="288" y="14"/>
                </a:lnTo>
                <a:lnTo>
                  <a:pt x="289" y="14"/>
                </a:lnTo>
                <a:lnTo>
                  <a:pt x="291" y="14"/>
                </a:lnTo>
                <a:lnTo>
                  <a:pt x="293" y="16"/>
                </a:lnTo>
                <a:lnTo>
                  <a:pt x="308" y="27"/>
                </a:lnTo>
                <a:lnTo>
                  <a:pt x="320" y="43"/>
                </a:lnTo>
                <a:lnTo>
                  <a:pt x="331" y="60"/>
                </a:lnTo>
                <a:lnTo>
                  <a:pt x="342" y="72"/>
                </a:lnTo>
                <a:lnTo>
                  <a:pt x="360" y="83"/>
                </a:lnTo>
                <a:lnTo>
                  <a:pt x="384" y="90"/>
                </a:lnTo>
                <a:lnTo>
                  <a:pt x="409" y="94"/>
                </a:lnTo>
                <a:lnTo>
                  <a:pt x="433" y="101"/>
                </a:lnTo>
                <a:lnTo>
                  <a:pt x="433" y="105"/>
                </a:lnTo>
                <a:lnTo>
                  <a:pt x="433" y="107"/>
                </a:lnTo>
                <a:lnTo>
                  <a:pt x="433" y="109"/>
                </a:lnTo>
                <a:lnTo>
                  <a:pt x="433" y="109"/>
                </a:lnTo>
                <a:lnTo>
                  <a:pt x="433" y="110"/>
                </a:lnTo>
                <a:lnTo>
                  <a:pt x="433" y="112"/>
                </a:lnTo>
                <a:lnTo>
                  <a:pt x="438" y="110"/>
                </a:lnTo>
                <a:lnTo>
                  <a:pt x="442" y="110"/>
                </a:lnTo>
                <a:lnTo>
                  <a:pt x="448" y="109"/>
                </a:lnTo>
                <a:lnTo>
                  <a:pt x="453" y="109"/>
                </a:lnTo>
                <a:lnTo>
                  <a:pt x="462" y="109"/>
                </a:lnTo>
                <a:lnTo>
                  <a:pt x="462" y="127"/>
                </a:lnTo>
                <a:lnTo>
                  <a:pt x="466" y="138"/>
                </a:lnTo>
                <a:lnTo>
                  <a:pt x="469" y="149"/>
                </a:lnTo>
                <a:lnTo>
                  <a:pt x="475" y="161"/>
                </a:lnTo>
                <a:lnTo>
                  <a:pt x="475" y="160"/>
                </a:lnTo>
                <a:lnTo>
                  <a:pt x="477" y="158"/>
                </a:lnTo>
                <a:lnTo>
                  <a:pt x="477" y="158"/>
                </a:lnTo>
                <a:lnTo>
                  <a:pt x="477" y="156"/>
                </a:lnTo>
                <a:lnTo>
                  <a:pt x="478" y="152"/>
                </a:lnTo>
                <a:lnTo>
                  <a:pt x="482" y="150"/>
                </a:lnTo>
                <a:lnTo>
                  <a:pt x="484" y="150"/>
                </a:lnTo>
                <a:lnTo>
                  <a:pt x="486" y="149"/>
                </a:lnTo>
                <a:lnTo>
                  <a:pt x="486" y="147"/>
                </a:lnTo>
                <a:lnTo>
                  <a:pt x="486" y="145"/>
                </a:lnTo>
                <a:lnTo>
                  <a:pt x="486" y="141"/>
                </a:lnTo>
                <a:lnTo>
                  <a:pt x="486" y="136"/>
                </a:lnTo>
                <a:lnTo>
                  <a:pt x="484" y="129"/>
                </a:lnTo>
                <a:lnTo>
                  <a:pt x="482" y="118"/>
                </a:lnTo>
                <a:lnTo>
                  <a:pt x="482" y="110"/>
                </a:lnTo>
                <a:lnTo>
                  <a:pt x="482" y="105"/>
                </a:lnTo>
                <a:lnTo>
                  <a:pt x="478" y="92"/>
                </a:lnTo>
                <a:lnTo>
                  <a:pt x="466" y="92"/>
                </a:lnTo>
                <a:lnTo>
                  <a:pt x="466" y="72"/>
                </a:lnTo>
                <a:lnTo>
                  <a:pt x="482" y="72"/>
                </a:lnTo>
                <a:lnTo>
                  <a:pt x="482" y="69"/>
                </a:lnTo>
                <a:lnTo>
                  <a:pt x="484" y="65"/>
                </a:lnTo>
                <a:lnTo>
                  <a:pt x="484" y="63"/>
                </a:lnTo>
                <a:lnTo>
                  <a:pt x="486" y="60"/>
                </a:lnTo>
                <a:lnTo>
                  <a:pt x="489" y="60"/>
                </a:lnTo>
                <a:lnTo>
                  <a:pt x="489" y="49"/>
                </a:lnTo>
                <a:lnTo>
                  <a:pt x="482" y="36"/>
                </a:lnTo>
                <a:lnTo>
                  <a:pt x="473" y="23"/>
                </a:lnTo>
                <a:lnTo>
                  <a:pt x="469" y="9"/>
                </a:lnTo>
                <a:lnTo>
                  <a:pt x="480" y="3"/>
                </a:lnTo>
                <a:lnTo>
                  <a:pt x="495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300" name="Chart 4"/>
          <p:cNvGraphicFramePr/>
          <p:nvPr/>
        </p:nvGraphicFramePr>
        <p:xfrm>
          <a:off x="9833040" y="3503160"/>
          <a:ext cx="1532880" cy="149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01" name="Chart 4"/>
          <p:cNvGraphicFramePr/>
          <p:nvPr/>
        </p:nvGraphicFramePr>
        <p:xfrm>
          <a:off x="5632200" y="1924560"/>
          <a:ext cx="1532880" cy="149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02" name="CustomShape 2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3" name="CustomShape 3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304" name="Group 4"/>
          <p:cNvGrpSpPr/>
          <p:nvPr/>
        </p:nvGrpSpPr>
        <p:grpSpPr>
          <a:xfrm>
            <a:off x="928800" y="1816560"/>
            <a:ext cx="3553920" cy="925560"/>
            <a:chOff x="928800" y="1816560"/>
            <a:chExt cx="3553920" cy="925560"/>
          </a:xfrm>
        </p:grpSpPr>
        <p:sp>
          <p:nvSpPr>
            <p:cNvPr id="1305" name="CustomShape 5"/>
            <p:cNvSpPr/>
            <p:nvPr/>
          </p:nvSpPr>
          <p:spPr>
            <a:xfrm>
              <a:off x="928800" y="228708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06" name="CustomShape 6"/>
            <p:cNvSpPr/>
            <p:nvPr/>
          </p:nvSpPr>
          <p:spPr>
            <a:xfrm>
              <a:off x="928800" y="1816560"/>
              <a:ext cx="3553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60%</a:t>
              </a:r>
              <a:endParaRPr b="0" lang="en-US" sz="1600" spc="-1" strike="noStrike">
                <a:latin typeface="Arial"/>
              </a:endParaRPr>
            </a:p>
          </p:txBody>
        </p:sp>
      </p:grpSp>
      <p:grpSp>
        <p:nvGrpSpPr>
          <p:cNvPr id="1307" name="Group 7"/>
          <p:cNvGrpSpPr/>
          <p:nvPr/>
        </p:nvGrpSpPr>
        <p:grpSpPr>
          <a:xfrm>
            <a:off x="928800" y="3562560"/>
            <a:ext cx="3553920" cy="914760"/>
            <a:chOff x="928800" y="3562560"/>
            <a:chExt cx="3553920" cy="914760"/>
          </a:xfrm>
        </p:grpSpPr>
        <p:sp>
          <p:nvSpPr>
            <p:cNvPr id="1308" name="CustomShape 8"/>
            <p:cNvSpPr/>
            <p:nvPr/>
          </p:nvSpPr>
          <p:spPr>
            <a:xfrm>
              <a:off x="928800" y="402228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09" name="CustomShape 9"/>
            <p:cNvSpPr/>
            <p:nvPr/>
          </p:nvSpPr>
          <p:spPr>
            <a:xfrm>
              <a:off x="928800" y="3562560"/>
              <a:ext cx="3553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ed1c24"/>
                  </a:solidFill>
                  <a:latin typeface="Arial"/>
                  <a:ea typeface="Arial Unicode MS"/>
                </a:rPr>
                <a:t>70%</a:t>
              </a:r>
              <a:endParaRPr b="0" lang="en-US" sz="1600" spc="-1" strike="noStrike">
                <a:latin typeface="Arial"/>
              </a:endParaRPr>
            </a:p>
          </p:txBody>
        </p:sp>
      </p:grpSp>
      <p:grpSp>
        <p:nvGrpSpPr>
          <p:cNvPr id="1310" name="Group 10"/>
          <p:cNvGrpSpPr/>
          <p:nvPr/>
        </p:nvGrpSpPr>
        <p:grpSpPr>
          <a:xfrm>
            <a:off x="928800" y="5298480"/>
            <a:ext cx="3553920" cy="904320"/>
            <a:chOff x="928800" y="5298480"/>
            <a:chExt cx="3553920" cy="904320"/>
          </a:xfrm>
        </p:grpSpPr>
        <p:sp>
          <p:nvSpPr>
            <p:cNvPr id="1311" name="CustomShape 11"/>
            <p:cNvSpPr/>
            <p:nvPr/>
          </p:nvSpPr>
          <p:spPr>
            <a:xfrm>
              <a:off x="928800" y="5747760"/>
              <a:ext cx="35539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12" name="CustomShape 12"/>
            <p:cNvSpPr/>
            <p:nvPr/>
          </p:nvSpPr>
          <p:spPr>
            <a:xfrm>
              <a:off x="928800" y="5298480"/>
              <a:ext cx="3553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50%</a:t>
              </a:r>
              <a:endParaRPr b="0" lang="en-US" sz="1600" spc="-1" strike="noStrike">
                <a:latin typeface="Arial"/>
              </a:endParaRPr>
            </a:p>
          </p:txBody>
        </p:sp>
      </p:grpSp>
      <p:sp>
        <p:nvSpPr>
          <p:cNvPr id="1313" name="CustomShape 13"/>
          <p:cNvSpPr/>
          <p:nvPr/>
        </p:nvSpPr>
        <p:spPr>
          <a:xfrm>
            <a:off x="5760000" y="2408040"/>
            <a:ext cx="1344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60%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4" name="CustomShape 14"/>
          <p:cNvSpPr/>
          <p:nvPr/>
        </p:nvSpPr>
        <p:spPr>
          <a:xfrm>
            <a:off x="9927720" y="4023360"/>
            <a:ext cx="1344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55%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315" name="Chart 4"/>
          <p:cNvGraphicFramePr/>
          <p:nvPr/>
        </p:nvGraphicFramePr>
        <p:xfrm>
          <a:off x="7817400" y="4464000"/>
          <a:ext cx="1532880" cy="149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16" name="CustomShape 15"/>
          <p:cNvSpPr/>
          <p:nvPr/>
        </p:nvSpPr>
        <p:spPr>
          <a:xfrm>
            <a:off x="7911720" y="4984560"/>
            <a:ext cx="1344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ed1c24"/>
                </a:solidFill>
                <a:latin typeface="Arial"/>
                <a:ea typeface="Arial Unicode MS"/>
              </a:rPr>
              <a:t>70%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7" name="Picture 1372" descr=""/>
          <p:cNvPicPr/>
          <p:nvPr/>
        </p:nvPicPr>
        <p:blipFill>
          <a:blip r:embed="rId4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CustomShape 1"/>
          <p:cNvSpPr/>
          <p:nvPr/>
        </p:nvSpPr>
        <p:spPr>
          <a:xfrm rot="18900000">
            <a:off x="8893800" y="3651120"/>
            <a:ext cx="2610360" cy="2602080"/>
          </a:xfrm>
          <a:prstGeom prst="frame">
            <a:avLst>
              <a:gd name="adj1" fmla="val 483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9" name="CustomShape 2"/>
          <p:cNvSpPr/>
          <p:nvPr/>
        </p:nvSpPr>
        <p:spPr>
          <a:xfrm>
            <a:off x="652320" y="401400"/>
            <a:ext cx="4839120" cy="29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20" name="CustomShape 3"/>
          <p:cNvSpPr/>
          <p:nvPr/>
        </p:nvSpPr>
        <p:spPr>
          <a:xfrm>
            <a:off x="653040" y="3340800"/>
            <a:ext cx="372888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21" name="Picture 1376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roup 1"/>
          <p:cNvGrpSpPr/>
          <p:nvPr/>
        </p:nvGrpSpPr>
        <p:grpSpPr>
          <a:xfrm>
            <a:off x="1902600" y="2327040"/>
            <a:ext cx="9834120" cy="2743560"/>
            <a:chOff x="1902600" y="2327040"/>
            <a:chExt cx="9834120" cy="2743560"/>
          </a:xfrm>
        </p:grpSpPr>
        <p:sp>
          <p:nvSpPr>
            <p:cNvPr id="1323" name="CustomShape 2"/>
            <p:cNvSpPr/>
            <p:nvPr/>
          </p:nvSpPr>
          <p:spPr>
            <a:xfrm>
              <a:off x="9193680" y="2327040"/>
              <a:ext cx="2543040" cy="2743560"/>
            </a:xfrm>
            <a:prstGeom prst="blockArc">
              <a:avLst>
                <a:gd name="adj1" fmla="val 16127381"/>
                <a:gd name="adj2" fmla="val 5490194"/>
                <a:gd name="adj3" fmla="val 404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4" name="CustomShape 3"/>
            <p:cNvSpPr/>
            <p:nvPr/>
          </p:nvSpPr>
          <p:spPr>
            <a:xfrm>
              <a:off x="1902600" y="2327040"/>
              <a:ext cx="8617680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5" name="CustomShape 4"/>
            <p:cNvSpPr/>
            <p:nvPr/>
          </p:nvSpPr>
          <p:spPr>
            <a:xfrm>
              <a:off x="3370680" y="4962960"/>
              <a:ext cx="7155720" cy="1076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26" name="CustomShape 5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27" name="CustomShape 6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328" name="Group 7"/>
          <p:cNvGrpSpPr/>
          <p:nvPr/>
        </p:nvGrpSpPr>
        <p:grpSpPr>
          <a:xfrm>
            <a:off x="1288800" y="1704960"/>
            <a:ext cx="1279800" cy="1380960"/>
            <a:chOff x="1288800" y="1704960"/>
            <a:chExt cx="1279800" cy="1380960"/>
          </a:xfrm>
        </p:grpSpPr>
        <p:sp>
          <p:nvSpPr>
            <p:cNvPr id="1329" name="CustomShape 8"/>
            <p:cNvSpPr/>
            <p:nvPr/>
          </p:nvSpPr>
          <p:spPr>
            <a:xfrm>
              <a:off x="1288800" y="1704960"/>
              <a:ext cx="1279800" cy="138096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0" name="CustomShape 9"/>
            <p:cNvSpPr/>
            <p:nvPr/>
          </p:nvSpPr>
          <p:spPr>
            <a:xfrm>
              <a:off x="1400400" y="1826640"/>
              <a:ext cx="1057680" cy="11401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1" name="Group 10"/>
          <p:cNvGrpSpPr/>
          <p:nvPr/>
        </p:nvGrpSpPr>
        <p:grpSpPr>
          <a:xfrm>
            <a:off x="5050800" y="1704960"/>
            <a:ext cx="1279800" cy="1380960"/>
            <a:chOff x="5050800" y="1704960"/>
            <a:chExt cx="1279800" cy="1380960"/>
          </a:xfrm>
        </p:grpSpPr>
        <p:sp>
          <p:nvSpPr>
            <p:cNvPr id="1332" name="CustomShape 11"/>
            <p:cNvSpPr/>
            <p:nvPr/>
          </p:nvSpPr>
          <p:spPr>
            <a:xfrm>
              <a:off x="5050800" y="1704960"/>
              <a:ext cx="1279800" cy="138096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3" name="CustomShape 12"/>
            <p:cNvSpPr/>
            <p:nvPr/>
          </p:nvSpPr>
          <p:spPr>
            <a:xfrm>
              <a:off x="5162400" y="1826640"/>
              <a:ext cx="1057680" cy="11401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4" name="Group 13"/>
          <p:cNvGrpSpPr/>
          <p:nvPr/>
        </p:nvGrpSpPr>
        <p:grpSpPr>
          <a:xfrm>
            <a:off x="8812440" y="1704960"/>
            <a:ext cx="1279800" cy="1380960"/>
            <a:chOff x="8812440" y="1704960"/>
            <a:chExt cx="1279800" cy="1380960"/>
          </a:xfrm>
        </p:grpSpPr>
        <p:sp>
          <p:nvSpPr>
            <p:cNvPr id="1335" name="CustomShape 14"/>
            <p:cNvSpPr/>
            <p:nvPr/>
          </p:nvSpPr>
          <p:spPr>
            <a:xfrm>
              <a:off x="8812440" y="1704960"/>
              <a:ext cx="1279800" cy="138096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6" name="CustomShape 15"/>
            <p:cNvSpPr/>
            <p:nvPr/>
          </p:nvSpPr>
          <p:spPr>
            <a:xfrm>
              <a:off x="8924040" y="1826640"/>
              <a:ext cx="1057680" cy="11401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7" name="Group 16"/>
          <p:cNvGrpSpPr/>
          <p:nvPr/>
        </p:nvGrpSpPr>
        <p:grpSpPr>
          <a:xfrm>
            <a:off x="3169080" y="4324680"/>
            <a:ext cx="1279800" cy="1381320"/>
            <a:chOff x="3169080" y="4324680"/>
            <a:chExt cx="1279800" cy="1381320"/>
          </a:xfrm>
        </p:grpSpPr>
        <p:sp>
          <p:nvSpPr>
            <p:cNvPr id="1338" name="CustomShape 17"/>
            <p:cNvSpPr/>
            <p:nvPr/>
          </p:nvSpPr>
          <p:spPr>
            <a:xfrm>
              <a:off x="3169080" y="4324680"/>
              <a:ext cx="127980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9" name="CustomShape 18"/>
            <p:cNvSpPr/>
            <p:nvPr/>
          </p:nvSpPr>
          <p:spPr>
            <a:xfrm>
              <a:off x="3280680" y="4446000"/>
              <a:ext cx="105768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0" name="Group 19"/>
          <p:cNvGrpSpPr/>
          <p:nvPr/>
        </p:nvGrpSpPr>
        <p:grpSpPr>
          <a:xfrm>
            <a:off x="6932160" y="4324680"/>
            <a:ext cx="1279800" cy="1381320"/>
            <a:chOff x="6932160" y="4324680"/>
            <a:chExt cx="1279800" cy="1381320"/>
          </a:xfrm>
        </p:grpSpPr>
        <p:sp>
          <p:nvSpPr>
            <p:cNvPr id="1341" name="CustomShape 20"/>
            <p:cNvSpPr/>
            <p:nvPr/>
          </p:nvSpPr>
          <p:spPr>
            <a:xfrm>
              <a:off x="6932160" y="4324680"/>
              <a:ext cx="127980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2" name="CustomShape 21"/>
            <p:cNvSpPr/>
            <p:nvPr/>
          </p:nvSpPr>
          <p:spPr>
            <a:xfrm>
              <a:off x="7042680" y="4446000"/>
              <a:ext cx="105840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3" name="Group 22"/>
          <p:cNvGrpSpPr/>
          <p:nvPr/>
        </p:nvGrpSpPr>
        <p:grpSpPr>
          <a:xfrm>
            <a:off x="3595320" y="2165400"/>
            <a:ext cx="427680" cy="462240"/>
            <a:chOff x="3595320" y="2165400"/>
            <a:chExt cx="427680" cy="462240"/>
          </a:xfrm>
        </p:grpSpPr>
        <p:sp>
          <p:nvSpPr>
            <p:cNvPr id="1344" name="CustomShape 23"/>
            <p:cNvSpPr/>
            <p:nvPr/>
          </p:nvSpPr>
          <p:spPr>
            <a:xfrm>
              <a:off x="3595320" y="2165400"/>
              <a:ext cx="427680" cy="4622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5" name="CustomShape 24"/>
            <p:cNvSpPr/>
            <p:nvPr/>
          </p:nvSpPr>
          <p:spPr>
            <a:xfrm>
              <a:off x="3710160" y="2270520"/>
              <a:ext cx="232920" cy="25092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6" name="Group 25"/>
          <p:cNvGrpSpPr/>
          <p:nvPr/>
        </p:nvGrpSpPr>
        <p:grpSpPr>
          <a:xfrm>
            <a:off x="7357680" y="2165400"/>
            <a:ext cx="427680" cy="462240"/>
            <a:chOff x="7357680" y="2165400"/>
            <a:chExt cx="427680" cy="462240"/>
          </a:xfrm>
        </p:grpSpPr>
        <p:sp>
          <p:nvSpPr>
            <p:cNvPr id="1347" name="CustomShape 26"/>
            <p:cNvSpPr/>
            <p:nvPr/>
          </p:nvSpPr>
          <p:spPr>
            <a:xfrm>
              <a:off x="7357680" y="2165400"/>
              <a:ext cx="427680" cy="4622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8" name="CustomShape 27"/>
            <p:cNvSpPr/>
            <p:nvPr/>
          </p:nvSpPr>
          <p:spPr>
            <a:xfrm>
              <a:off x="7472520" y="2270520"/>
              <a:ext cx="232920" cy="25092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9" name="Group 28"/>
          <p:cNvGrpSpPr/>
          <p:nvPr/>
        </p:nvGrpSpPr>
        <p:grpSpPr>
          <a:xfrm>
            <a:off x="5477040" y="4785120"/>
            <a:ext cx="427680" cy="462240"/>
            <a:chOff x="5477040" y="4785120"/>
            <a:chExt cx="427680" cy="462240"/>
          </a:xfrm>
        </p:grpSpPr>
        <p:sp>
          <p:nvSpPr>
            <p:cNvPr id="1350" name="CustomShape 29"/>
            <p:cNvSpPr/>
            <p:nvPr/>
          </p:nvSpPr>
          <p:spPr>
            <a:xfrm rot="10800000">
              <a:off x="5477040" y="4785120"/>
              <a:ext cx="427680" cy="4622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1" name="CustomShape 30"/>
            <p:cNvSpPr/>
            <p:nvPr/>
          </p:nvSpPr>
          <p:spPr>
            <a:xfrm rot="10800000">
              <a:off x="5557320" y="4890240"/>
              <a:ext cx="232920" cy="25092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52" name="Group 31"/>
          <p:cNvGrpSpPr/>
          <p:nvPr/>
        </p:nvGrpSpPr>
        <p:grpSpPr>
          <a:xfrm>
            <a:off x="11436480" y="3474720"/>
            <a:ext cx="427680" cy="462240"/>
            <a:chOff x="11436480" y="3474720"/>
            <a:chExt cx="427680" cy="462240"/>
          </a:xfrm>
        </p:grpSpPr>
        <p:sp>
          <p:nvSpPr>
            <p:cNvPr id="1353" name="CustomShape 32"/>
            <p:cNvSpPr/>
            <p:nvPr/>
          </p:nvSpPr>
          <p:spPr>
            <a:xfrm rot="5400000">
              <a:off x="11419200" y="3492000"/>
              <a:ext cx="462240" cy="427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4" name="CustomShape 33"/>
            <p:cNvSpPr/>
            <p:nvPr/>
          </p:nvSpPr>
          <p:spPr>
            <a:xfrm rot="5400000">
              <a:off x="11524680" y="3608280"/>
              <a:ext cx="250920" cy="23292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55" name="CustomShape 34"/>
          <p:cNvSpPr/>
          <p:nvPr/>
        </p:nvSpPr>
        <p:spPr>
          <a:xfrm rot="16200000">
            <a:off x="1676520" y="2163600"/>
            <a:ext cx="502560" cy="46692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6" name="CustomShape 35"/>
          <p:cNvSpPr/>
          <p:nvPr/>
        </p:nvSpPr>
        <p:spPr>
          <a:xfrm>
            <a:off x="9241920" y="2189520"/>
            <a:ext cx="424800" cy="3823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7" name="CustomShape 36"/>
          <p:cNvSpPr/>
          <p:nvPr/>
        </p:nvSpPr>
        <p:spPr>
          <a:xfrm rot="8100000">
            <a:off x="5465160" y="2179080"/>
            <a:ext cx="428040" cy="42660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8" name="CustomShape 37"/>
          <p:cNvSpPr/>
          <p:nvPr/>
        </p:nvSpPr>
        <p:spPr>
          <a:xfrm rot="2700000">
            <a:off x="7394760" y="4689720"/>
            <a:ext cx="324000" cy="61812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9" name="CustomShape 38"/>
          <p:cNvSpPr/>
          <p:nvPr/>
        </p:nvSpPr>
        <p:spPr>
          <a:xfrm>
            <a:off x="3597840" y="4825440"/>
            <a:ext cx="459000" cy="38124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60" name="Group 39"/>
          <p:cNvGrpSpPr/>
          <p:nvPr/>
        </p:nvGrpSpPr>
        <p:grpSpPr>
          <a:xfrm>
            <a:off x="511920" y="3199320"/>
            <a:ext cx="2833200" cy="783000"/>
            <a:chOff x="511920" y="3199320"/>
            <a:chExt cx="2833200" cy="783000"/>
          </a:xfrm>
        </p:grpSpPr>
        <p:sp>
          <p:nvSpPr>
            <p:cNvPr id="1361" name="CustomShape 40"/>
            <p:cNvSpPr/>
            <p:nvPr/>
          </p:nvSpPr>
          <p:spPr>
            <a:xfrm>
              <a:off x="511920" y="3527280"/>
              <a:ext cx="2833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2" name="CustomShape 41"/>
            <p:cNvSpPr/>
            <p:nvPr/>
          </p:nvSpPr>
          <p:spPr>
            <a:xfrm>
              <a:off x="511920" y="3199320"/>
              <a:ext cx="283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63" name="Group 42"/>
          <p:cNvGrpSpPr/>
          <p:nvPr/>
        </p:nvGrpSpPr>
        <p:grpSpPr>
          <a:xfrm>
            <a:off x="4275720" y="3199320"/>
            <a:ext cx="2833200" cy="783000"/>
            <a:chOff x="4275720" y="3199320"/>
            <a:chExt cx="2833200" cy="783000"/>
          </a:xfrm>
        </p:grpSpPr>
        <p:sp>
          <p:nvSpPr>
            <p:cNvPr id="1364" name="CustomShape 43"/>
            <p:cNvSpPr/>
            <p:nvPr/>
          </p:nvSpPr>
          <p:spPr>
            <a:xfrm>
              <a:off x="4275720" y="3527280"/>
              <a:ext cx="2833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5" name="CustomShape 44"/>
            <p:cNvSpPr/>
            <p:nvPr/>
          </p:nvSpPr>
          <p:spPr>
            <a:xfrm>
              <a:off x="4275720" y="3199320"/>
              <a:ext cx="283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66" name="Group 45"/>
          <p:cNvGrpSpPr/>
          <p:nvPr/>
        </p:nvGrpSpPr>
        <p:grpSpPr>
          <a:xfrm>
            <a:off x="8036280" y="3199320"/>
            <a:ext cx="2833200" cy="783000"/>
            <a:chOff x="8036280" y="3199320"/>
            <a:chExt cx="2833200" cy="783000"/>
          </a:xfrm>
        </p:grpSpPr>
        <p:sp>
          <p:nvSpPr>
            <p:cNvPr id="1367" name="CustomShape 46"/>
            <p:cNvSpPr/>
            <p:nvPr/>
          </p:nvSpPr>
          <p:spPr>
            <a:xfrm>
              <a:off x="8036280" y="3527280"/>
              <a:ext cx="2833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8" name="CustomShape 47"/>
            <p:cNvSpPr/>
            <p:nvPr/>
          </p:nvSpPr>
          <p:spPr>
            <a:xfrm>
              <a:off x="8036280" y="3199320"/>
              <a:ext cx="283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69" name="Group 48"/>
          <p:cNvGrpSpPr/>
          <p:nvPr/>
        </p:nvGrpSpPr>
        <p:grpSpPr>
          <a:xfrm>
            <a:off x="2410920" y="5829840"/>
            <a:ext cx="2833200" cy="783720"/>
            <a:chOff x="2410920" y="5829840"/>
            <a:chExt cx="2833200" cy="783720"/>
          </a:xfrm>
        </p:grpSpPr>
        <p:sp>
          <p:nvSpPr>
            <p:cNvPr id="1370" name="CustomShape 49"/>
            <p:cNvSpPr/>
            <p:nvPr/>
          </p:nvSpPr>
          <p:spPr>
            <a:xfrm>
              <a:off x="2410920" y="6158520"/>
              <a:ext cx="2833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71" name="CustomShape 50"/>
            <p:cNvSpPr/>
            <p:nvPr/>
          </p:nvSpPr>
          <p:spPr>
            <a:xfrm>
              <a:off x="2410920" y="5829840"/>
              <a:ext cx="283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72" name="Group 51"/>
          <p:cNvGrpSpPr/>
          <p:nvPr/>
        </p:nvGrpSpPr>
        <p:grpSpPr>
          <a:xfrm>
            <a:off x="6172920" y="5829840"/>
            <a:ext cx="2833200" cy="783720"/>
            <a:chOff x="6172920" y="5829840"/>
            <a:chExt cx="2833200" cy="783720"/>
          </a:xfrm>
        </p:grpSpPr>
        <p:sp>
          <p:nvSpPr>
            <p:cNvPr id="1373" name="CustomShape 52"/>
            <p:cNvSpPr/>
            <p:nvPr/>
          </p:nvSpPr>
          <p:spPr>
            <a:xfrm>
              <a:off x="6172920" y="6158520"/>
              <a:ext cx="2833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74" name="CustomShape 53"/>
            <p:cNvSpPr/>
            <p:nvPr/>
          </p:nvSpPr>
          <p:spPr>
            <a:xfrm>
              <a:off x="6172920" y="5829840"/>
              <a:ext cx="283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375" name="Picture 1430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NetBook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7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378" name="Group 3"/>
          <p:cNvGrpSpPr/>
          <p:nvPr/>
        </p:nvGrpSpPr>
        <p:grpSpPr>
          <a:xfrm>
            <a:off x="6599880" y="2034000"/>
            <a:ext cx="871560" cy="942840"/>
            <a:chOff x="6599880" y="2034000"/>
            <a:chExt cx="871560" cy="942840"/>
          </a:xfrm>
        </p:grpSpPr>
        <p:sp>
          <p:nvSpPr>
            <p:cNvPr id="1379" name="CustomShape 4"/>
            <p:cNvSpPr/>
            <p:nvPr/>
          </p:nvSpPr>
          <p:spPr>
            <a:xfrm>
              <a:off x="6599880" y="203400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0" name="CustomShape 5"/>
            <p:cNvSpPr/>
            <p:nvPr/>
          </p:nvSpPr>
          <p:spPr>
            <a:xfrm>
              <a:off x="6675480" y="211608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81" name="CustomShape 6"/>
          <p:cNvSpPr/>
          <p:nvPr/>
        </p:nvSpPr>
        <p:spPr>
          <a:xfrm rot="16200000">
            <a:off x="6851160" y="2347200"/>
            <a:ext cx="342720" cy="3171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82" name="Group 7"/>
          <p:cNvGrpSpPr/>
          <p:nvPr/>
        </p:nvGrpSpPr>
        <p:grpSpPr>
          <a:xfrm>
            <a:off x="6599880" y="3357360"/>
            <a:ext cx="871560" cy="942840"/>
            <a:chOff x="6599880" y="3357360"/>
            <a:chExt cx="871560" cy="942840"/>
          </a:xfrm>
        </p:grpSpPr>
        <p:sp>
          <p:nvSpPr>
            <p:cNvPr id="1383" name="CustomShape 8"/>
            <p:cNvSpPr/>
            <p:nvPr/>
          </p:nvSpPr>
          <p:spPr>
            <a:xfrm>
              <a:off x="6599880" y="335736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4" name="CustomShape 9"/>
            <p:cNvSpPr/>
            <p:nvPr/>
          </p:nvSpPr>
          <p:spPr>
            <a:xfrm>
              <a:off x="6675480" y="343944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85" name="Group 10"/>
          <p:cNvGrpSpPr/>
          <p:nvPr/>
        </p:nvGrpSpPr>
        <p:grpSpPr>
          <a:xfrm>
            <a:off x="6599880" y="4681440"/>
            <a:ext cx="871560" cy="942840"/>
            <a:chOff x="6599880" y="4681440"/>
            <a:chExt cx="871560" cy="942840"/>
          </a:xfrm>
        </p:grpSpPr>
        <p:sp>
          <p:nvSpPr>
            <p:cNvPr id="1386" name="CustomShape 11"/>
            <p:cNvSpPr/>
            <p:nvPr/>
          </p:nvSpPr>
          <p:spPr>
            <a:xfrm>
              <a:off x="6599880" y="468144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7" name="CustomShape 12"/>
            <p:cNvSpPr/>
            <p:nvPr/>
          </p:nvSpPr>
          <p:spPr>
            <a:xfrm>
              <a:off x="6675480" y="476352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88" name="Group 13"/>
          <p:cNvGrpSpPr/>
          <p:nvPr/>
        </p:nvGrpSpPr>
        <p:grpSpPr>
          <a:xfrm>
            <a:off x="7708680" y="1853280"/>
            <a:ext cx="4334040" cy="783720"/>
            <a:chOff x="7708680" y="1853280"/>
            <a:chExt cx="4334040" cy="783720"/>
          </a:xfrm>
        </p:grpSpPr>
        <p:sp>
          <p:nvSpPr>
            <p:cNvPr id="1389" name="CustomShape 14"/>
            <p:cNvSpPr/>
            <p:nvPr/>
          </p:nvSpPr>
          <p:spPr>
            <a:xfrm>
              <a:off x="7708680" y="2181960"/>
              <a:ext cx="433404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90" name="CustomShape 15"/>
            <p:cNvSpPr/>
            <p:nvPr/>
          </p:nvSpPr>
          <p:spPr>
            <a:xfrm>
              <a:off x="7708680" y="1853280"/>
              <a:ext cx="4334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391" name="CustomShape 16"/>
          <p:cNvSpPr/>
          <p:nvPr/>
        </p:nvSpPr>
        <p:spPr>
          <a:xfrm>
            <a:off x="6867360" y="3660120"/>
            <a:ext cx="348480" cy="3142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2" name="CustomShape 17"/>
          <p:cNvSpPr/>
          <p:nvPr/>
        </p:nvSpPr>
        <p:spPr>
          <a:xfrm>
            <a:off x="6850080" y="4974480"/>
            <a:ext cx="377280" cy="31176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93" name="Group 18"/>
          <p:cNvGrpSpPr/>
          <p:nvPr/>
        </p:nvGrpSpPr>
        <p:grpSpPr>
          <a:xfrm>
            <a:off x="7708680" y="3166200"/>
            <a:ext cx="4334040" cy="783720"/>
            <a:chOff x="7708680" y="3166200"/>
            <a:chExt cx="4334040" cy="783720"/>
          </a:xfrm>
        </p:grpSpPr>
        <p:sp>
          <p:nvSpPr>
            <p:cNvPr id="1394" name="CustomShape 19"/>
            <p:cNvSpPr/>
            <p:nvPr/>
          </p:nvSpPr>
          <p:spPr>
            <a:xfrm>
              <a:off x="7708680" y="3494880"/>
              <a:ext cx="433404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95" name="CustomShape 20"/>
            <p:cNvSpPr/>
            <p:nvPr/>
          </p:nvSpPr>
          <p:spPr>
            <a:xfrm>
              <a:off x="7708680" y="3166200"/>
              <a:ext cx="4334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96" name="Group 21"/>
          <p:cNvGrpSpPr/>
          <p:nvPr/>
        </p:nvGrpSpPr>
        <p:grpSpPr>
          <a:xfrm>
            <a:off x="7708680" y="4478040"/>
            <a:ext cx="4334040" cy="783720"/>
            <a:chOff x="7708680" y="4478040"/>
            <a:chExt cx="4334040" cy="783720"/>
          </a:xfrm>
        </p:grpSpPr>
        <p:sp>
          <p:nvSpPr>
            <p:cNvPr id="1397" name="CustomShape 22"/>
            <p:cNvSpPr/>
            <p:nvPr/>
          </p:nvSpPr>
          <p:spPr>
            <a:xfrm>
              <a:off x="7708680" y="4806720"/>
              <a:ext cx="433404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98" name="CustomShape 23"/>
            <p:cNvSpPr/>
            <p:nvPr/>
          </p:nvSpPr>
          <p:spPr>
            <a:xfrm>
              <a:off x="7708680" y="4478040"/>
              <a:ext cx="4334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399" name="CustomShape 24"/>
          <p:cNvSpPr/>
          <p:nvPr/>
        </p:nvSpPr>
        <p:spPr>
          <a:xfrm>
            <a:off x="652320" y="6500160"/>
            <a:ext cx="11391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400" name="Picture 1455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402" name="Table 2"/>
          <p:cNvGraphicFramePr/>
          <p:nvPr/>
        </p:nvGraphicFramePr>
        <p:xfrm>
          <a:off x="1000800" y="1966680"/>
          <a:ext cx="2552040" cy="1800684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$150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03" name="Table 3"/>
          <p:cNvGraphicFramePr/>
          <p:nvPr/>
        </p:nvGraphicFramePr>
        <p:xfrm>
          <a:off x="3744720" y="1966680"/>
          <a:ext cx="2552040" cy="1800684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ed1c24"/>
                    </a:solidFill>
                  </a:tcPr>
                </a:tc>
              </a:tr>
              <a:tr h="27640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ed1c24"/>
                          </a:solidFill>
                          <a:latin typeface="Arial"/>
                          <a:ea typeface="Arial Unicode MS"/>
                        </a:rPr>
                        <a:t>$180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04" name="Table 4"/>
          <p:cNvGraphicFramePr/>
          <p:nvPr/>
        </p:nvGraphicFramePr>
        <p:xfrm>
          <a:off x="6486120" y="1966680"/>
          <a:ext cx="2552040" cy="1800684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$130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05" name="Table 5"/>
          <p:cNvGraphicFramePr/>
          <p:nvPr/>
        </p:nvGraphicFramePr>
        <p:xfrm>
          <a:off x="9229680" y="1966680"/>
          <a:ext cx="2552040" cy="1800684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$100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06" name="CustomShape 6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7" name="CustomShape 7"/>
          <p:cNvSpPr/>
          <p:nvPr/>
        </p:nvSpPr>
        <p:spPr>
          <a:xfrm rot="16200000">
            <a:off x="1982880" y="3033000"/>
            <a:ext cx="502920" cy="46620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8" name="CustomShape 8"/>
          <p:cNvSpPr/>
          <p:nvPr/>
        </p:nvSpPr>
        <p:spPr>
          <a:xfrm>
            <a:off x="7550640" y="3073320"/>
            <a:ext cx="424800" cy="3823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9" name="CustomShape 9"/>
          <p:cNvSpPr/>
          <p:nvPr/>
        </p:nvSpPr>
        <p:spPr>
          <a:xfrm rot="2700000">
            <a:off x="10326600" y="2937960"/>
            <a:ext cx="324000" cy="61812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0" name="CustomShape 10"/>
          <p:cNvSpPr/>
          <p:nvPr/>
        </p:nvSpPr>
        <p:spPr>
          <a:xfrm>
            <a:off x="4801680" y="3074040"/>
            <a:ext cx="459000" cy="38124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411" name="Picture 1466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13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414" name="Group 3"/>
          <p:cNvGrpSpPr/>
          <p:nvPr/>
        </p:nvGrpSpPr>
        <p:grpSpPr>
          <a:xfrm>
            <a:off x="1334880" y="2915640"/>
            <a:ext cx="2520720" cy="2767680"/>
            <a:chOff x="1334880" y="2915640"/>
            <a:chExt cx="2520720" cy="2767680"/>
          </a:xfrm>
        </p:grpSpPr>
        <p:grpSp>
          <p:nvGrpSpPr>
            <p:cNvPr id="1415" name="Group 4"/>
            <p:cNvGrpSpPr/>
            <p:nvPr/>
          </p:nvGrpSpPr>
          <p:grpSpPr>
            <a:xfrm>
              <a:off x="1334880" y="5466960"/>
              <a:ext cx="2520720" cy="216360"/>
              <a:chOff x="1334880" y="5466960"/>
              <a:chExt cx="2520720" cy="216360"/>
            </a:xfrm>
          </p:grpSpPr>
          <p:sp>
            <p:nvSpPr>
              <p:cNvPr id="1416" name="CustomShape 5"/>
              <p:cNvSpPr/>
              <p:nvPr/>
            </p:nvSpPr>
            <p:spPr>
              <a:xfrm>
                <a:off x="133488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17" name="CustomShape 6"/>
              <p:cNvSpPr/>
              <p:nvPr/>
            </p:nvSpPr>
            <p:spPr>
              <a:xfrm>
                <a:off x="159336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18" name="CustomShape 7"/>
              <p:cNvSpPr/>
              <p:nvPr/>
            </p:nvSpPr>
            <p:spPr>
              <a:xfrm>
                <a:off x="1850760" y="5466960"/>
                <a:ext cx="2016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19" name="CustomShape 8"/>
              <p:cNvSpPr/>
              <p:nvPr/>
            </p:nvSpPr>
            <p:spPr>
              <a:xfrm>
                <a:off x="210888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0" name="CustomShape 9"/>
              <p:cNvSpPr/>
              <p:nvPr/>
            </p:nvSpPr>
            <p:spPr>
              <a:xfrm>
                <a:off x="2366640" y="546696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1" name="CustomShape 10"/>
              <p:cNvSpPr/>
              <p:nvPr/>
            </p:nvSpPr>
            <p:spPr>
              <a:xfrm>
                <a:off x="262404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2" name="CustomShape 11"/>
              <p:cNvSpPr/>
              <p:nvPr/>
            </p:nvSpPr>
            <p:spPr>
              <a:xfrm>
                <a:off x="2881080" y="546696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3" name="CustomShape 12"/>
              <p:cNvSpPr/>
              <p:nvPr/>
            </p:nvSpPr>
            <p:spPr>
              <a:xfrm>
                <a:off x="313920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4" name="CustomShape 13"/>
              <p:cNvSpPr/>
              <p:nvPr/>
            </p:nvSpPr>
            <p:spPr>
              <a:xfrm>
                <a:off x="3396600" y="546696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5" name="CustomShape 14"/>
              <p:cNvSpPr/>
              <p:nvPr/>
            </p:nvSpPr>
            <p:spPr>
              <a:xfrm>
                <a:off x="365436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26" name="Group 15"/>
            <p:cNvGrpSpPr/>
            <p:nvPr/>
          </p:nvGrpSpPr>
          <p:grpSpPr>
            <a:xfrm>
              <a:off x="1334880" y="5183640"/>
              <a:ext cx="2520720" cy="216720"/>
              <a:chOff x="1334880" y="5183640"/>
              <a:chExt cx="2520720" cy="216720"/>
            </a:xfrm>
          </p:grpSpPr>
          <p:sp>
            <p:nvSpPr>
              <p:cNvPr id="1427" name="CustomShape 16"/>
              <p:cNvSpPr/>
              <p:nvPr/>
            </p:nvSpPr>
            <p:spPr>
              <a:xfrm>
                <a:off x="133488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8" name="CustomShape 17"/>
              <p:cNvSpPr/>
              <p:nvPr/>
            </p:nvSpPr>
            <p:spPr>
              <a:xfrm>
                <a:off x="159336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29" name="CustomShape 18"/>
              <p:cNvSpPr/>
              <p:nvPr/>
            </p:nvSpPr>
            <p:spPr>
              <a:xfrm>
                <a:off x="1850760" y="518364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0" name="CustomShape 19"/>
              <p:cNvSpPr/>
              <p:nvPr/>
            </p:nvSpPr>
            <p:spPr>
              <a:xfrm>
                <a:off x="210888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1" name="CustomShape 20"/>
              <p:cNvSpPr/>
              <p:nvPr/>
            </p:nvSpPr>
            <p:spPr>
              <a:xfrm>
                <a:off x="2366640" y="518364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2" name="CustomShape 21"/>
              <p:cNvSpPr/>
              <p:nvPr/>
            </p:nvSpPr>
            <p:spPr>
              <a:xfrm>
                <a:off x="262404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3" name="CustomShape 22"/>
              <p:cNvSpPr/>
              <p:nvPr/>
            </p:nvSpPr>
            <p:spPr>
              <a:xfrm>
                <a:off x="2881080" y="518364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4" name="CustomShape 23"/>
              <p:cNvSpPr/>
              <p:nvPr/>
            </p:nvSpPr>
            <p:spPr>
              <a:xfrm>
                <a:off x="313920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5" name="CustomShape 24"/>
              <p:cNvSpPr/>
              <p:nvPr/>
            </p:nvSpPr>
            <p:spPr>
              <a:xfrm>
                <a:off x="3396600" y="518364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6" name="CustomShape 25"/>
              <p:cNvSpPr/>
              <p:nvPr/>
            </p:nvSpPr>
            <p:spPr>
              <a:xfrm>
                <a:off x="365436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37" name="Group 26"/>
            <p:cNvGrpSpPr/>
            <p:nvPr/>
          </p:nvGrpSpPr>
          <p:grpSpPr>
            <a:xfrm>
              <a:off x="1334880" y="4899600"/>
              <a:ext cx="2520720" cy="216360"/>
              <a:chOff x="1334880" y="4899600"/>
              <a:chExt cx="2520720" cy="216360"/>
            </a:xfrm>
          </p:grpSpPr>
          <p:sp>
            <p:nvSpPr>
              <p:cNvPr id="1438" name="CustomShape 27"/>
              <p:cNvSpPr/>
              <p:nvPr/>
            </p:nvSpPr>
            <p:spPr>
              <a:xfrm>
                <a:off x="133488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39" name="CustomShape 28"/>
              <p:cNvSpPr/>
              <p:nvPr/>
            </p:nvSpPr>
            <p:spPr>
              <a:xfrm>
                <a:off x="159336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0" name="CustomShape 29"/>
              <p:cNvSpPr/>
              <p:nvPr/>
            </p:nvSpPr>
            <p:spPr>
              <a:xfrm>
                <a:off x="1850760" y="4899600"/>
                <a:ext cx="2016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1" name="CustomShape 30"/>
              <p:cNvSpPr/>
              <p:nvPr/>
            </p:nvSpPr>
            <p:spPr>
              <a:xfrm>
                <a:off x="210888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2" name="CustomShape 31"/>
              <p:cNvSpPr/>
              <p:nvPr/>
            </p:nvSpPr>
            <p:spPr>
              <a:xfrm>
                <a:off x="2366640" y="489960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3" name="CustomShape 32"/>
              <p:cNvSpPr/>
              <p:nvPr/>
            </p:nvSpPr>
            <p:spPr>
              <a:xfrm>
                <a:off x="262404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4" name="CustomShape 33"/>
              <p:cNvSpPr/>
              <p:nvPr/>
            </p:nvSpPr>
            <p:spPr>
              <a:xfrm>
                <a:off x="2881080" y="489960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5" name="CustomShape 34"/>
              <p:cNvSpPr/>
              <p:nvPr/>
            </p:nvSpPr>
            <p:spPr>
              <a:xfrm>
                <a:off x="313920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6" name="CustomShape 35"/>
              <p:cNvSpPr/>
              <p:nvPr/>
            </p:nvSpPr>
            <p:spPr>
              <a:xfrm>
                <a:off x="3396600" y="489960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47" name="CustomShape 36"/>
              <p:cNvSpPr/>
              <p:nvPr/>
            </p:nvSpPr>
            <p:spPr>
              <a:xfrm>
                <a:off x="365436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48" name="Group 37"/>
            <p:cNvGrpSpPr/>
            <p:nvPr/>
          </p:nvGrpSpPr>
          <p:grpSpPr>
            <a:xfrm>
              <a:off x="1334880" y="4616280"/>
              <a:ext cx="2520720" cy="216720"/>
              <a:chOff x="1334880" y="4616280"/>
              <a:chExt cx="2520720" cy="216720"/>
            </a:xfrm>
          </p:grpSpPr>
          <p:sp>
            <p:nvSpPr>
              <p:cNvPr id="1449" name="CustomShape 38"/>
              <p:cNvSpPr/>
              <p:nvPr/>
            </p:nvSpPr>
            <p:spPr>
              <a:xfrm>
                <a:off x="133488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0" name="CustomShape 39"/>
              <p:cNvSpPr/>
              <p:nvPr/>
            </p:nvSpPr>
            <p:spPr>
              <a:xfrm>
                <a:off x="159336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1" name="CustomShape 40"/>
              <p:cNvSpPr/>
              <p:nvPr/>
            </p:nvSpPr>
            <p:spPr>
              <a:xfrm>
                <a:off x="1850760" y="461628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2" name="CustomShape 41"/>
              <p:cNvSpPr/>
              <p:nvPr/>
            </p:nvSpPr>
            <p:spPr>
              <a:xfrm>
                <a:off x="210888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3" name="CustomShape 42"/>
              <p:cNvSpPr/>
              <p:nvPr/>
            </p:nvSpPr>
            <p:spPr>
              <a:xfrm>
                <a:off x="2366640" y="461628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4" name="CustomShape 43"/>
              <p:cNvSpPr/>
              <p:nvPr/>
            </p:nvSpPr>
            <p:spPr>
              <a:xfrm>
                <a:off x="262404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5" name="CustomShape 44"/>
              <p:cNvSpPr/>
              <p:nvPr/>
            </p:nvSpPr>
            <p:spPr>
              <a:xfrm>
                <a:off x="2881080" y="461628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6" name="CustomShape 45"/>
              <p:cNvSpPr/>
              <p:nvPr/>
            </p:nvSpPr>
            <p:spPr>
              <a:xfrm>
                <a:off x="313920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7" name="CustomShape 46"/>
              <p:cNvSpPr/>
              <p:nvPr/>
            </p:nvSpPr>
            <p:spPr>
              <a:xfrm>
                <a:off x="3396600" y="461628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58" name="CustomShape 47"/>
              <p:cNvSpPr/>
              <p:nvPr/>
            </p:nvSpPr>
            <p:spPr>
              <a:xfrm>
                <a:off x="365436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59" name="Group 48"/>
            <p:cNvGrpSpPr/>
            <p:nvPr/>
          </p:nvGrpSpPr>
          <p:grpSpPr>
            <a:xfrm>
              <a:off x="1334880" y="4332960"/>
              <a:ext cx="2520720" cy="217080"/>
              <a:chOff x="1334880" y="4332960"/>
              <a:chExt cx="2520720" cy="217080"/>
            </a:xfrm>
          </p:grpSpPr>
          <p:sp>
            <p:nvSpPr>
              <p:cNvPr id="1460" name="CustomShape 49"/>
              <p:cNvSpPr/>
              <p:nvPr/>
            </p:nvSpPr>
            <p:spPr>
              <a:xfrm>
                <a:off x="1334880" y="4332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1" name="CustomShape 50"/>
              <p:cNvSpPr/>
              <p:nvPr/>
            </p:nvSpPr>
            <p:spPr>
              <a:xfrm>
                <a:off x="1593360" y="4332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2" name="CustomShape 51"/>
              <p:cNvSpPr/>
              <p:nvPr/>
            </p:nvSpPr>
            <p:spPr>
              <a:xfrm>
                <a:off x="1850760" y="433296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3" name="CustomShape 52"/>
              <p:cNvSpPr/>
              <p:nvPr/>
            </p:nvSpPr>
            <p:spPr>
              <a:xfrm>
                <a:off x="2108880" y="4332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4" name="CustomShape 53"/>
              <p:cNvSpPr/>
              <p:nvPr/>
            </p:nvSpPr>
            <p:spPr>
              <a:xfrm>
                <a:off x="2366640" y="433296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5" name="CustomShape 54"/>
              <p:cNvSpPr/>
              <p:nvPr/>
            </p:nvSpPr>
            <p:spPr>
              <a:xfrm>
                <a:off x="2624040" y="433296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6" name="CustomShape 55"/>
              <p:cNvSpPr/>
              <p:nvPr/>
            </p:nvSpPr>
            <p:spPr>
              <a:xfrm>
                <a:off x="2881080" y="433296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7" name="CustomShape 56"/>
              <p:cNvSpPr/>
              <p:nvPr/>
            </p:nvSpPr>
            <p:spPr>
              <a:xfrm>
                <a:off x="3139200" y="433296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8" name="CustomShape 57"/>
              <p:cNvSpPr/>
              <p:nvPr/>
            </p:nvSpPr>
            <p:spPr>
              <a:xfrm>
                <a:off x="3396600" y="433296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9" name="CustomShape 58"/>
              <p:cNvSpPr/>
              <p:nvPr/>
            </p:nvSpPr>
            <p:spPr>
              <a:xfrm>
                <a:off x="365436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70" name="Group 59"/>
            <p:cNvGrpSpPr/>
            <p:nvPr/>
          </p:nvGrpSpPr>
          <p:grpSpPr>
            <a:xfrm>
              <a:off x="1334880" y="4049280"/>
              <a:ext cx="2520720" cy="217080"/>
              <a:chOff x="1334880" y="4049280"/>
              <a:chExt cx="2520720" cy="217080"/>
            </a:xfrm>
          </p:grpSpPr>
          <p:sp>
            <p:nvSpPr>
              <p:cNvPr id="1471" name="CustomShape 60"/>
              <p:cNvSpPr/>
              <p:nvPr/>
            </p:nvSpPr>
            <p:spPr>
              <a:xfrm>
                <a:off x="1334880" y="404928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2" name="CustomShape 61"/>
              <p:cNvSpPr/>
              <p:nvPr/>
            </p:nvSpPr>
            <p:spPr>
              <a:xfrm>
                <a:off x="1593360" y="404928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3" name="CustomShape 62"/>
              <p:cNvSpPr/>
              <p:nvPr/>
            </p:nvSpPr>
            <p:spPr>
              <a:xfrm>
                <a:off x="1850760" y="404928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4" name="CustomShape 63"/>
              <p:cNvSpPr/>
              <p:nvPr/>
            </p:nvSpPr>
            <p:spPr>
              <a:xfrm>
                <a:off x="2108880" y="404928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5" name="CustomShape 64"/>
              <p:cNvSpPr/>
              <p:nvPr/>
            </p:nvSpPr>
            <p:spPr>
              <a:xfrm>
                <a:off x="2366640" y="404928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6" name="CustomShape 65"/>
              <p:cNvSpPr/>
              <p:nvPr/>
            </p:nvSpPr>
            <p:spPr>
              <a:xfrm>
                <a:off x="2624040" y="404928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7" name="CustomShape 66"/>
              <p:cNvSpPr/>
              <p:nvPr/>
            </p:nvSpPr>
            <p:spPr>
              <a:xfrm>
                <a:off x="2881080" y="404928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8" name="CustomShape 67"/>
              <p:cNvSpPr/>
              <p:nvPr/>
            </p:nvSpPr>
            <p:spPr>
              <a:xfrm>
                <a:off x="3139200" y="404928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9" name="CustomShape 68"/>
              <p:cNvSpPr/>
              <p:nvPr/>
            </p:nvSpPr>
            <p:spPr>
              <a:xfrm>
                <a:off x="3396600" y="404928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0" name="CustomShape 69"/>
              <p:cNvSpPr/>
              <p:nvPr/>
            </p:nvSpPr>
            <p:spPr>
              <a:xfrm>
                <a:off x="3654360" y="404928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81" name="Group 70"/>
            <p:cNvGrpSpPr/>
            <p:nvPr/>
          </p:nvGrpSpPr>
          <p:grpSpPr>
            <a:xfrm>
              <a:off x="1334880" y="3766320"/>
              <a:ext cx="2520720" cy="216360"/>
              <a:chOff x="1334880" y="3766320"/>
              <a:chExt cx="2520720" cy="216360"/>
            </a:xfrm>
          </p:grpSpPr>
          <p:sp>
            <p:nvSpPr>
              <p:cNvPr id="1482" name="CustomShape 71"/>
              <p:cNvSpPr/>
              <p:nvPr/>
            </p:nvSpPr>
            <p:spPr>
              <a:xfrm>
                <a:off x="1334880" y="3766320"/>
                <a:ext cx="20124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3" name="CustomShape 72"/>
              <p:cNvSpPr/>
              <p:nvPr/>
            </p:nvSpPr>
            <p:spPr>
              <a:xfrm>
                <a:off x="1593360" y="3766320"/>
                <a:ext cx="20016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4" name="CustomShape 73"/>
              <p:cNvSpPr/>
              <p:nvPr/>
            </p:nvSpPr>
            <p:spPr>
              <a:xfrm>
                <a:off x="1850760" y="3766320"/>
                <a:ext cx="20160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5" name="CustomShape 74"/>
              <p:cNvSpPr/>
              <p:nvPr/>
            </p:nvSpPr>
            <p:spPr>
              <a:xfrm>
                <a:off x="2108880" y="3766320"/>
                <a:ext cx="20016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6" name="CustomShape 75"/>
              <p:cNvSpPr/>
              <p:nvPr/>
            </p:nvSpPr>
            <p:spPr>
              <a:xfrm>
                <a:off x="2366640" y="3766320"/>
                <a:ext cx="20052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7" name="CustomShape 76"/>
              <p:cNvSpPr/>
              <p:nvPr/>
            </p:nvSpPr>
            <p:spPr>
              <a:xfrm>
                <a:off x="2624040" y="3766320"/>
                <a:ext cx="20016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8" name="CustomShape 77"/>
              <p:cNvSpPr/>
              <p:nvPr/>
            </p:nvSpPr>
            <p:spPr>
              <a:xfrm>
                <a:off x="2881080" y="3766320"/>
                <a:ext cx="20088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9" name="CustomShape 78"/>
              <p:cNvSpPr/>
              <p:nvPr/>
            </p:nvSpPr>
            <p:spPr>
              <a:xfrm>
                <a:off x="3139200" y="3766320"/>
                <a:ext cx="20016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0" name="CustomShape 79"/>
              <p:cNvSpPr/>
              <p:nvPr/>
            </p:nvSpPr>
            <p:spPr>
              <a:xfrm>
                <a:off x="3396600" y="3766320"/>
                <a:ext cx="19980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1" name="CustomShape 80"/>
              <p:cNvSpPr/>
              <p:nvPr/>
            </p:nvSpPr>
            <p:spPr>
              <a:xfrm>
                <a:off x="3654360" y="3766320"/>
                <a:ext cx="20124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92" name="Group 81"/>
            <p:cNvGrpSpPr/>
            <p:nvPr/>
          </p:nvGrpSpPr>
          <p:grpSpPr>
            <a:xfrm>
              <a:off x="1334880" y="3483000"/>
              <a:ext cx="2520720" cy="216720"/>
              <a:chOff x="1334880" y="3483000"/>
              <a:chExt cx="2520720" cy="216720"/>
            </a:xfrm>
          </p:grpSpPr>
          <p:sp>
            <p:nvSpPr>
              <p:cNvPr id="1493" name="CustomShape 82"/>
              <p:cNvSpPr/>
              <p:nvPr/>
            </p:nvSpPr>
            <p:spPr>
              <a:xfrm>
                <a:off x="133488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4" name="CustomShape 83"/>
              <p:cNvSpPr/>
              <p:nvPr/>
            </p:nvSpPr>
            <p:spPr>
              <a:xfrm>
                <a:off x="1593360" y="348300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5" name="CustomShape 84"/>
              <p:cNvSpPr/>
              <p:nvPr/>
            </p:nvSpPr>
            <p:spPr>
              <a:xfrm>
                <a:off x="1850760" y="348300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6" name="CustomShape 85"/>
              <p:cNvSpPr/>
              <p:nvPr/>
            </p:nvSpPr>
            <p:spPr>
              <a:xfrm>
                <a:off x="2108880" y="348300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7" name="CustomShape 86"/>
              <p:cNvSpPr/>
              <p:nvPr/>
            </p:nvSpPr>
            <p:spPr>
              <a:xfrm>
                <a:off x="2366640" y="348300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8" name="CustomShape 87"/>
              <p:cNvSpPr/>
              <p:nvPr/>
            </p:nvSpPr>
            <p:spPr>
              <a:xfrm>
                <a:off x="2624040" y="348300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9" name="CustomShape 88"/>
              <p:cNvSpPr/>
              <p:nvPr/>
            </p:nvSpPr>
            <p:spPr>
              <a:xfrm>
                <a:off x="2881080" y="348300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0" name="CustomShape 89"/>
              <p:cNvSpPr/>
              <p:nvPr/>
            </p:nvSpPr>
            <p:spPr>
              <a:xfrm>
                <a:off x="3139200" y="348300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1" name="CustomShape 90"/>
              <p:cNvSpPr/>
              <p:nvPr/>
            </p:nvSpPr>
            <p:spPr>
              <a:xfrm>
                <a:off x="3396600" y="348300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2" name="CustomShape 91"/>
              <p:cNvSpPr/>
              <p:nvPr/>
            </p:nvSpPr>
            <p:spPr>
              <a:xfrm>
                <a:off x="365436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03" name="Group 92"/>
            <p:cNvGrpSpPr/>
            <p:nvPr/>
          </p:nvGrpSpPr>
          <p:grpSpPr>
            <a:xfrm>
              <a:off x="1334880" y="3198960"/>
              <a:ext cx="2520720" cy="217080"/>
              <a:chOff x="1334880" y="3198960"/>
              <a:chExt cx="2520720" cy="217080"/>
            </a:xfrm>
          </p:grpSpPr>
          <p:sp>
            <p:nvSpPr>
              <p:cNvPr id="1504" name="CustomShape 93"/>
              <p:cNvSpPr/>
              <p:nvPr/>
            </p:nvSpPr>
            <p:spPr>
              <a:xfrm>
                <a:off x="133488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5" name="CustomShape 94"/>
              <p:cNvSpPr/>
              <p:nvPr/>
            </p:nvSpPr>
            <p:spPr>
              <a:xfrm>
                <a:off x="159336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6" name="CustomShape 95"/>
              <p:cNvSpPr/>
              <p:nvPr/>
            </p:nvSpPr>
            <p:spPr>
              <a:xfrm>
                <a:off x="1850760" y="319896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7" name="CustomShape 96"/>
              <p:cNvSpPr/>
              <p:nvPr/>
            </p:nvSpPr>
            <p:spPr>
              <a:xfrm>
                <a:off x="210888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8" name="CustomShape 97"/>
              <p:cNvSpPr/>
              <p:nvPr/>
            </p:nvSpPr>
            <p:spPr>
              <a:xfrm>
                <a:off x="2366640" y="319896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9" name="CustomShape 98"/>
              <p:cNvSpPr/>
              <p:nvPr/>
            </p:nvSpPr>
            <p:spPr>
              <a:xfrm>
                <a:off x="262404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0" name="CustomShape 99"/>
              <p:cNvSpPr/>
              <p:nvPr/>
            </p:nvSpPr>
            <p:spPr>
              <a:xfrm>
                <a:off x="2881080" y="319896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1" name="CustomShape 100"/>
              <p:cNvSpPr/>
              <p:nvPr/>
            </p:nvSpPr>
            <p:spPr>
              <a:xfrm>
                <a:off x="313920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2" name="CustomShape 101"/>
              <p:cNvSpPr/>
              <p:nvPr/>
            </p:nvSpPr>
            <p:spPr>
              <a:xfrm>
                <a:off x="3396600" y="319896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3" name="CustomShape 102"/>
              <p:cNvSpPr/>
              <p:nvPr/>
            </p:nvSpPr>
            <p:spPr>
              <a:xfrm>
                <a:off x="365436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14" name="Group 103"/>
            <p:cNvGrpSpPr/>
            <p:nvPr/>
          </p:nvGrpSpPr>
          <p:grpSpPr>
            <a:xfrm>
              <a:off x="1334880" y="2915640"/>
              <a:ext cx="2520720" cy="216720"/>
              <a:chOff x="1334880" y="2915640"/>
              <a:chExt cx="2520720" cy="216720"/>
            </a:xfrm>
          </p:grpSpPr>
          <p:sp>
            <p:nvSpPr>
              <p:cNvPr id="1515" name="CustomShape 104"/>
              <p:cNvSpPr/>
              <p:nvPr/>
            </p:nvSpPr>
            <p:spPr>
              <a:xfrm>
                <a:off x="133488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6" name="CustomShape 105"/>
              <p:cNvSpPr/>
              <p:nvPr/>
            </p:nvSpPr>
            <p:spPr>
              <a:xfrm>
                <a:off x="159336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7" name="CustomShape 106"/>
              <p:cNvSpPr/>
              <p:nvPr/>
            </p:nvSpPr>
            <p:spPr>
              <a:xfrm>
                <a:off x="1850760" y="291564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8" name="CustomShape 107"/>
              <p:cNvSpPr/>
              <p:nvPr/>
            </p:nvSpPr>
            <p:spPr>
              <a:xfrm>
                <a:off x="210888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9" name="CustomShape 108"/>
              <p:cNvSpPr/>
              <p:nvPr/>
            </p:nvSpPr>
            <p:spPr>
              <a:xfrm>
                <a:off x="2366640" y="291564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0" name="CustomShape 109"/>
              <p:cNvSpPr/>
              <p:nvPr/>
            </p:nvSpPr>
            <p:spPr>
              <a:xfrm>
                <a:off x="262404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1" name="CustomShape 110"/>
              <p:cNvSpPr/>
              <p:nvPr/>
            </p:nvSpPr>
            <p:spPr>
              <a:xfrm>
                <a:off x="2881080" y="291564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2" name="CustomShape 111"/>
              <p:cNvSpPr/>
              <p:nvPr/>
            </p:nvSpPr>
            <p:spPr>
              <a:xfrm>
                <a:off x="313920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3" name="CustomShape 112"/>
              <p:cNvSpPr/>
              <p:nvPr/>
            </p:nvSpPr>
            <p:spPr>
              <a:xfrm>
                <a:off x="3396600" y="291564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4" name="CustomShape 113"/>
              <p:cNvSpPr/>
              <p:nvPr/>
            </p:nvSpPr>
            <p:spPr>
              <a:xfrm>
                <a:off x="365436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525" name="Group 114"/>
          <p:cNvGrpSpPr/>
          <p:nvPr/>
        </p:nvGrpSpPr>
        <p:grpSpPr>
          <a:xfrm>
            <a:off x="5138640" y="2915640"/>
            <a:ext cx="2518920" cy="2767680"/>
            <a:chOff x="5138640" y="2915640"/>
            <a:chExt cx="2518920" cy="2767680"/>
          </a:xfrm>
        </p:grpSpPr>
        <p:grpSp>
          <p:nvGrpSpPr>
            <p:cNvPr id="1526" name="Group 115"/>
            <p:cNvGrpSpPr/>
            <p:nvPr/>
          </p:nvGrpSpPr>
          <p:grpSpPr>
            <a:xfrm>
              <a:off x="5138640" y="5466960"/>
              <a:ext cx="2518920" cy="216360"/>
              <a:chOff x="5138640" y="5466960"/>
              <a:chExt cx="2518920" cy="216360"/>
            </a:xfrm>
          </p:grpSpPr>
          <p:sp>
            <p:nvSpPr>
              <p:cNvPr id="1527" name="CustomShape 116"/>
              <p:cNvSpPr/>
              <p:nvPr/>
            </p:nvSpPr>
            <p:spPr>
              <a:xfrm>
                <a:off x="5138640" y="546696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8" name="CustomShape 117"/>
              <p:cNvSpPr/>
              <p:nvPr/>
            </p:nvSpPr>
            <p:spPr>
              <a:xfrm>
                <a:off x="5396400" y="546696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9" name="CustomShape 118"/>
              <p:cNvSpPr/>
              <p:nvPr/>
            </p:nvSpPr>
            <p:spPr>
              <a:xfrm>
                <a:off x="5652720" y="5466960"/>
                <a:ext cx="2019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0" name="CustomShape 119"/>
              <p:cNvSpPr/>
              <p:nvPr/>
            </p:nvSpPr>
            <p:spPr>
              <a:xfrm>
                <a:off x="5912280" y="546696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1" name="CustomShape 120"/>
              <p:cNvSpPr/>
              <p:nvPr/>
            </p:nvSpPr>
            <p:spPr>
              <a:xfrm>
                <a:off x="616824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2" name="CustomShape 121"/>
              <p:cNvSpPr/>
              <p:nvPr/>
            </p:nvSpPr>
            <p:spPr>
              <a:xfrm>
                <a:off x="6426720" y="546696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3" name="CustomShape 122"/>
              <p:cNvSpPr/>
              <p:nvPr/>
            </p:nvSpPr>
            <p:spPr>
              <a:xfrm>
                <a:off x="6684480" y="546696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4" name="CustomShape 123"/>
              <p:cNvSpPr/>
              <p:nvPr/>
            </p:nvSpPr>
            <p:spPr>
              <a:xfrm>
                <a:off x="6941520" y="5466960"/>
                <a:ext cx="2019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5" name="CustomShape 124"/>
              <p:cNvSpPr/>
              <p:nvPr/>
            </p:nvSpPr>
            <p:spPr>
              <a:xfrm>
                <a:off x="719964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6" name="CustomShape 125"/>
              <p:cNvSpPr/>
              <p:nvPr/>
            </p:nvSpPr>
            <p:spPr>
              <a:xfrm>
                <a:off x="745632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37" name="Group 126"/>
            <p:cNvGrpSpPr/>
            <p:nvPr/>
          </p:nvGrpSpPr>
          <p:grpSpPr>
            <a:xfrm>
              <a:off x="5138640" y="5183640"/>
              <a:ext cx="2518920" cy="216720"/>
              <a:chOff x="5138640" y="5183640"/>
              <a:chExt cx="2518920" cy="216720"/>
            </a:xfrm>
          </p:grpSpPr>
          <p:sp>
            <p:nvSpPr>
              <p:cNvPr id="1538" name="CustomShape 127"/>
              <p:cNvSpPr/>
              <p:nvPr/>
            </p:nvSpPr>
            <p:spPr>
              <a:xfrm>
                <a:off x="5138640" y="518364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9" name="CustomShape 128"/>
              <p:cNvSpPr/>
              <p:nvPr/>
            </p:nvSpPr>
            <p:spPr>
              <a:xfrm>
                <a:off x="5396400" y="518364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0" name="CustomShape 129"/>
              <p:cNvSpPr/>
              <p:nvPr/>
            </p:nvSpPr>
            <p:spPr>
              <a:xfrm>
                <a:off x="5652720" y="518364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1" name="CustomShape 130"/>
              <p:cNvSpPr/>
              <p:nvPr/>
            </p:nvSpPr>
            <p:spPr>
              <a:xfrm>
                <a:off x="5912280" y="518364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2" name="CustomShape 131"/>
              <p:cNvSpPr/>
              <p:nvPr/>
            </p:nvSpPr>
            <p:spPr>
              <a:xfrm>
                <a:off x="616824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3" name="CustomShape 132"/>
              <p:cNvSpPr/>
              <p:nvPr/>
            </p:nvSpPr>
            <p:spPr>
              <a:xfrm>
                <a:off x="6426720" y="518364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4" name="CustomShape 133"/>
              <p:cNvSpPr/>
              <p:nvPr/>
            </p:nvSpPr>
            <p:spPr>
              <a:xfrm>
                <a:off x="6684480" y="518364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5" name="CustomShape 134"/>
              <p:cNvSpPr/>
              <p:nvPr/>
            </p:nvSpPr>
            <p:spPr>
              <a:xfrm>
                <a:off x="6941520" y="518364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6" name="CustomShape 135"/>
              <p:cNvSpPr/>
              <p:nvPr/>
            </p:nvSpPr>
            <p:spPr>
              <a:xfrm>
                <a:off x="719964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7" name="CustomShape 136"/>
              <p:cNvSpPr/>
              <p:nvPr/>
            </p:nvSpPr>
            <p:spPr>
              <a:xfrm>
                <a:off x="745632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48" name="Group 137"/>
            <p:cNvGrpSpPr/>
            <p:nvPr/>
          </p:nvGrpSpPr>
          <p:grpSpPr>
            <a:xfrm>
              <a:off x="5138640" y="4899600"/>
              <a:ext cx="2518920" cy="216360"/>
              <a:chOff x="5138640" y="4899600"/>
              <a:chExt cx="2518920" cy="216360"/>
            </a:xfrm>
          </p:grpSpPr>
          <p:sp>
            <p:nvSpPr>
              <p:cNvPr id="1549" name="CustomShape 138"/>
              <p:cNvSpPr/>
              <p:nvPr/>
            </p:nvSpPr>
            <p:spPr>
              <a:xfrm>
                <a:off x="5138640" y="489960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0" name="CustomShape 139"/>
              <p:cNvSpPr/>
              <p:nvPr/>
            </p:nvSpPr>
            <p:spPr>
              <a:xfrm>
                <a:off x="5396400" y="489960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1" name="CustomShape 140"/>
              <p:cNvSpPr/>
              <p:nvPr/>
            </p:nvSpPr>
            <p:spPr>
              <a:xfrm>
                <a:off x="5652720" y="4899600"/>
                <a:ext cx="2019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2" name="CustomShape 141"/>
              <p:cNvSpPr/>
              <p:nvPr/>
            </p:nvSpPr>
            <p:spPr>
              <a:xfrm>
                <a:off x="5912280" y="489960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3" name="CustomShape 142"/>
              <p:cNvSpPr/>
              <p:nvPr/>
            </p:nvSpPr>
            <p:spPr>
              <a:xfrm>
                <a:off x="616824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4" name="CustomShape 143"/>
              <p:cNvSpPr/>
              <p:nvPr/>
            </p:nvSpPr>
            <p:spPr>
              <a:xfrm>
                <a:off x="6426720" y="489960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5" name="CustomShape 144"/>
              <p:cNvSpPr/>
              <p:nvPr/>
            </p:nvSpPr>
            <p:spPr>
              <a:xfrm>
                <a:off x="6684480" y="489960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6" name="CustomShape 145"/>
              <p:cNvSpPr/>
              <p:nvPr/>
            </p:nvSpPr>
            <p:spPr>
              <a:xfrm>
                <a:off x="6941520" y="4899600"/>
                <a:ext cx="2019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7" name="CustomShape 146"/>
              <p:cNvSpPr/>
              <p:nvPr/>
            </p:nvSpPr>
            <p:spPr>
              <a:xfrm>
                <a:off x="719964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8" name="CustomShape 147"/>
              <p:cNvSpPr/>
              <p:nvPr/>
            </p:nvSpPr>
            <p:spPr>
              <a:xfrm>
                <a:off x="745632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59" name="Group 148"/>
            <p:cNvGrpSpPr/>
            <p:nvPr/>
          </p:nvGrpSpPr>
          <p:grpSpPr>
            <a:xfrm>
              <a:off x="5138640" y="4616280"/>
              <a:ext cx="2518920" cy="216720"/>
              <a:chOff x="5138640" y="4616280"/>
              <a:chExt cx="2518920" cy="216720"/>
            </a:xfrm>
          </p:grpSpPr>
          <p:sp>
            <p:nvSpPr>
              <p:cNvPr id="1560" name="CustomShape 149"/>
              <p:cNvSpPr/>
              <p:nvPr/>
            </p:nvSpPr>
            <p:spPr>
              <a:xfrm>
                <a:off x="5138640" y="461628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1" name="CustomShape 150"/>
              <p:cNvSpPr/>
              <p:nvPr/>
            </p:nvSpPr>
            <p:spPr>
              <a:xfrm>
                <a:off x="5396400" y="461628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2" name="CustomShape 151"/>
              <p:cNvSpPr/>
              <p:nvPr/>
            </p:nvSpPr>
            <p:spPr>
              <a:xfrm>
                <a:off x="5652720" y="461628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3" name="CustomShape 152"/>
              <p:cNvSpPr/>
              <p:nvPr/>
            </p:nvSpPr>
            <p:spPr>
              <a:xfrm>
                <a:off x="5912280" y="461628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4" name="CustomShape 153"/>
              <p:cNvSpPr/>
              <p:nvPr/>
            </p:nvSpPr>
            <p:spPr>
              <a:xfrm>
                <a:off x="616824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5" name="CustomShape 154"/>
              <p:cNvSpPr/>
              <p:nvPr/>
            </p:nvSpPr>
            <p:spPr>
              <a:xfrm>
                <a:off x="6426720" y="461628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6" name="CustomShape 155"/>
              <p:cNvSpPr/>
              <p:nvPr/>
            </p:nvSpPr>
            <p:spPr>
              <a:xfrm>
                <a:off x="6684480" y="461628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7" name="CustomShape 156"/>
              <p:cNvSpPr/>
              <p:nvPr/>
            </p:nvSpPr>
            <p:spPr>
              <a:xfrm>
                <a:off x="6941520" y="461628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8" name="CustomShape 157"/>
              <p:cNvSpPr/>
              <p:nvPr/>
            </p:nvSpPr>
            <p:spPr>
              <a:xfrm>
                <a:off x="719964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9" name="CustomShape 158"/>
              <p:cNvSpPr/>
              <p:nvPr/>
            </p:nvSpPr>
            <p:spPr>
              <a:xfrm>
                <a:off x="745632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70" name="Group 159"/>
            <p:cNvGrpSpPr/>
            <p:nvPr/>
          </p:nvGrpSpPr>
          <p:grpSpPr>
            <a:xfrm>
              <a:off x="5138640" y="4332960"/>
              <a:ext cx="2518920" cy="217080"/>
              <a:chOff x="5138640" y="4332960"/>
              <a:chExt cx="2518920" cy="217080"/>
            </a:xfrm>
          </p:grpSpPr>
          <p:sp>
            <p:nvSpPr>
              <p:cNvPr id="1571" name="CustomShape 160"/>
              <p:cNvSpPr/>
              <p:nvPr/>
            </p:nvSpPr>
            <p:spPr>
              <a:xfrm>
                <a:off x="5138640" y="433296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2" name="CustomShape 161"/>
              <p:cNvSpPr/>
              <p:nvPr/>
            </p:nvSpPr>
            <p:spPr>
              <a:xfrm>
                <a:off x="5396400" y="433296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3" name="CustomShape 162"/>
              <p:cNvSpPr/>
              <p:nvPr/>
            </p:nvSpPr>
            <p:spPr>
              <a:xfrm>
                <a:off x="5652720" y="433296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4" name="CustomShape 163"/>
              <p:cNvSpPr/>
              <p:nvPr/>
            </p:nvSpPr>
            <p:spPr>
              <a:xfrm>
                <a:off x="5912280" y="433296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5" name="CustomShape 164"/>
              <p:cNvSpPr/>
              <p:nvPr/>
            </p:nvSpPr>
            <p:spPr>
              <a:xfrm>
                <a:off x="616824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6" name="CustomShape 165"/>
              <p:cNvSpPr/>
              <p:nvPr/>
            </p:nvSpPr>
            <p:spPr>
              <a:xfrm>
                <a:off x="6426720" y="433296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7" name="CustomShape 166"/>
              <p:cNvSpPr/>
              <p:nvPr/>
            </p:nvSpPr>
            <p:spPr>
              <a:xfrm>
                <a:off x="6684480" y="433296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8" name="CustomShape 167"/>
              <p:cNvSpPr/>
              <p:nvPr/>
            </p:nvSpPr>
            <p:spPr>
              <a:xfrm>
                <a:off x="6941520" y="433296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9" name="CustomShape 168"/>
              <p:cNvSpPr/>
              <p:nvPr/>
            </p:nvSpPr>
            <p:spPr>
              <a:xfrm>
                <a:off x="7199640" y="433296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0" name="CustomShape 169"/>
              <p:cNvSpPr/>
              <p:nvPr/>
            </p:nvSpPr>
            <p:spPr>
              <a:xfrm>
                <a:off x="745632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81" name="Group 170"/>
            <p:cNvGrpSpPr/>
            <p:nvPr/>
          </p:nvGrpSpPr>
          <p:grpSpPr>
            <a:xfrm>
              <a:off x="5138640" y="4049280"/>
              <a:ext cx="2518920" cy="217080"/>
              <a:chOff x="5138640" y="4049280"/>
              <a:chExt cx="2518920" cy="217080"/>
            </a:xfrm>
          </p:grpSpPr>
          <p:sp>
            <p:nvSpPr>
              <p:cNvPr id="1582" name="CustomShape 171"/>
              <p:cNvSpPr/>
              <p:nvPr/>
            </p:nvSpPr>
            <p:spPr>
              <a:xfrm>
                <a:off x="5138640" y="404928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3" name="CustomShape 172"/>
              <p:cNvSpPr/>
              <p:nvPr/>
            </p:nvSpPr>
            <p:spPr>
              <a:xfrm>
                <a:off x="5396400" y="4049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4" name="CustomShape 173"/>
              <p:cNvSpPr/>
              <p:nvPr/>
            </p:nvSpPr>
            <p:spPr>
              <a:xfrm>
                <a:off x="5652720" y="4049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5" name="CustomShape 174"/>
              <p:cNvSpPr/>
              <p:nvPr/>
            </p:nvSpPr>
            <p:spPr>
              <a:xfrm>
                <a:off x="5912280" y="404928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6" name="CustomShape 175"/>
              <p:cNvSpPr/>
              <p:nvPr/>
            </p:nvSpPr>
            <p:spPr>
              <a:xfrm>
                <a:off x="616824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7" name="CustomShape 176"/>
              <p:cNvSpPr/>
              <p:nvPr/>
            </p:nvSpPr>
            <p:spPr>
              <a:xfrm>
                <a:off x="6426720" y="404928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8" name="CustomShape 177"/>
              <p:cNvSpPr/>
              <p:nvPr/>
            </p:nvSpPr>
            <p:spPr>
              <a:xfrm>
                <a:off x="6684480" y="4049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9" name="CustomShape 178"/>
              <p:cNvSpPr/>
              <p:nvPr/>
            </p:nvSpPr>
            <p:spPr>
              <a:xfrm>
                <a:off x="6941520" y="4049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0" name="CustomShape 179"/>
              <p:cNvSpPr/>
              <p:nvPr/>
            </p:nvSpPr>
            <p:spPr>
              <a:xfrm>
                <a:off x="7199640" y="4049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1" name="CustomShape 180"/>
              <p:cNvSpPr/>
              <p:nvPr/>
            </p:nvSpPr>
            <p:spPr>
              <a:xfrm>
                <a:off x="745632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92" name="Group 181"/>
            <p:cNvGrpSpPr/>
            <p:nvPr/>
          </p:nvGrpSpPr>
          <p:grpSpPr>
            <a:xfrm>
              <a:off x="5138640" y="3766320"/>
              <a:ext cx="2518920" cy="216360"/>
              <a:chOff x="5138640" y="3766320"/>
              <a:chExt cx="2518920" cy="216360"/>
            </a:xfrm>
          </p:grpSpPr>
          <p:sp>
            <p:nvSpPr>
              <p:cNvPr id="1593" name="CustomShape 182"/>
              <p:cNvSpPr/>
              <p:nvPr/>
            </p:nvSpPr>
            <p:spPr>
              <a:xfrm>
                <a:off x="5138640" y="3766320"/>
                <a:ext cx="19980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4" name="CustomShape 183"/>
              <p:cNvSpPr/>
              <p:nvPr/>
            </p:nvSpPr>
            <p:spPr>
              <a:xfrm>
                <a:off x="5396400" y="3766320"/>
                <a:ext cx="20052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5" name="CustomShape 184"/>
              <p:cNvSpPr/>
              <p:nvPr/>
            </p:nvSpPr>
            <p:spPr>
              <a:xfrm>
                <a:off x="5652720" y="3766320"/>
                <a:ext cx="20196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6" name="CustomShape 185"/>
              <p:cNvSpPr/>
              <p:nvPr/>
            </p:nvSpPr>
            <p:spPr>
              <a:xfrm>
                <a:off x="5912280" y="3766320"/>
                <a:ext cx="19980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7" name="CustomShape 186"/>
              <p:cNvSpPr/>
              <p:nvPr/>
            </p:nvSpPr>
            <p:spPr>
              <a:xfrm>
                <a:off x="6168240" y="3766320"/>
                <a:ext cx="20124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8" name="CustomShape 187"/>
              <p:cNvSpPr/>
              <p:nvPr/>
            </p:nvSpPr>
            <p:spPr>
              <a:xfrm>
                <a:off x="6426720" y="3766320"/>
                <a:ext cx="19980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9" name="CustomShape 188"/>
              <p:cNvSpPr/>
              <p:nvPr/>
            </p:nvSpPr>
            <p:spPr>
              <a:xfrm>
                <a:off x="6684480" y="3766320"/>
                <a:ext cx="200880" cy="2163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0" name="CustomShape 189"/>
              <p:cNvSpPr/>
              <p:nvPr/>
            </p:nvSpPr>
            <p:spPr>
              <a:xfrm>
                <a:off x="6941520" y="3766320"/>
                <a:ext cx="2019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1" name="CustomShape 190"/>
              <p:cNvSpPr/>
              <p:nvPr/>
            </p:nvSpPr>
            <p:spPr>
              <a:xfrm>
                <a:off x="7199640" y="376632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2" name="CustomShape 191"/>
              <p:cNvSpPr/>
              <p:nvPr/>
            </p:nvSpPr>
            <p:spPr>
              <a:xfrm>
                <a:off x="745632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03" name="Group 192"/>
            <p:cNvGrpSpPr/>
            <p:nvPr/>
          </p:nvGrpSpPr>
          <p:grpSpPr>
            <a:xfrm>
              <a:off x="5138640" y="3483000"/>
              <a:ext cx="2518920" cy="216720"/>
              <a:chOff x="5138640" y="3483000"/>
              <a:chExt cx="2518920" cy="216720"/>
            </a:xfrm>
          </p:grpSpPr>
          <p:sp>
            <p:nvSpPr>
              <p:cNvPr id="1604" name="CustomShape 193"/>
              <p:cNvSpPr/>
              <p:nvPr/>
            </p:nvSpPr>
            <p:spPr>
              <a:xfrm>
                <a:off x="5138640" y="348300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5" name="CustomShape 194"/>
              <p:cNvSpPr/>
              <p:nvPr/>
            </p:nvSpPr>
            <p:spPr>
              <a:xfrm>
                <a:off x="5396400" y="348300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6" name="CustomShape 195"/>
              <p:cNvSpPr/>
              <p:nvPr/>
            </p:nvSpPr>
            <p:spPr>
              <a:xfrm>
                <a:off x="5652720" y="348300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7" name="CustomShape 196"/>
              <p:cNvSpPr/>
              <p:nvPr/>
            </p:nvSpPr>
            <p:spPr>
              <a:xfrm>
                <a:off x="5912280" y="348300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8" name="CustomShape 197"/>
              <p:cNvSpPr/>
              <p:nvPr/>
            </p:nvSpPr>
            <p:spPr>
              <a:xfrm>
                <a:off x="616824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9" name="CustomShape 198"/>
              <p:cNvSpPr/>
              <p:nvPr/>
            </p:nvSpPr>
            <p:spPr>
              <a:xfrm>
                <a:off x="6426720" y="348300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0" name="CustomShape 199"/>
              <p:cNvSpPr/>
              <p:nvPr/>
            </p:nvSpPr>
            <p:spPr>
              <a:xfrm>
                <a:off x="6684480" y="348300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1" name="CustomShape 200"/>
              <p:cNvSpPr/>
              <p:nvPr/>
            </p:nvSpPr>
            <p:spPr>
              <a:xfrm>
                <a:off x="6941520" y="348300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2" name="CustomShape 201"/>
              <p:cNvSpPr/>
              <p:nvPr/>
            </p:nvSpPr>
            <p:spPr>
              <a:xfrm>
                <a:off x="7199640" y="348300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3" name="CustomShape 202"/>
              <p:cNvSpPr/>
              <p:nvPr/>
            </p:nvSpPr>
            <p:spPr>
              <a:xfrm>
                <a:off x="745632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14" name="Group 203"/>
            <p:cNvGrpSpPr/>
            <p:nvPr/>
          </p:nvGrpSpPr>
          <p:grpSpPr>
            <a:xfrm>
              <a:off x="5138640" y="3198960"/>
              <a:ext cx="2518920" cy="217080"/>
              <a:chOff x="5138640" y="3198960"/>
              <a:chExt cx="2518920" cy="217080"/>
            </a:xfrm>
          </p:grpSpPr>
          <p:sp>
            <p:nvSpPr>
              <p:cNvPr id="1615" name="CustomShape 204"/>
              <p:cNvSpPr/>
              <p:nvPr/>
            </p:nvSpPr>
            <p:spPr>
              <a:xfrm>
                <a:off x="5138640" y="319896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6" name="CustomShape 205"/>
              <p:cNvSpPr/>
              <p:nvPr/>
            </p:nvSpPr>
            <p:spPr>
              <a:xfrm>
                <a:off x="5396400" y="319896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7" name="CustomShape 206"/>
              <p:cNvSpPr/>
              <p:nvPr/>
            </p:nvSpPr>
            <p:spPr>
              <a:xfrm>
                <a:off x="5652720" y="319896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8" name="CustomShape 207"/>
              <p:cNvSpPr/>
              <p:nvPr/>
            </p:nvSpPr>
            <p:spPr>
              <a:xfrm>
                <a:off x="5912280" y="319896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9" name="CustomShape 208"/>
              <p:cNvSpPr/>
              <p:nvPr/>
            </p:nvSpPr>
            <p:spPr>
              <a:xfrm>
                <a:off x="616824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0" name="CustomShape 209"/>
              <p:cNvSpPr/>
              <p:nvPr/>
            </p:nvSpPr>
            <p:spPr>
              <a:xfrm>
                <a:off x="6426720" y="319896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1" name="CustomShape 210"/>
              <p:cNvSpPr/>
              <p:nvPr/>
            </p:nvSpPr>
            <p:spPr>
              <a:xfrm>
                <a:off x="6684480" y="319896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2" name="CustomShape 211"/>
              <p:cNvSpPr/>
              <p:nvPr/>
            </p:nvSpPr>
            <p:spPr>
              <a:xfrm>
                <a:off x="6941520" y="319896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3" name="CustomShape 212"/>
              <p:cNvSpPr/>
              <p:nvPr/>
            </p:nvSpPr>
            <p:spPr>
              <a:xfrm>
                <a:off x="719964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4" name="CustomShape 213"/>
              <p:cNvSpPr/>
              <p:nvPr/>
            </p:nvSpPr>
            <p:spPr>
              <a:xfrm>
                <a:off x="745632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25" name="Group 214"/>
            <p:cNvGrpSpPr/>
            <p:nvPr/>
          </p:nvGrpSpPr>
          <p:grpSpPr>
            <a:xfrm>
              <a:off x="5138640" y="2915640"/>
              <a:ext cx="2518920" cy="216720"/>
              <a:chOff x="5138640" y="2915640"/>
              <a:chExt cx="2518920" cy="216720"/>
            </a:xfrm>
          </p:grpSpPr>
          <p:sp>
            <p:nvSpPr>
              <p:cNvPr id="1626" name="CustomShape 215"/>
              <p:cNvSpPr/>
              <p:nvPr/>
            </p:nvSpPr>
            <p:spPr>
              <a:xfrm>
                <a:off x="5138640" y="291564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7" name="CustomShape 216"/>
              <p:cNvSpPr/>
              <p:nvPr/>
            </p:nvSpPr>
            <p:spPr>
              <a:xfrm>
                <a:off x="5396400" y="291564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8" name="CustomShape 217"/>
              <p:cNvSpPr/>
              <p:nvPr/>
            </p:nvSpPr>
            <p:spPr>
              <a:xfrm>
                <a:off x="5652720" y="291564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9" name="CustomShape 218"/>
              <p:cNvSpPr/>
              <p:nvPr/>
            </p:nvSpPr>
            <p:spPr>
              <a:xfrm>
                <a:off x="5912280" y="291564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0" name="CustomShape 219"/>
              <p:cNvSpPr/>
              <p:nvPr/>
            </p:nvSpPr>
            <p:spPr>
              <a:xfrm>
                <a:off x="616824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1" name="CustomShape 220"/>
              <p:cNvSpPr/>
              <p:nvPr/>
            </p:nvSpPr>
            <p:spPr>
              <a:xfrm>
                <a:off x="6426720" y="291564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2" name="CustomShape 221"/>
              <p:cNvSpPr/>
              <p:nvPr/>
            </p:nvSpPr>
            <p:spPr>
              <a:xfrm>
                <a:off x="6684480" y="291564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3" name="CustomShape 222"/>
              <p:cNvSpPr/>
              <p:nvPr/>
            </p:nvSpPr>
            <p:spPr>
              <a:xfrm>
                <a:off x="6941520" y="291564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4" name="CustomShape 223"/>
              <p:cNvSpPr/>
              <p:nvPr/>
            </p:nvSpPr>
            <p:spPr>
              <a:xfrm>
                <a:off x="719964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5" name="CustomShape 224"/>
              <p:cNvSpPr/>
              <p:nvPr/>
            </p:nvSpPr>
            <p:spPr>
              <a:xfrm>
                <a:off x="745632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636" name="Group 225"/>
          <p:cNvGrpSpPr/>
          <p:nvPr/>
        </p:nvGrpSpPr>
        <p:grpSpPr>
          <a:xfrm>
            <a:off x="8940960" y="2915640"/>
            <a:ext cx="2520000" cy="2767680"/>
            <a:chOff x="8940960" y="2915640"/>
            <a:chExt cx="2520000" cy="2767680"/>
          </a:xfrm>
        </p:grpSpPr>
        <p:grpSp>
          <p:nvGrpSpPr>
            <p:cNvPr id="1637" name="Group 226"/>
            <p:cNvGrpSpPr/>
            <p:nvPr/>
          </p:nvGrpSpPr>
          <p:grpSpPr>
            <a:xfrm>
              <a:off x="8940960" y="5466960"/>
              <a:ext cx="2520000" cy="216360"/>
              <a:chOff x="8940960" y="5466960"/>
              <a:chExt cx="2520000" cy="216360"/>
            </a:xfrm>
          </p:grpSpPr>
          <p:sp>
            <p:nvSpPr>
              <p:cNvPr id="1638" name="CustomShape 227"/>
              <p:cNvSpPr/>
              <p:nvPr/>
            </p:nvSpPr>
            <p:spPr>
              <a:xfrm>
                <a:off x="894096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9" name="CustomShape 228"/>
              <p:cNvSpPr/>
              <p:nvPr/>
            </p:nvSpPr>
            <p:spPr>
              <a:xfrm>
                <a:off x="919836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0" name="CustomShape 229"/>
              <p:cNvSpPr/>
              <p:nvPr/>
            </p:nvSpPr>
            <p:spPr>
              <a:xfrm>
                <a:off x="9456480" y="546696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1" name="CustomShape 230"/>
              <p:cNvSpPr/>
              <p:nvPr/>
            </p:nvSpPr>
            <p:spPr>
              <a:xfrm>
                <a:off x="9714240" y="546696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2" name="CustomShape 231"/>
              <p:cNvSpPr/>
              <p:nvPr/>
            </p:nvSpPr>
            <p:spPr>
              <a:xfrm>
                <a:off x="997128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3" name="CustomShape 232"/>
              <p:cNvSpPr/>
              <p:nvPr/>
            </p:nvSpPr>
            <p:spPr>
              <a:xfrm>
                <a:off x="10229760" y="546696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4" name="CustomShape 233"/>
              <p:cNvSpPr/>
              <p:nvPr/>
            </p:nvSpPr>
            <p:spPr>
              <a:xfrm>
                <a:off x="1048680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5" name="CustomShape 234"/>
              <p:cNvSpPr/>
              <p:nvPr/>
            </p:nvSpPr>
            <p:spPr>
              <a:xfrm>
                <a:off x="10743840" y="5466960"/>
                <a:ext cx="2016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6" name="CustomShape 235"/>
              <p:cNvSpPr/>
              <p:nvPr/>
            </p:nvSpPr>
            <p:spPr>
              <a:xfrm>
                <a:off x="11002680" y="546696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7" name="CustomShape 236"/>
              <p:cNvSpPr/>
              <p:nvPr/>
            </p:nvSpPr>
            <p:spPr>
              <a:xfrm>
                <a:off x="11259720" y="546696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48" name="Group 237"/>
            <p:cNvGrpSpPr/>
            <p:nvPr/>
          </p:nvGrpSpPr>
          <p:grpSpPr>
            <a:xfrm>
              <a:off x="8940960" y="5183640"/>
              <a:ext cx="2520000" cy="216720"/>
              <a:chOff x="8940960" y="5183640"/>
              <a:chExt cx="2520000" cy="216720"/>
            </a:xfrm>
          </p:grpSpPr>
          <p:sp>
            <p:nvSpPr>
              <p:cNvPr id="1649" name="CustomShape 238"/>
              <p:cNvSpPr/>
              <p:nvPr/>
            </p:nvSpPr>
            <p:spPr>
              <a:xfrm>
                <a:off x="894096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0" name="CustomShape 239"/>
              <p:cNvSpPr/>
              <p:nvPr/>
            </p:nvSpPr>
            <p:spPr>
              <a:xfrm>
                <a:off x="919836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1" name="CustomShape 240"/>
              <p:cNvSpPr/>
              <p:nvPr/>
            </p:nvSpPr>
            <p:spPr>
              <a:xfrm>
                <a:off x="9456480" y="518364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2" name="CustomShape 241"/>
              <p:cNvSpPr/>
              <p:nvPr/>
            </p:nvSpPr>
            <p:spPr>
              <a:xfrm>
                <a:off x="9714240" y="518364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3" name="CustomShape 242"/>
              <p:cNvSpPr/>
              <p:nvPr/>
            </p:nvSpPr>
            <p:spPr>
              <a:xfrm>
                <a:off x="997128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4" name="CustomShape 243"/>
              <p:cNvSpPr/>
              <p:nvPr/>
            </p:nvSpPr>
            <p:spPr>
              <a:xfrm>
                <a:off x="10229760" y="518364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5" name="CustomShape 244"/>
              <p:cNvSpPr/>
              <p:nvPr/>
            </p:nvSpPr>
            <p:spPr>
              <a:xfrm>
                <a:off x="1048680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6" name="CustomShape 245"/>
              <p:cNvSpPr/>
              <p:nvPr/>
            </p:nvSpPr>
            <p:spPr>
              <a:xfrm>
                <a:off x="10743840" y="518364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7" name="CustomShape 246"/>
              <p:cNvSpPr/>
              <p:nvPr/>
            </p:nvSpPr>
            <p:spPr>
              <a:xfrm>
                <a:off x="11002680" y="518364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8" name="CustomShape 247"/>
              <p:cNvSpPr/>
              <p:nvPr/>
            </p:nvSpPr>
            <p:spPr>
              <a:xfrm>
                <a:off x="11259720" y="518364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59" name="Group 248"/>
            <p:cNvGrpSpPr/>
            <p:nvPr/>
          </p:nvGrpSpPr>
          <p:grpSpPr>
            <a:xfrm>
              <a:off x="8940960" y="4899600"/>
              <a:ext cx="2520000" cy="216360"/>
              <a:chOff x="8940960" y="4899600"/>
              <a:chExt cx="2520000" cy="216360"/>
            </a:xfrm>
          </p:grpSpPr>
          <p:sp>
            <p:nvSpPr>
              <p:cNvPr id="1660" name="CustomShape 249"/>
              <p:cNvSpPr/>
              <p:nvPr/>
            </p:nvSpPr>
            <p:spPr>
              <a:xfrm>
                <a:off x="894096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1" name="CustomShape 250"/>
              <p:cNvSpPr/>
              <p:nvPr/>
            </p:nvSpPr>
            <p:spPr>
              <a:xfrm>
                <a:off x="919836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2" name="CustomShape 251"/>
              <p:cNvSpPr/>
              <p:nvPr/>
            </p:nvSpPr>
            <p:spPr>
              <a:xfrm>
                <a:off x="9456480" y="489960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3" name="CustomShape 252"/>
              <p:cNvSpPr/>
              <p:nvPr/>
            </p:nvSpPr>
            <p:spPr>
              <a:xfrm>
                <a:off x="9714240" y="489960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4" name="CustomShape 253"/>
              <p:cNvSpPr/>
              <p:nvPr/>
            </p:nvSpPr>
            <p:spPr>
              <a:xfrm>
                <a:off x="997128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5" name="CustomShape 254"/>
              <p:cNvSpPr/>
              <p:nvPr/>
            </p:nvSpPr>
            <p:spPr>
              <a:xfrm>
                <a:off x="10229760" y="489960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6" name="CustomShape 255"/>
              <p:cNvSpPr/>
              <p:nvPr/>
            </p:nvSpPr>
            <p:spPr>
              <a:xfrm>
                <a:off x="1048680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7" name="CustomShape 256"/>
              <p:cNvSpPr/>
              <p:nvPr/>
            </p:nvSpPr>
            <p:spPr>
              <a:xfrm>
                <a:off x="10743840" y="4899600"/>
                <a:ext cx="2016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8" name="CustomShape 257"/>
              <p:cNvSpPr/>
              <p:nvPr/>
            </p:nvSpPr>
            <p:spPr>
              <a:xfrm>
                <a:off x="11002680" y="489960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9" name="CustomShape 258"/>
              <p:cNvSpPr/>
              <p:nvPr/>
            </p:nvSpPr>
            <p:spPr>
              <a:xfrm>
                <a:off x="11259720" y="489960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70" name="Group 259"/>
            <p:cNvGrpSpPr/>
            <p:nvPr/>
          </p:nvGrpSpPr>
          <p:grpSpPr>
            <a:xfrm>
              <a:off x="8940960" y="4616280"/>
              <a:ext cx="2520000" cy="216720"/>
              <a:chOff x="8940960" y="4616280"/>
              <a:chExt cx="2520000" cy="216720"/>
            </a:xfrm>
          </p:grpSpPr>
          <p:sp>
            <p:nvSpPr>
              <p:cNvPr id="1671" name="CustomShape 260"/>
              <p:cNvSpPr/>
              <p:nvPr/>
            </p:nvSpPr>
            <p:spPr>
              <a:xfrm>
                <a:off x="894096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2" name="CustomShape 261"/>
              <p:cNvSpPr/>
              <p:nvPr/>
            </p:nvSpPr>
            <p:spPr>
              <a:xfrm>
                <a:off x="919836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3" name="CustomShape 262"/>
              <p:cNvSpPr/>
              <p:nvPr/>
            </p:nvSpPr>
            <p:spPr>
              <a:xfrm>
                <a:off x="9456480" y="461628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4" name="CustomShape 263"/>
              <p:cNvSpPr/>
              <p:nvPr/>
            </p:nvSpPr>
            <p:spPr>
              <a:xfrm>
                <a:off x="9714240" y="461628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5" name="CustomShape 264"/>
              <p:cNvSpPr/>
              <p:nvPr/>
            </p:nvSpPr>
            <p:spPr>
              <a:xfrm>
                <a:off x="997128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6" name="CustomShape 265"/>
              <p:cNvSpPr/>
              <p:nvPr/>
            </p:nvSpPr>
            <p:spPr>
              <a:xfrm>
                <a:off x="10229760" y="461628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7" name="CustomShape 266"/>
              <p:cNvSpPr/>
              <p:nvPr/>
            </p:nvSpPr>
            <p:spPr>
              <a:xfrm>
                <a:off x="1048680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8" name="CustomShape 267"/>
              <p:cNvSpPr/>
              <p:nvPr/>
            </p:nvSpPr>
            <p:spPr>
              <a:xfrm>
                <a:off x="10743840" y="461628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9" name="CustomShape 268"/>
              <p:cNvSpPr/>
              <p:nvPr/>
            </p:nvSpPr>
            <p:spPr>
              <a:xfrm>
                <a:off x="11002680" y="461628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0" name="CustomShape 269"/>
              <p:cNvSpPr/>
              <p:nvPr/>
            </p:nvSpPr>
            <p:spPr>
              <a:xfrm>
                <a:off x="11259720" y="461628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81" name="Group 270"/>
            <p:cNvGrpSpPr/>
            <p:nvPr/>
          </p:nvGrpSpPr>
          <p:grpSpPr>
            <a:xfrm>
              <a:off x="8940960" y="4332960"/>
              <a:ext cx="2520000" cy="217080"/>
              <a:chOff x="8940960" y="4332960"/>
              <a:chExt cx="2520000" cy="217080"/>
            </a:xfrm>
          </p:grpSpPr>
          <p:sp>
            <p:nvSpPr>
              <p:cNvPr id="1682" name="CustomShape 271"/>
              <p:cNvSpPr/>
              <p:nvPr/>
            </p:nvSpPr>
            <p:spPr>
              <a:xfrm>
                <a:off x="894096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3" name="CustomShape 272"/>
              <p:cNvSpPr/>
              <p:nvPr/>
            </p:nvSpPr>
            <p:spPr>
              <a:xfrm>
                <a:off x="919836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4" name="CustomShape 273"/>
              <p:cNvSpPr/>
              <p:nvPr/>
            </p:nvSpPr>
            <p:spPr>
              <a:xfrm>
                <a:off x="9456480" y="433296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5" name="CustomShape 274"/>
              <p:cNvSpPr/>
              <p:nvPr/>
            </p:nvSpPr>
            <p:spPr>
              <a:xfrm>
                <a:off x="9714240" y="433296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6" name="CustomShape 275"/>
              <p:cNvSpPr/>
              <p:nvPr/>
            </p:nvSpPr>
            <p:spPr>
              <a:xfrm>
                <a:off x="997128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7" name="CustomShape 276"/>
              <p:cNvSpPr/>
              <p:nvPr/>
            </p:nvSpPr>
            <p:spPr>
              <a:xfrm>
                <a:off x="10229760" y="433296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8" name="CustomShape 277"/>
              <p:cNvSpPr/>
              <p:nvPr/>
            </p:nvSpPr>
            <p:spPr>
              <a:xfrm>
                <a:off x="1048680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9" name="CustomShape 278"/>
              <p:cNvSpPr/>
              <p:nvPr/>
            </p:nvSpPr>
            <p:spPr>
              <a:xfrm>
                <a:off x="10743840" y="433296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0" name="CustomShape 279"/>
              <p:cNvSpPr/>
              <p:nvPr/>
            </p:nvSpPr>
            <p:spPr>
              <a:xfrm>
                <a:off x="11002680" y="433296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1" name="CustomShape 280"/>
              <p:cNvSpPr/>
              <p:nvPr/>
            </p:nvSpPr>
            <p:spPr>
              <a:xfrm>
                <a:off x="11259720" y="433296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92" name="Group 281"/>
            <p:cNvGrpSpPr/>
            <p:nvPr/>
          </p:nvGrpSpPr>
          <p:grpSpPr>
            <a:xfrm>
              <a:off x="8940960" y="4049280"/>
              <a:ext cx="2520000" cy="217080"/>
              <a:chOff x="8940960" y="4049280"/>
              <a:chExt cx="2520000" cy="217080"/>
            </a:xfrm>
          </p:grpSpPr>
          <p:sp>
            <p:nvSpPr>
              <p:cNvPr id="1693" name="CustomShape 282"/>
              <p:cNvSpPr/>
              <p:nvPr/>
            </p:nvSpPr>
            <p:spPr>
              <a:xfrm>
                <a:off x="894096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4" name="CustomShape 283"/>
              <p:cNvSpPr/>
              <p:nvPr/>
            </p:nvSpPr>
            <p:spPr>
              <a:xfrm>
                <a:off x="919836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5" name="CustomShape 284"/>
              <p:cNvSpPr/>
              <p:nvPr/>
            </p:nvSpPr>
            <p:spPr>
              <a:xfrm>
                <a:off x="9456480" y="4049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6" name="CustomShape 285"/>
              <p:cNvSpPr/>
              <p:nvPr/>
            </p:nvSpPr>
            <p:spPr>
              <a:xfrm>
                <a:off x="9714240" y="4049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7" name="CustomShape 286"/>
              <p:cNvSpPr/>
              <p:nvPr/>
            </p:nvSpPr>
            <p:spPr>
              <a:xfrm>
                <a:off x="997128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8" name="CustomShape 287"/>
              <p:cNvSpPr/>
              <p:nvPr/>
            </p:nvSpPr>
            <p:spPr>
              <a:xfrm>
                <a:off x="10229760" y="4049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9" name="CustomShape 288"/>
              <p:cNvSpPr/>
              <p:nvPr/>
            </p:nvSpPr>
            <p:spPr>
              <a:xfrm>
                <a:off x="1048680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0" name="CustomShape 289"/>
              <p:cNvSpPr/>
              <p:nvPr/>
            </p:nvSpPr>
            <p:spPr>
              <a:xfrm>
                <a:off x="10743840" y="4049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1" name="CustomShape 290"/>
              <p:cNvSpPr/>
              <p:nvPr/>
            </p:nvSpPr>
            <p:spPr>
              <a:xfrm>
                <a:off x="11002680" y="4049280"/>
                <a:ext cx="1998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2" name="CustomShape 291"/>
              <p:cNvSpPr/>
              <p:nvPr/>
            </p:nvSpPr>
            <p:spPr>
              <a:xfrm>
                <a:off x="11259720" y="4049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03" name="Group 292"/>
            <p:cNvGrpSpPr/>
            <p:nvPr/>
          </p:nvGrpSpPr>
          <p:grpSpPr>
            <a:xfrm>
              <a:off x="8940960" y="3766320"/>
              <a:ext cx="2520000" cy="216360"/>
              <a:chOff x="8940960" y="3766320"/>
              <a:chExt cx="2520000" cy="216360"/>
            </a:xfrm>
          </p:grpSpPr>
          <p:sp>
            <p:nvSpPr>
              <p:cNvPr id="1704" name="CustomShape 293"/>
              <p:cNvSpPr/>
              <p:nvPr/>
            </p:nvSpPr>
            <p:spPr>
              <a:xfrm>
                <a:off x="894096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5" name="CustomShape 294"/>
              <p:cNvSpPr/>
              <p:nvPr/>
            </p:nvSpPr>
            <p:spPr>
              <a:xfrm>
                <a:off x="919836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6" name="CustomShape 295"/>
              <p:cNvSpPr/>
              <p:nvPr/>
            </p:nvSpPr>
            <p:spPr>
              <a:xfrm>
                <a:off x="9456480" y="3766320"/>
                <a:ext cx="20088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7" name="CustomShape 296"/>
              <p:cNvSpPr/>
              <p:nvPr/>
            </p:nvSpPr>
            <p:spPr>
              <a:xfrm>
                <a:off x="9714240" y="3766320"/>
                <a:ext cx="20016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8" name="CustomShape 297"/>
              <p:cNvSpPr/>
              <p:nvPr/>
            </p:nvSpPr>
            <p:spPr>
              <a:xfrm>
                <a:off x="997128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9" name="CustomShape 298"/>
              <p:cNvSpPr/>
              <p:nvPr/>
            </p:nvSpPr>
            <p:spPr>
              <a:xfrm>
                <a:off x="10229760" y="3766320"/>
                <a:ext cx="20052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0" name="CustomShape 299"/>
              <p:cNvSpPr/>
              <p:nvPr/>
            </p:nvSpPr>
            <p:spPr>
              <a:xfrm>
                <a:off x="1048680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1" name="CustomShape 300"/>
              <p:cNvSpPr/>
              <p:nvPr/>
            </p:nvSpPr>
            <p:spPr>
              <a:xfrm>
                <a:off x="10743840" y="3766320"/>
                <a:ext cx="2016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2" name="CustomShape 301"/>
              <p:cNvSpPr/>
              <p:nvPr/>
            </p:nvSpPr>
            <p:spPr>
              <a:xfrm>
                <a:off x="11002680" y="3766320"/>
                <a:ext cx="19980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3" name="CustomShape 302"/>
              <p:cNvSpPr/>
              <p:nvPr/>
            </p:nvSpPr>
            <p:spPr>
              <a:xfrm>
                <a:off x="11259720" y="3766320"/>
                <a:ext cx="201240" cy="21636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14" name="Group 303"/>
            <p:cNvGrpSpPr/>
            <p:nvPr/>
          </p:nvGrpSpPr>
          <p:grpSpPr>
            <a:xfrm>
              <a:off x="8940960" y="3483000"/>
              <a:ext cx="2520000" cy="216720"/>
              <a:chOff x="8940960" y="3483000"/>
              <a:chExt cx="2520000" cy="216720"/>
            </a:xfrm>
          </p:grpSpPr>
          <p:sp>
            <p:nvSpPr>
              <p:cNvPr id="1715" name="CustomShape 304"/>
              <p:cNvSpPr/>
              <p:nvPr/>
            </p:nvSpPr>
            <p:spPr>
              <a:xfrm>
                <a:off x="894096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6" name="CustomShape 305"/>
              <p:cNvSpPr/>
              <p:nvPr/>
            </p:nvSpPr>
            <p:spPr>
              <a:xfrm>
                <a:off x="9198360" y="348300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7" name="CustomShape 306"/>
              <p:cNvSpPr/>
              <p:nvPr/>
            </p:nvSpPr>
            <p:spPr>
              <a:xfrm>
                <a:off x="9456480" y="34830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8" name="CustomShape 307"/>
              <p:cNvSpPr/>
              <p:nvPr/>
            </p:nvSpPr>
            <p:spPr>
              <a:xfrm>
                <a:off x="9714240" y="34830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9" name="CustomShape 308"/>
              <p:cNvSpPr/>
              <p:nvPr/>
            </p:nvSpPr>
            <p:spPr>
              <a:xfrm>
                <a:off x="9971280" y="34830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0" name="CustomShape 309"/>
              <p:cNvSpPr/>
              <p:nvPr/>
            </p:nvSpPr>
            <p:spPr>
              <a:xfrm>
                <a:off x="10229760" y="34830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1" name="CustomShape 310"/>
              <p:cNvSpPr/>
              <p:nvPr/>
            </p:nvSpPr>
            <p:spPr>
              <a:xfrm>
                <a:off x="10486800" y="34830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2" name="CustomShape 311"/>
              <p:cNvSpPr/>
              <p:nvPr/>
            </p:nvSpPr>
            <p:spPr>
              <a:xfrm>
                <a:off x="10743840" y="34830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3" name="CustomShape 312"/>
              <p:cNvSpPr/>
              <p:nvPr/>
            </p:nvSpPr>
            <p:spPr>
              <a:xfrm>
                <a:off x="11002680" y="3483000"/>
                <a:ext cx="1998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4" name="CustomShape 313"/>
              <p:cNvSpPr/>
              <p:nvPr/>
            </p:nvSpPr>
            <p:spPr>
              <a:xfrm>
                <a:off x="11259720" y="34830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25" name="Group 314"/>
            <p:cNvGrpSpPr/>
            <p:nvPr/>
          </p:nvGrpSpPr>
          <p:grpSpPr>
            <a:xfrm>
              <a:off x="8940960" y="3198960"/>
              <a:ext cx="2520000" cy="217080"/>
              <a:chOff x="8940960" y="3198960"/>
              <a:chExt cx="2520000" cy="217080"/>
            </a:xfrm>
          </p:grpSpPr>
          <p:sp>
            <p:nvSpPr>
              <p:cNvPr id="1726" name="CustomShape 315"/>
              <p:cNvSpPr/>
              <p:nvPr/>
            </p:nvSpPr>
            <p:spPr>
              <a:xfrm>
                <a:off x="894096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7" name="CustomShape 316"/>
              <p:cNvSpPr/>
              <p:nvPr/>
            </p:nvSpPr>
            <p:spPr>
              <a:xfrm>
                <a:off x="919836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8" name="CustomShape 317"/>
              <p:cNvSpPr/>
              <p:nvPr/>
            </p:nvSpPr>
            <p:spPr>
              <a:xfrm>
                <a:off x="9456480" y="319896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9" name="CustomShape 318"/>
              <p:cNvSpPr/>
              <p:nvPr/>
            </p:nvSpPr>
            <p:spPr>
              <a:xfrm>
                <a:off x="9714240" y="319896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0" name="CustomShape 319"/>
              <p:cNvSpPr/>
              <p:nvPr/>
            </p:nvSpPr>
            <p:spPr>
              <a:xfrm>
                <a:off x="997128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1" name="CustomShape 320"/>
              <p:cNvSpPr/>
              <p:nvPr/>
            </p:nvSpPr>
            <p:spPr>
              <a:xfrm>
                <a:off x="10229760" y="319896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2" name="CustomShape 321"/>
              <p:cNvSpPr/>
              <p:nvPr/>
            </p:nvSpPr>
            <p:spPr>
              <a:xfrm>
                <a:off x="1048680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3" name="CustomShape 322"/>
              <p:cNvSpPr/>
              <p:nvPr/>
            </p:nvSpPr>
            <p:spPr>
              <a:xfrm>
                <a:off x="10743840" y="319896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4" name="CustomShape 323"/>
              <p:cNvSpPr/>
              <p:nvPr/>
            </p:nvSpPr>
            <p:spPr>
              <a:xfrm>
                <a:off x="11002680" y="3198960"/>
                <a:ext cx="1998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5" name="CustomShape 324"/>
              <p:cNvSpPr/>
              <p:nvPr/>
            </p:nvSpPr>
            <p:spPr>
              <a:xfrm>
                <a:off x="11259720" y="319896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36" name="Group 325"/>
            <p:cNvGrpSpPr/>
            <p:nvPr/>
          </p:nvGrpSpPr>
          <p:grpSpPr>
            <a:xfrm>
              <a:off x="8940960" y="2915640"/>
              <a:ext cx="2520000" cy="216720"/>
              <a:chOff x="8940960" y="2915640"/>
              <a:chExt cx="2520000" cy="216720"/>
            </a:xfrm>
          </p:grpSpPr>
          <p:sp>
            <p:nvSpPr>
              <p:cNvPr id="1737" name="CustomShape 326"/>
              <p:cNvSpPr/>
              <p:nvPr/>
            </p:nvSpPr>
            <p:spPr>
              <a:xfrm>
                <a:off x="894096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8" name="CustomShape 327"/>
              <p:cNvSpPr/>
              <p:nvPr/>
            </p:nvSpPr>
            <p:spPr>
              <a:xfrm>
                <a:off x="919836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9" name="CustomShape 328"/>
              <p:cNvSpPr/>
              <p:nvPr/>
            </p:nvSpPr>
            <p:spPr>
              <a:xfrm>
                <a:off x="9456480" y="291564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0" name="CustomShape 329"/>
              <p:cNvSpPr/>
              <p:nvPr/>
            </p:nvSpPr>
            <p:spPr>
              <a:xfrm>
                <a:off x="9714240" y="291564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1" name="CustomShape 330"/>
              <p:cNvSpPr/>
              <p:nvPr/>
            </p:nvSpPr>
            <p:spPr>
              <a:xfrm>
                <a:off x="997128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2" name="CustomShape 331"/>
              <p:cNvSpPr/>
              <p:nvPr/>
            </p:nvSpPr>
            <p:spPr>
              <a:xfrm>
                <a:off x="10229760" y="291564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3" name="CustomShape 332"/>
              <p:cNvSpPr/>
              <p:nvPr/>
            </p:nvSpPr>
            <p:spPr>
              <a:xfrm>
                <a:off x="1048680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4" name="CustomShape 333"/>
              <p:cNvSpPr/>
              <p:nvPr/>
            </p:nvSpPr>
            <p:spPr>
              <a:xfrm>
                <a:off x="10743840" y="291564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5" name="CustomShape 334"/>
              <p:cNvSpPr/>
              <p:nvPr/>
            </p:nvSpPr>
            <p:spPr>
              <a:xfrm>
                <a:off x="11002680" y="2915640"/>
                <a:ext cx="1998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6" name="CustomShape 335"/>
              <p:cNvSpPr/>
              <p:nvPr/>
            </p:nvSpPr>
            <p:spPr>
              <a:xfrm>
                <a:off x="11259720" y="291564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747" name="CustomShape 336"/>
          <p:cNvSpPr/>
          <p:nvPr/>
        </p:nvSpPr>
        <p:spPr>
          <a:xfrm>
            <a:off x="2117880" y="1768680"/>
            <a:ext cx="954000" cy="1030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8" name="CustomShape 337"/>
          <p:cNvSpPr/>
          <p:nvPr/>
        </p:nvSpPr>
        <p:spPr>
          <a:xfrm>
            <a:off x="5921640" y="1768680"/>
            <a:ext cx="954000" cy="1030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9" name="CustomShape 338"/>
          <p:cNvSpPr/>
          <p:nvPr/>
        </p:nvSpPr>
        <p:spPr>
          <a:xfrm>
            <a:off x="9723240" y="1768680"/>
            <a:ext cx="955440" cy="1030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0" name="CustomShape 339"/>
          <p:cNvSpPr/>
          <p:nvPr/>
        </p:nvSpPr>
        <p:spPr>
          <a:xfrm>
            <a:off x="2140920" y="2100240"/>
            <a:ext cx="9306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46%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51" name="CustomShape 340"/>
          <p:cNvSpPr/>
          <p:nvPr/>
        </p:nvSpPr>
        <p:spPr>
          <a:xfrm>
            <a:off x="5936040" y="2088360"/>
            <a:ext cx="9306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63%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52" name="CustomShape 341"/>
          <p:cNvSpPr/>
          <p:nvPr/>
        </p:nvSpPr>
        <p:spPr>
          <a:xfrm>
            <a:off x="9731520" y="2077920"/>
            <a:ext cx="9306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78%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753" name="Group 342"/>
          <p:cNvGrpSpPr/>
          <p:nvPr/>
        </p:nvGrpSpPr>
        <p:grpSpPr>
          <a:xfrm>
            <a:off x="1326960" y="5793840"/>
            <a:ext cx="2527560" cy="783000"/>
            <a:chOff x="1326960" y="5793840"/>
            <a:chExt cx="2527560" cy="783000"/>
          </a:xfrm>
        </p:grpSpPr>
        <p:sp>
          <p:nvSpPr>
            <p:cNvPr id="1754" name="CustomShape 343"/>
            <p:cNvSpPr/>
            <p:nvPr/>
          </p:nvSpPr>
          <p:spPr>
            <a:xfrm>
              <a:off x="1326960" y="6121800"/>
              <a:ext cx="252756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55" name="CustomShape 344"/>
            <p:cNvSpPr/>
            <p:nvPr/>
          </p:nvSpPr>
          <p:spPr>
            <a:xfrm>
              <a:off x="1326960" y="5793840"/>
              <a:ext cx="2527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756" name="Group 345"/>
          <p:cNvGrpSpPr/>
          <p:nvPr/>
        </p:nvGrpSpPr>
        <p:grpSpPr>
          <a:xfrm>
            <a:off x="5136840" y="5793840"/>
            <a:ext cx="2527560" cy="783000"/>
            <a:chOff x="5136840" y="5793840"/>
            <a:chExt cx="2527560" cy="783000"/>
          </a:xfrm>
        </p:grpSpPr>
        <p:sp>
          <p:nvSpPr>
            <p:cNvPr id="1757" name="CustomShape 346"/>
            <p:cNvSpPr/>
            <p:nvPr/>
          </p:nvSpPr>
          <p:spPr>
            <a:xfrm>
              <a:off x="5136840" y="6121800"/>
              <a:ext cx="252756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58" name="CustomShape 347"/>
            <p:cNvSpPr/>
            <p:nvPr/>
          </p:nvSpPr>
          <p:spPr>
            <a:xfrm>
              <a:off x="5136840" y="5793840"/>
              <a:ext cx="2527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759" name="Group 348"/>
          <p:cNvGrpSpPr/>
          <p:nvPr/>
        </p:nvGrpSpPr>
        <p:grpSpPr>
          <a:xfrm>
            <a:off x="8948160" y="5793840"/>
            <a:ext cx="2527560" cy="783000"/>
            <a:chOff x="8948160" y="5793840"/>
            <a:chExt cx="2527560" cy="783000"/>
          </a:xfrm>
        </p:grpSpPr>
        <p:sp>
          <p:nvSpPr>
            <p:cNvPr id="1760" name="CustomShape 349"/>
            <p:cNvSpPr/>
            <p:nvPr/>
          </p:nvSpPr>
          <p:spPr>
            <a:xfrm>
              <a:off x="8948160" y="6121800"/>
              <a:ext cx="252756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61" name="CustomShape 350"/>
            <p:cNvSpPr/>
            <p:nvPr/>
          </p:nvSpPr>
          <p:spPr>
            <a:xfrm>
              <a:off x="8948160" y="5793840"/>
              <a:ext cx="2527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762" name="Picture 1817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3" name="Group 1"/>
          <p:cNvGrpSpPr/>
          <p:nvPr/>
        </p:nvGrpSpPr>
        <p:grpSpPr>
          <a:xfrm>
            <a:off x="518040" y="2323440"/>
            <a:ext cx="871560" cy="942840"/>
            <a:chOff x="518040" y="2323440"/>
            <a:chExt cx="871560" cy="942840"/>
          </a:xfrm>
        </p:grpSpPr>
        <p:sp>
          <p:nvSpPr>
            <p:cNvPr id="1764" name="CustomShape 2"/>
            <p:cNvSpPr/>
            <p:nvPr/>
          </p:nvSpPr>
          <p:spPr>
            <a:xfrm>
              <a:off x="518040" y="232344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5" name="CustomShape 3"/>
            <p:cNvSpPr/>
            <p:nvPr/>
          </p:nvSpPr>
          <p:spPr>
            <a:xfrm>
              <a:off x="593640" y="240552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66" name="CustomShape 4"/>
          <p:cNvSpPr/>
          <p:nvPr/>
        </p:nvSpPr>
        <p:spPr>
          <a:xfrm rot="16200000">
            <a:off x="779760" y="2637720"/>
            <a:ext cx="343440" cy="31824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67" name="Group 5"/>
          <p:cNvGrpSpPr/>
          <p:nvPr/>
        </p:nvGrpSpPr>
        <p:grpSpPr>
          <a:xfrm>
            <a:off x="518040" y="3632400"/>
            <a:ext cx="871560" cy="942840"/>
            <a:chOff x="518040" y="3632400"/>
            <a:chExt cx="871560" cy="942840"/>
          </a:xfrm>
        </p:grpSpPr>
        <p:sp>
          <p:nvSpPr>
            <p:cNvPr id="1768" name="CustomShape 6"/>
            <p:cNvSpPr/>
            <p:nvPr/>
          </p:nvSpPr>
          <p:spPr>
            <a:xfrm>
              <a:off x="518040" y="363240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9" name="CustomShape 7"/>
            <p:cNvSpPr/>
            <p:nvPr/>
          </p:nvSpPr>
          <p:spPr>
            <a:xfrm>
              <a:off x="593640" y="371448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70" name="Group 8"/>
          <p:cNvGrpSpPr/>
          <p:nvPr/>
        </p:nvGrpSpPr>
        <p:grpSpPr>
          <a:xfrm>
            <a:off x="518040" y="4941360"/>
            <a:ext cx="871560" cy="942840"/>
            <a:chOff x="518040" y="4941360"/>
            <a:chExt cx="871560" cy="942840"/>
          </a:xfrm>
        </p:grpSpPr>
        <p:sp>
          <p:nvSpPr>
            <p:cNvPr id="1771" name="CustomShape 9"/>
            <p:cNvSpPr/>
            <p:nvPr/>
          </p:nvSpPr>
          <p:spPr>
            <a:xfrm>
              <a:off x="518040" y="494136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2" name="CustomShape 10"/>
            <p:cNvSpPr/>
            <p:nvPr/>
          </p:nvSpPr>
          <p:spPr>
            <a:xfrm>
              <a:off x="593640" y="502344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73" name="Group 11"/>
          <p:cNvGrpSpPr/>
          <p:nvPr/>
        </p:nvGrpSpPr>
        <p:grpSpPr>
          <a:xfrm>
            <a:off x="1604880" y="2142720"/>
            <a:ext cx="2821680" cy="783720"/>
            <a:chOff x="1604880" y="2142720"/>
            <a:chExt cx="2821680" cy="783720"/>
          </a:xfrm>
        </p:grpSpPr>
        <p:sp>
          <p:nvSpPr>
            <p:cNvPr id="1774" name="CustomShape 12"/>
            <p:cNvSpPr/>
            <p:nvPr/>
          </p:nvSpPr>
          <p:spPr>
            <a:xfrm>
              <a:off x="1604880" y="2471400"/>
              <a:ext cx="28216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75" name="CustomShape 13"/>
            <p:cNvSpPr/>
            <p:nvPr/>
          </p:nvSpPr>
          <p:spPr>
            <a:xfrm>
              <a:off x="1604880" y="2142720"/>
              <a:ext cx="28216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776" name="CustomShape 14"/>
          <p:cNvSpPr/>
          <p:nvPr/>
        </p:nvSpPr>
        <p:spPr>
          <a:xfrm>
            <a:off x="785520" y="3950280"/>
            <a:ext cx="347760" cy="31320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7" name="CustomShape 15"/>
          <p:cNvSpPr/>
          <p:nvPr/>
        </p:nvSpPr>
        <p:spPr>
          <a:xfrm>
            <a:off x="767520" y="5264640"/>
            <a:ext cx="376200" cy="31176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78" name="Group 16"/>
          <p:cNvGrpSpPr/>
          <p:nvPr/>
        </p:nvGrpSpPr>
        <p:grpSpPr>
          <a:xfrm>
            <a:off x="1604880" y="3444480"/>
            <a:ext cx="2821680" cy="783720"/>
            <a:chOff x="1604880" y="3444480"/>
            <a:chExt cx="2821680" cy="783720"/>
          </a:xfrm>
        </p:grpSpPr>
        <p:sp>
          <p:nvSpPr>
            <p:cNvPr id="1779" name="CustomShape 17"/>
            <p:cNvSpPr/>
            <p:nvPr/>
          </p:nvSpPr>
          <p:spPr>
            <a:xfrm>
              <a:off x="1604880" y="3773160"/>
              <a:ext cx="28216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80" name="CustomShape 18"/>
            <p:cNvSpPr/>
            <p:nvPr/>
          </p:nvSpPr>
          <p:spPr>
            <a:xfrm>
              <a:off x="1604880" y="3444480"/>
              <a:ext cx="28216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781" name="Group 19"/>
          <p:cNvGrpSpPr/>
          <p:nvPr/>
        </p:nvGrpSpPr>
        <p:grpSpPr>
          <a:xfrm>
            <a:off x="1604880" y="4746960"/>
            <a:ext cx="2821680" cy="783720"/>
            <a:chOff x="1604880" y="4746960"/>
            <a:chExt cx="2821680" cy="783720"/>
          </a:xfrm>
        </p:grpSpPr>
        <p:sp>
          <p:nvSpPr>
            <p:cNvPr id="1782" name="CustomShape 20"/>
            <p:cNvSpPr/>
            <p:nvPr/>
          </p:nvSpPr>
          <p:spPr>
            <a:xfrm>
              <a:off x="1604880" y="5075640"/>
              <a:ext cx="28216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83" name="CustomShape 21"/>
            <p:cNvSpPr/>
            <p:nvPr/>
          </p:nvSpPr>
          <p:spPr>
            <a:xfrm>
              <a:off x="1604880" y="4746960"/>
              <a:ext cx="28216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784" name="Group 22"/>
          <p:cNvGrpSpPr/>
          <p:nvPr/>
        </p:nvGrpSpPr>
        <p:grpSpPr>
          <a:xfrm>
            <a:off x="495720" y="6250320"/>
            <a:ext cx="871560" cy="942840"/>
            <a:chOff x="495720" y="6250320"/>
            <a:chExt cx="871560" cy="942840"/>
          </a:xfrm>
        </p:grpSpPr>
        <p:sp>
          <p:nvSpPr>
            <p:cNvPr id="1785" name="CustomShape 23"/>
            <p:cNvSpPr/>
            <p:nvPr/>
          </p:nvSpPr>
          <p:spPr>
            <a:xfrm>
              <a:off x="495720" y="6250320"/>
              <a:ext cx="871560" cy="9428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86" name="CustomShape 24"/>
            <p:cNvSpPr/>
            <p:nvPr/>
          </p:nvSpPr>
          <p:spPr>
            <a:xfrm>
              <a:off x="571320" y="6332400"/>
              <a:ext cx="721440" cy="7786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87" name="Group 25"/>
          <p:cNvGrpSpPr/>
          <p:nvPr/>
        </p:nvGrpSpPr>
        <p:grpSpPr>
          <a:xfrm>
            <a:off x="1604880" y="6048000"/>
            <a:ext cx="2821680" cy="783720"/>
            <a:chOff x="1604880" y="6048000"/>
            <a:chExt cx="2821680" cy="783720"/>
          </a:xfrm>
        </p:grpSpPr>
        <p:sp>
          <p:nvSpPr>
            <p:cNvPr id="1788" name="CustomShape 26"/>
            <p:cNvSpPr/>
            <p:nvPr/>
          </p:nvSpPr>
          <p:spPr>
            <a:xfrm>
              <a:off x="1604880" y="6376680"/>
              <a:ext cx="28216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789" name="CustomShape 27"/>
            <p:cNvSpPr/>
            <p:nvPr/>
          </p:nvSpPr>
          <p:spPr>
            <a:xfrm>
              <a:off x="1604880" y="6048000"/>
              <a:ext cx="28216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790" name="CustomShape 28"/>
          <p:cNvSpPr/>
          <p:nvPr/>
        </p:nvSpPr>
        <p:spPr>
          <a:xfrm rot="2700000">
            <a:off x="788400" y="6458040"/>
            <a:ext cx="259560" cy="4942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1" name="CustomShape 29"/>
          <p:cNvSpPr/>
          <p:nvPr/>
        </p:nvSpPr>
        <p:spPr>
          <a:xfrm>
            <a:off x="551520" y="220320"/>
            <a:ext cx="4131360" cy="18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92" name="CustomShape 30"/>
          <p:cNvSpPr/>
          <p:nvPr/>
        </p:nvSpPr>
        <p:spPr>
          <a:xfrm rot="18900000">
            <a:off x="8910000" y="2244240"/>
            <a:ext cx="1694880" cy="1690200"/>
          </a:xfrm>
          <a:prstGeom prst="frame">
            <a:avLst>
              <a:gd name="adj1" fmla="val 77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793" name="Picture 1848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4" name="Group 1"/>
          <p:cNvGrpSpPr/>
          <p:nvPr/>
        </p:nvGrpSpPr>
        <p:grpSpPr>
          <a:xfrm>
            <a:off x="4580280" y="2723760"/>
            <a:ext cx="1984320" cy="2369160"/>
            <a:chOff x="4580280" y="2723760"/>
            <a:chExt cx="1984320" cy="2369160"/>
          </a:xfrm>
        </p:grpSpPr>
        <p:sp>
          <p:nvSpPr>
            <p:cNvPr id="1795" name="CustomShape 2"/>
            <p:cNvSpPr/>
            <p:nvPr/>
          </p:nvSpPr>
          <p:spPr>
            <a:xfrm flipV="1" rot="13851600">
              <a:off x="5277600" y="4153320"/>
              <a:ext cx="1331280" cy="51840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96" name="CustomShape 3"/>
            <p:cNvSpPr/>
            <p:nvPr/>
          </p:nvSpPr>
          <p:spPr>
            <a:xfrm rot="13852200">
              <a:off x="4511880" y="3192120"/>
              <a:ext cx="1454040" cy="51588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97" name="Group 4"/>
          <p:cNvGrpSpPr/>
          <p:nvPr/>
        </p:nvGrpSpPr>
        <p:grpSpPr>
          <a:xfrm>
            <a:off x="6238440" y="2570760"/>
            <a:ext cx="1842840" cy="2498760"/>
            <a:chOff x="6238440" y="2570760"/>
            <a:chExt cx="1842840" cy="2498760"/>
          </a:xfrm>
        </p:grpSpPr>
        <p:sp>
          <p:nvSpPr>
            <p:cNvPr id="1798" name="CustomShape 5"/>
            <p:cNvSpPr/>
            <p:nvPr/>
          </p:nvSpPr>
          <p:spPr>
            <a:xfrm flipV="1" rot="7384200">
              <a:off x="6827400" y="3016080"/>
              <a:ext cx="1343160" cy="51480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99" name="CustomShape 6"/>
            <p:cNvSpPr/>
            <p:nvPr/>
          </p:nvSpPr>
          <p:spPr>
            <a:xfrm rot="7384200">
              <a:off x="6121080" y="4058280"/>
              <a:ext cx="1464480" cy="51444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00" name="Group 7"/>
          <p:cNvGrpSpPr/>
          <p:nvPr/>
        </p:nvGrpSpPr>
        <p:grpSpPr>
          <a:xfrm>
            <a:off x="5126760" y="2370960"/>
            <a:ext cx="2479680" cy="544680"/>
            <a:chOff x="5126760" y="2370960"/>
            <a:chExt cx="2479680" cy="544680"/>
          </a:xfrm>
        </p:grpSpPr>
        <p:sp>
          <p:nvSpPr>
            <p:cNvPr id="1801" name="CustomShape 8"/>
            <p:cNvSpPr/>
            <p:nvPr/>
          </p:nvSpPr>
          <p:spPr>
            <a:xfrm flipV="1">
              <a:off x="5126760" y="2370240"/>
              <a:ext cx="1269000" cy="54324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02" name="CustomShape 9"/>
            <p:cNvSpPr/>
            <p:nvPr/>
          </p:nvSpPr>
          <p:spPr>
            <a:xfrm>
              <a:off x="6219000" y="2372040"/>
              <a:ext cx="1387440" cy="54360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03" name="CustomShape 10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04" name="CustomShape 11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05" name="CustomShape 12"/>
          <p:cNvSpPr/>
          <p:nvPr/>
        </p:nvSpPr>
        <p:spPr>
          <a:xfrm>
            <a:off x="4179960" y="1992240"/>
            <a:ext cx="1209240" cy="130392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6" name="CustomShape 13"/>
          <p:cNvSpPr/>
          <p:nvPr/>
        </p:nvSpPr>
        <p:spPr>
          <a:xfrm>
            <a:off x="5786280" y="4494600"/>
            <a:ext cx="1209240" cy="130392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7" name="CustomShape 14"/>
          <p:cNvSpPr/>
          <p:nvPr/>
        </p:nvSpPr>
        <p:spPr>
          <a:xfrm>
            <a:off x="7392960" y="1992240"/>
            <a:ext cx="1209240" cy="130392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8" name="CustomShape 15"/>
          <p:cNvSpPr/>
          <p:nvPr/>
        </p:nvSpPr>
        <p:spPr>
          <a:xfrm rot="16200000">
            <a:off x="4534200" y="2411640"/>
            <a:ext cx="502560" cy="46584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9" name="CustomShape 16"/>
          <p:cNvSpPr/>
          <p:nvPr/>
        </p:nvSpPr>
        <p:spPr>
          <a:xfrm rot="2700000">
            <a:off x="6220080" y="4819320"/>
            <a:ext cx="324000" cy="61812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0" name="CustomShape 17"/>
          <p:cNvSpPr/>
          <p:nvPr/>
        </p:nvSpPr>
        <p:spPr>
          <a:xfrm>
            <a:off x="7768080" y="2453040"/>
            <a:ext cx="459000" cy="38124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11" name="Group 18"/>
          <p:cNvGrpSpPr/>
          <p:nvPr/>
        </p:nvGrpSpPr>
        <p:grpSpPr>
          <a:xfrm>
            <a:off x="4577400" y="5952240"/>
            <a:ext cx="3628080" cy="783720"/>
            <a:chOff x="4577400" y="5952240"/>
            <a:chExt cx="3628080" cy="783720"/>
          </a:xfrm>
        </p:grpSpPr>
        <p:sp>
          <p:nvSpPr>
            <p:cNvPr id="1812" name="CustomShape 19"/>
            <p:cNvSpPr/>
            <p:nvPr/>
          </p:nvSpPr>
          <p:spPr>
            <a:xfrm>
              <a:off x="4577400" y="628092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3" name="CustomShape 20"/>
            <p:cNvSpPr/>
            <p:nvPr/>
          </p:nvSpPr>
          <p:spPr>
            <a:xfrm>
              <a:off x="4577400" y="595224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14" name="Group 21"/>
          <p:cNvGrpSpPr/>
          <p:nvPr/>
        </p:nvGrpSpPr>
        <p:grpSpPr>
          <a:xfrm>
            <a:off x="8817840" y="1993320"/>
            <a:ext cx="3628080" cy="783720"/>
            <a:chOff x="8817840" y="1993320"/>
            <a:chExt cx="3628080" cy="783720"/>
          </a:xfrm>
        </p:grpSpPr>
        <p:sp>
          <p:nvSpPr>
            <p:cNvPr id="1815" name="CustomShape 22"/>
            <p:cNvSpPr/>
            <p:nvPr/>
          </p:nvSpPr>
          <p:spPr>
            <a:xfrm>
              <a:off x="8817840" y="232200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6" name="CustomShape 23"/>
            <p:cNvSpPr/>
            <p:nvPr/>
          </p:nvSpPr>
          <p:spPr>
            <a:xfrm>
              <a:off x="8817840" y="19933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17" name="Group 24"/>
          <p:cNvGrpSpPr/>
          <p:nvPr/>
        </p:nvGrpSpPr>
        <p:grpSpPr>
          <a:xfrm>
            <a:off x="386280" y="1993320"/>
            <a:ext cx="3628080" cy="783720"/>
            <a:chOff x="386280" y="1993320"/>
            <a:chExt cx="3628080" cy="783720"/>
          </a:xfrm>
        </p:grpSpPr>
        <p:sp>
          <p:nvSpPr>
            <p:cNvPr id="1818" name="CustomShape 25"/>
            <p:cNvSpPr/>
            <p:nvPr/>
          </p:nvSpPr>
          <p:spPr>
            <a:xfrm>
              <a:off x="386280" y="2322000"/>
              <a:ext cx="362808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9" name="CustomShape 26"/>
            <p:cNvSpPr/>
            <p:nvPr/>
          </p:nvSpPr>
          <p:spPr>
            <a:xfrm>
              <a:off x="386280" y="1993320"/>
              <a:ext cx="3628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820" name="Picture 1875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CustomShape 1"/>
          <p:cNvSpPr/>
          <p:nvPr/>
        </p:nvSpPr>
        <p:spPr>
          <a:xfrm>
            <a:off x="551520" y="1054080"/>
            <a:ext cx="4131360" cy="29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822" name="Group 2"/>
          <p:cNvGrpSpPr/>
          <p:nvPr/>
        </p:nvGrpSpPr>
        <p:grpSpPr>
          <a:xfrm>
            <a:off x="7608240" y="426600"/>
            <a:ext cx="4435920" cy="782640"/>
            <a:chOff x="7608240" y="426600"/>
            <a:chExt cx="4435920" cy="782640"/>
          </a:xfrm>
        </p:grpSpPr>
        <p:sp>
          <p:nvSpPr>
            <p:cNvPr id="1823" name="CustomShape 3"/>
            <p:cNvSpPr/>
            <p:nvPr/>
          </p:nvSpPr>
          <p:spPr>
            <a:xfrm>
              <a:off x="7608240" y="754560"/>
              <a:ext cx="44359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24" name="CustomShape 4"/>
            <p:cNvSpPr/>
            <p:nvPr/>
          </p:nvSpPr>
          <p:spPr>
            <a:xfrm>
              <a:off x="7608240" y="426600"/>
              <a:ext cx="4435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25" name="Group 5"/>
          <p:cNvGrpSpPr/>
          <p:nvPr/>
        </p:nvGrpSpPr>
        <p:grpSpPr>
          <a:xfrm>
            <a:off x="6052320" y="6060240"/>
            <a:ext cx="4435920" cy="783360"/>
            <a:chOff x="6052320" y="6060240"/>
            <a:chExt cx="4435920" cy="783360"/>
          </a:xfrm>
        </p:grpSpPr>
        <p:sp>
          <p:nvSpPr>
            <p:cNvPr id="1826" name="CustomShape 6"/>
            <p:cNvSpPr/>
            <p:nvPr/>
          </p:nvSpPr>
          <p:spPr>
            <a:xfrm>
              <a:off x="6052320" y="6388920"/>
              <a:ext cx="44359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27" name="CustomShape 7"/>
            <p:cNvSpPr/>
            <p:nvPr/>
          </p:nvSpPr>
          <p:spPr>
            <a:xfrm>
              <a:off x="6052320" y="6060240"/>
              <a:ext cx="4435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28" name="Group 8"/>
          <p:cNvGrpSpPr/>
          <p:nvPr/>
        </p:nvGrpSpPr>
        <p:grpSpPr>
          <a:xfrm>
            <a:off x="5144040" y="2696760"/>
            <a:ext cx="1864080" cy="1330920"/>
            <a:chOff x="5144040" y="2696760"/>
            <a:chExt cx="1864080" cy="1330920"/>
          </a:xfrm>
        </p:grpSpPr>
        <p:sp>
          <p:nvSpPr>
            <p:cNvPr id="1829" name="CustomShape 9"/>
            <p:cNvSpPr/>
            <p:nvPr/>
          </p:nvSpPr>
          <p:spPr>
            <a:xfrm>
              <a:off x="5144040" y="3025080"/>
              <a:ext cx="1864080" cy="100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30" name="CustomShape 10"/>
            <p:cNvSpPr/>
            <p:nvPr/>
          </p:nvSpPr>
          <p:spPr>
            <a:xfrm>
              <a:off x="5144040" y="2696760"/>
              <a:ext cx="18640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831" name="CustomShape 11"/>
          <p:cNvSpPr/>
          <p:nvPr/>
        </p:nvSpPr>
        <p:spPr>
          <a:xfrm>
            <a:off x="551520" y="4236120"/>
            <a:ext cx="37288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2" name="CustomShape 12"/>
          <p:cNvSpPr/>
          <p:nvPr/>
        </p:nvSpPr>
        <p:spPr>
          <a:xfrm>
            <a:off x="551520" y="5734080"/>
            <a:ext cx="3728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3" name="CustomShape 13"/>
          <p:cNvSpPr/>
          <p:nvPr/>
        </p:nvSpPr>
        <p:spPr>
          <a:xfrm>
            <a:off x="7339680" y="2285280"/>
            <a:ext cx="3326760" cy="3196440"/>
          </a:xfrm>
          <a:prstGeom prst="frame">
            <a:avLst>
              <a:gd name="adj1" fmla="val 13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4" name="CustomShape 14"/>
          <p:cNvSpPr/>
          <p:nvPr/>
        </p:nvSpPr>
        <p:spPr>
          <a:xfrm>
            <a:off x="5317920" y="135000"/>
            <a:ext cx="1756800" cy="190080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5" name="CustomShape 15"/>
          <p:cNvSpPr/>
          <p:nvPr/>
        </p:nvSpPr>
        <p:spPr>
          <a:xfrm>
            <a:off x="10912680" y="5730840"/>
            <a:ext cx="1756440" cy="190080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36" name="Picture 1891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38" name="CustomShape 2"/>
          <p:cNvSpPr/>
          <p:nvPr/>
        </p:nvSpPr>
        <p:spPr>
          <a:xfrm>
            <a:off x="0" y="105444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1839" name="Chart 4"/>
          <p:cNvGraphicFramePr/>
          <p:nvPr/>
        </p:nvGraphicFramePr>
        <p:xfrm>
          <a:off x="3946320" y="1848240"/>
          <a:ext cx="4971960" cy="502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40" name="CustomShape 3"/>
          <p:cNvSpPr/>
          <p:nvPr/>
        </p:nvSpPr>
        <p:spPr>
          <a:xfrm>
            <a:off x="7396560" y="3515760"/>
            <a:ext cx="1117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45%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41" name="CustomShape 4"/>
          <p:cNvSpPr/>
          <p:nvPr/>
        </p:nvSpPr>
        <p:spPr>
          <a:xfrm>
            <a:off x="4853520" y="5474160"/>
            <a:ext cx="1117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30%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42" name="CustomShape 5"/>
          <p:cNvSpPr/>
          <p:nvPr/>
        </p:nvSpPr>
        <p:spPr>
          <a:xfrm>
            <a:off x="4741920" y="2874600"/>
            <a:ext cx="1117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25%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43" name="CustomShape 6"/>
          <p:cNvSpPr/>
          <p:nvPr/>
        </p:nvSpPr>
        <p:spPr>
          <a:xfrm>
            <a:off x="5239800" y="3072240"/>
            <a:ext cx="2384640" cy="257364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4" name="CustomShape 7"/>
          <p:cNvSpPr/>
          <p:nvPr/>
        </p:nvSpPr>
        <p:spPr>
          <a:xfrm rot="16200000">
            <a:off x="5882040" y="3897360"/>
            <a:ext cx="999000" cy="9255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45" name="Group 8"/>
          <p:cNvGrpSpPr/>
          <p:nvPr/>
        </p:nvGrpSpPr>
        <p:grpSpPr>
          <a:xfrm>
            <a:off x="8717400" y="2165040"/>
            <a:ext cx="3326760" cy="2185920"/>
            <a:chOff x="8717400" y="2165040"/>
            <a:chExt cx="3326760" cy="2185920"/>
          </a:xfrm>
        </p:grpSpPr>
        <p:sp>
          <p:nvSpPr>
            <p:cNvPr id="1846" name="CustomShape 9"/>
            <p:cNvSpPr/>
            <p:nvPr/>
          </p:nvSpPr>
          <p:spPr>
            <a:xfrm>
              <a:off x="8717400" y="2618280"/>
              <a:ext cx="3326760" cy="173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Easy to change colors, photos and Text.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47" name="CustomShape 10"/>
            <p:cNvSpPr/>
            <p:nvPr/>
          </p:nvSpPr>
          <p:spPr>
            <a:xfrm>
              <a:off x="8717400" y="2165040"/>
              <a:ext cx="332676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48" name="Group 11"/>
          <p:cNvGrpSpPr/>
          <p:nvPr/>
        </p:nvGrpSpPr>
        <p:grpSpPr>
          <a:xfrm>
            <a:off x="754200" y="2165040"/>
            <a:ext cx="3326760" cy="1273320"/>
            <a:chOff x="754200" y="2165040"/>
            <a:chExt cx="3326760" cy="1273320"/>
          </a:xfrm>
        </p:grpSpPr>
        <p:sp>
          <p:nvSpPr>
            <p:cNvPr id="1849" name="CustomShape 12"/>
            <p:cNvSpPr/>
            <p:nvPr/>
          </p:nvSpPr>
          <p:spPr>
            <a:xfrm>
              <a:off x="754200" y="2618280"/>
              <a:ext cx="3326760" cy="82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50" name="CustomShape 13"/>
            <p:cNvSpPr/>
            <p:nvPr/>
          </p:nvSpPr>
          <p:spPr>
            <a:xfrm>
              <a:off x="754200" y="2165040"/>
              <a:ext cx="332676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51" name="Group 14"/>
          <p:cNvGrpSpPr/>
          <p:nvPr/>
        </p:nvGrpSpPr>
        <p:grpSpPr>
          <a:xfrm>
            <a:off x="754200" y="4487400"/>
            <a:ext cx="3326760" cy="1274400"/>
            <a:chOff x="754200" y="4487400"/>
            <a:chExt cx="3326760" cy="1274400"/>
          </a:xfrm>
        </p:grpSpPr>
        <p:sp>
          <p:nvSpPr>
            <p:cNvPr id="1852" name="CustomShape 15"/>
            <p:cNvSpPr/>
            <p:nvPr/>
          </p:nvSpPr>
          <p:spPr>
            <a:xfrm>
              <a:off x="754200" y="4941720"/>
              <a:ext cx="3326760" cy="82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53" name="CustomShape 16"/>
            <p:cNvSpPr/>
            <p:nvPr/>
          </p:nvSpPr>
          <p:spPr>
            <a:xfrm>
              <a:off x="754200" y="4487400"/>
              <a:ext cx="332676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854" name="Picture 1909" descr=""/>
          <p:cNvPicPr/>
          <p:nvPr/>
        </p:nvPicPr>
        <p:blipFill>
          <a:blip r:embed="rId2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CustomShape 1"/>
          <p:cNvSpPr/>
          <p:nvPr/>
        </p:nvSpPr>
        <p:spPr>
          <a:xfrm>
            <a:off x="652320" y="619560"/>
            <a:ext cx="3223800" cy="20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6" name="CustomShape 2"/>
          <p:cNvSpPr/>
          <p:nvPr/>
        </p:nvSpPr>
        <p:spPr>
          <a:xfrm>
            <a:off x="652320" y="2687760"/>
            <a:ext cx="32238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857" name="Group 3"/>
          <p:cNvGrpSpPr/>
          <p:nvPr/>
        </p:nvGrpSpPr>
        <p:grpSpPr>
          <a:xfrm>
            <a:off x="4910040" y="1633680"/>
            <a:ext cx="7032600" cy="2649240"/>
            <a:chOff x="4910040" y="1633680"/>
            <a:chExt cx="7032600" cy="2649240"/>
          </a:xfrm>
        </p:grpSpPr>
        <p:sp>
          <p:nvSpPr>
            <p:cNvPr id="1858" name="CustomShape 4"/>
            <p:cNvSpPr/>
            <p:nvPr/>
          </p:nvSpPr>
          <p:spPr>
            <a:xfrm>
              <a:off x="4910040" y="2185200"/>
              <a:ext cx="7032600" cy="209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59" name="CustomShape 5"/>
            <p:cNvSpPr/>
            <p:nvPr/>
          </p:nvSpPr>
          <p:spPr>
            <a:xfrm>
              <a:off x="4910040" y="1633680"/>
              <a:ext cx="70326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860" name="Picture 1915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CustomShape 1"/>
          <p:cNvSpPr/>
          <p:nvPr/>
        </p:nvSpPr>
        <p:spPr>
          <a:xfrm>
            <a:off x="652320" y="619560"/>
            <a:ext cx="3223800" cy="20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62" name="CustomShape 2"/>
          <p:cNvSpPr/>
          <p:nvPr/>
        </p:nvSpPr>
        <p:spPr>
          <a:xfrm>
            <a:off x="652320" y="2687760"/>
            <a:ext cx="32238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863" name="Group 3"/>
          <p:cNvGrpSpPr/>
          <p:nvPr/>
        </p:nvGrpSpPr>
        <p:grpSpPr>
          <a:xfrm>
            <a:off x="4909680" y="1633680"/>
            <a:ext cx="3152880" cy="2466720"/>
            <a:chOff x="4909680" y="1633680"/>
            <a:chExt cx="3152880" cy="2466720"/>
          </a:xfrm>
        </p:grpSpPr>
        <p:sp>
          <p:nvSpPr>
            <p:cNvPr id="1864" name="CustomShape 4"/>
            <p:cNvSpPr/>
            <p:nvPr/>
          </p:nvSpPr>
          <p:spPr>
            <a:xfrm>
              <a:off x="4909680" y="2185200"/>
              <a:ext cx="3152880" cy="19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65" name="CustomShape 5"/>
            <p:cNvSpPr/>
            <p:nvPr/>
          </p:nvSpPr>
          <p:spPr>
            <a:xfrm>
              <a:off x="4909680" y="1633680"/>
              <a:ext cx="31528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866" name="Group 6"/>
          <p:cNvGrpSpPr/>
          <p:nvPr/>
        </p:nvGrpSpPr>
        <p:grpSpPr>
          <a:xfrm>
            <a:off x="8566920" y="1633680"/>
            <a:ext cx="3152880" cy="2466720"/>
            <a:chOff x="8566920" y="1633680"/>
            <a:chExt cx="3152880" cy="2466720"/>
          </a:xfrm>
        </p:grpSpPr>
        <p:sp>
          <p:nvSpPr>
            <p:cNvPr id="1867" name="CustomShape 7"/>
            <p:cNvSpPr/>
            <p:nvPr/>
          </p:nvSpPr>
          <p:spPr>
            <a:xfrm>
              <a:off x="8566920" y="2185200"/>
              <a:ext cx="3152880" cy="19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68" name="CustomShape 8"/>
            <p:cNvSpPr/>
            <p:nvPr/>
          </p:nvSpPr>
          <p:spPr>
            <a:xfrm>
              <a:off x="8566920" y="1633680"/>
              <a:ext cx="31528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869" name="Picture 1924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CustomShape 1"/>
          <p:cNvSpPr/>
          <p:nvPr/>
        </p:nvSpPr>
        <p:spPr>
          <a:xfrm>
            <a:off x="0" y="464580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Thank you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1" name="CustomShape 2"/>
          <p:cNvSpPr/>
          <p:nvPr/>
        </p:nvSpPr>
        <p:spPr>
          <a:xfrm>
            <a:off x="0" y="5625000"/>
            <a:ext cx="1280088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맑은 고딕"/>
              </a:rPr>
              <a:t>Insert the title of your subtitle Here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872" name="Picture 1927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CustomShape 1"/>
          <p:cNvSpPr/>
          <p:nvPr/>
        </p:nvSpPr>
        <p:spPr>
          <a:xfrm>
            <a:off x="337680" y="137880"/>
            <a:ext cx="1215072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811"/>
              </a:spcBef>
              <a:tabLst>
                <a:tab algn="l" pos="0"/>
              </a:tabLst>
            </a:pPr>
            <a:r>
              <a:rPr b="0" lang="en-US" sz="4050" spc="-1" strike="noStrike">
                <a:solidFill>
                  <a:srgbClr val="262626"/>
                </a:solidFill>
                <a:latin typeface="Arial"/>
                <a:ea typeface="Arial Unicode MS"/>
              </a:rPr>
              <a:t>Fully Editable Shapes</a:t>
            </a:r>
            <a:endParaRPr b="0" lang="en-US" sz="4050" spc="-1" strike="noStrike">
              <a:latin typeface="Arial"/>
            </a:endParaRPr>
          </a:p>
        </p:txBody>
      </p:sp>
      <p:grpSp>
        <p:nvGrpSpPr>
          <p:cNvPr id="1874" name="Group 2"/>
          <p:cNvGrpSpPr/>
          <p:nvPr/>
        </p:nvGrpSpPr>
        <p:grpSpPr>
          <a:xfrm>
            <a:off x="336960" y="4005360"/>
            <a:ext cx="4892400" cy="3380760"/>
            <a:chOff x="336960" y="4005360"/>
            <a:chExt cx="4892400" cy="3380760"/>
          </a:xfrm>
        </p:grpSpPr>
        <p:sp>
          <p:nvSpPr>
            <p:cNvPr id="1875" name="CustomShape 3"/>
            <p:cNvSpPr/>
            <p:nvPr/>
          </p:nvSpPr>
          <p:spPr>
            <a:xfrm>
              <a:off x="1976040" y="4657320"/>
              <a:ext cx="833040" cy="8974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6" name="CustomShape 4"/>
            <p:cNvSpPr/>
            <p:nvPr/>
          </p:nvSpPr>
          <p:spPr>
            <a:xfrm>
              <a:off x="1798560" y="5075640"/>
              <a:ext cx="427680" cy="460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7" name="CustomShape 5"/>
            <p:cNvSpPr/>
            <p:nvPr/>
          </p:nvSpPr>
          <p:spPr>
            <a:xfrm>
              <a:off x="1280520" y="5387040"/>
              <a:ext cx="1036440" cy="11181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8" name="CustomShape 6"/>
            <p:cNvSpPr/>
            <p:nvPr/>
          </p:nvSpPr>
          <p:spPr>
            <a:xfrm>
              <a:off x="759240" y="5551560"/>
              <a:ext cx="1036080" cy="11192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9" name="CustomShape 7"/>
            <p:cNvSpPr/>
            <p:nvPr/>
          </p:nvSpPr>
          <p:spPr>
            <a:xfrm>
              <a:off x="336960" y="6136560"/>
              <a:ext cx="682200" cy="7365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0" name="CustomShape 8"/>
            <p:cNvSpPr/>
            <p:nvPr/>
          </p:nvSpPr>
          <p:spPr>
            <a:xfrm>
              <a:off x="872280" y="6401520"/>
              <a:ext cx="682920" cy="7365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1" name="CustomShape 9"/>
            <p:cNvSpPr/>
            <p:nvPr/>
          </p:nvSpPr>
          <p:spPr>
            <a:xfrm>
              <a:off x="1348200" y="5654520"/>
              <a:ext cx="1604520" cy="1731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2" name="CustomShape 10"/>
            <p:cNvSpPr/>
            <p:nvPr/>
          </p:nvSpPr>
          <p:spPr>
            <a:xfrm>
              <a:off x="2599560" y="6602040"/>
              <a:ext cx="681840" cy="7365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3" name="CustomShape 11"/>
            <p:cNvSpPr/>
            <p:nvPr/>
          </p:nvSpPr>
          <p:spPr>
            <a:xfrm>
              <a:off x="3168360" y="6573960"/>
              <a:ext cx="682200" cy="7365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4" name="CustomShape 12"/>
            <p:cNvSpPr/>
            <p:nvPr/>
          </p:nvSpPr>
          <p:spPr>
            <a:xfrm>
              <a:off x="3501000" y="6070320"/>
              <a:ext cx="1186200" cy="1280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5" name="CustomShape 13"/>
            <p:cNvSpPr/>
            <p:nvPr/>
          </p:nvSpPr>
          <p:spPr>
            <a:xfrm>
              <a:off x="4374000" y="6337080"/>
              <a:ext cx="68148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6" name="CustomShape 14"/>
            <p:cNvSpPr/>
            <p:nvPr/>
          </p:nvSpPr>
          <p:spPr>
            <a:xfrm>
              <a:off x="4043160" y="5394960"/>
              <a:ext cx="1186200" cy="1279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7" name="CustomShape 15"/>
            <p:cNvSpPr/>
            <p:nvPr/>
          </p:nvSpPr>
          <p:spPr>
            <a:xfrm>
              <a:off x="2340000" y="4599720"/>
              <a:ext cx="904320" cy="976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8" name="CustomShape 16"/>
            <p:cNvSpPr/>
            <p:nvPr/>
          </p:nvSpPr>
          <p:spPr>
            <a:xfrm>
              <a:off x="2774160" y="4855680"/>
              <a:ext cx="904320" cy="9766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9" name="CustomShape 17"/>
            <p:cNvSpPr/>
            <p:nvPr/>
          </p:nvSpPr>
          <p:spPr>
            <a:xfrm>
              <a:off x="3422880" y="5167080"/>
              <a:ext cx="609120" cy="6573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0" name="CustomShape 18"/>
            <p:cNvSpPr/>
            <p:nvPr/>
          </p:nvSpPr>
          <p:spPr>
            <a:xfrm>
              <a:off x="3575880" y="5456160"/>
              <a:ext cx="905040" cy="977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1" name="CustomShape 19"/>
            <p:cNvSpPr/>
            <p:nvPr/>
          </p:nvSpPr>
          <p:spPr>
            <a:xfrm>
              <a:off x="1946880" y="5059800"/>
              <a:ext cx="1860120" cy="20066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2" name="CustomShape 20"/>
            <p:cNvSpPr/>
            <p:nvPr/>
          </p:nvSpPr>
          <p:spPr>
            <a:xfrm>
              <a:off x="2395080" y="4005360"/>
              <a:ext cx="529920" cy="1142280"/>
            </a:xfrm>
            <a:prstGeom prst="trapezoid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93" name="Group 21"/>
          <p:cNvGrpSpPr/>
          <p:nvPr/>
        </p:nvGrpSpPr>
        <p:grpSpPr>
          <a:xfrm>
            <a:off x="2139120" y="2170800"/>
            <a:ext cx="1095480" cy="2275560"/>
            <a:chOff x="2139120" y="2170800"/>
            <a:chExt cx="1095480" cy="2275560"/>
          </a:xfrm>
        </p:grpSpPr>
        <p:grpSp>
          <p:nvGrpSpPr>
            <p:cNvPr id="1894" name="Group 22"/>
            <p:cNvGrpSpPr/>
            <p:nvPr/>
          </p:nvGrpSpPr>
          <p:grpSpPr>
            <a:xfrm>
              <a:off x="2261880" y="2170800"/>
              <a:ext cx="842040" cy="1928520"/>
              <a:chOff x="2261880" y="2170800"/>
              <a:chExt cx="842040" cy="1928520"/>
            </a:xfrm>
          </p:grpSpPr>
          <p:sp>
            <p:nvSpPr>
              <p:cNvPr id="1895" name="CustomShape 23"/>
              <p:cNvSpPr/>
              <p:nvPr/>
            </p:nvSpPr>
            <p:spPr>
              <a:xfrm>
                <a:off x="2261880" y="2176200"/>
                <a:ext cx="842040" cy="1923120"/>
              </a:xfrm>
              <a:custGeom>
                <a:avLst/>
                <a:gdLst/>
                <a:ah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96" name="CustomShape 24"/>
              <p:cNvSpPr/>
              <p:nvPr/>
            </p:nvSpPr>
            <p:spPr>
              <a:xfrm>
                <a:off x="2383920" y="3930120"/>
                <a:ext cx="616680" cy="169200"/>
              </a:xfrm>
              <a:custGeom>
                <a:avLst/>
                <a:gdLst/>
                <a:ah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97" name="CustomShape 25"/>
              <p:cNvSpPr/>
              <p:nvPr/>
            </p:nvSpPr>
            <p:spPr>
              <a:xfrm>
                <a:off x="2306160" y="2170800"/>
                <a:ext cx="752760" cy="641160"/>
              </a:xfrm>
              <a:custGeom>
                <a:avLst/>
                <a:gdLst/>
                <a:ah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898" name="CustomShape 26"/>
            <p:cNvSpPr/>
            <p:nvPr/>
          </p:nvSpPr>
          <p:spPr>
            <a:xfrm>
              <a:off x="2531880" y="2973960"/>
              <a:ext cx="303840" cy="3297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9" name="CustomShape 27"/>
            <p:cNvSpPr/>
            <p:nvPr/>
          </p:nvSpPr>
          <p:spPr>
            <a:xfrm flipH="1">
              <a:off x="2665080" y="3630600"/>
              <a:ext cx="34920" cy="7905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00" name="CustomShape 28"/>
            <p:cNvSpPr/>
            <p:nvPr/>
          </p:nvSpPr>
          <p:spPr>
            <a:xfrm>
              <a:off x="2139120" y="3615840"/>
              <a:ext cx="243360" cy="83052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01" name="CustomShape 29"/>
            <p:cNvSpPr/>
            <p:nvPr/>
          </p:nvSpPr>
          <p:spPr>
            <a:xfrm flipH="1">
              <a:off x="2991960" y="3615840"/>
              <a:ext cx="242640" cy="83052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02" name="Group 30"/>
          <p:cNvGrpSpPr/>
          <p:nvPr/>
        </p:nvGrpSpPr>
        <p:grpSpPr>
          <a:xfrm>
            <a:off x="7639200" y="3086640"/>
            <a:ext cx="4978080" cy="4270680"/>
            <a:chOff x="7639200" y="3086640"/>
            <a:chExt cx="4978080" cy="4270680"/>
          </a:xfrm>
        </p:grpSpPr>
        <p:grpSp>
          <p:nvGrpSpPr>
            <p:cNvPr id="1903" name="Group 31"/>
            <p:cNvGrpSpPr/>
            <p:nvPr/>
          </p:nvGrpSpPr>
          <p:grpSpPr>
            <a:xfrm>
              <a:off x="7639200" y="3907080"/>
              <a:ext cx="3550680" cy="3450240"/>
              <a:chOff x="7639200" y="3907080"/>
              <a:chExt cx="3550680" cy="3450240"/>
            </a:xfrm>
          </p:grpSpPr>
          <p:sp>
            <p:nvSpPr>
              <p:cNvPr id="1904" name="CustomShape 32"/>
              <p:cNvSpPr/>
              <p:nvPr/>
            </p:nvSpPr>
            <p:spPr>
              <a:xfrm>
                <a:off x="7639200" y="3907080"/>
                <a:ext cx="114120" cy="318996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05" name="CustomShape 33"/>
              <p:cNvSpPr/>
              <p:nvPr/>
            </p:nvSpPr>
            <p:spPr>
              <a:xfrm>
                <a:off x="7639200" y="6837120"/>
                <a:ext cx="480960" cy="51948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06" name="CustomShape 34"/>
              <p:cNvSpPr/>
              <p:nvPr/>
            </p:nvSpPr>
            <p:spPr>
              <a:xfrm>
                <a:off x="7875000" y="7232760"/>
                <a:ext cx="3107520" cy="12384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07" name="CustomShape 35"/>
              <p:cNvSpPr/>
              <p:nvPr/>
            </p:nvSpPr>
            <p:spPr>
              <a:xfrm rot="16200000">
                <a:off x="10689840" y="6857280"/>
                <a:ext cx="519120" cy="48060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08" name="CustomShape 36"/>
              <p:cNvSpPr/>
              <p:nvPr/>
            </p:nvSpPr>
            <p:spPr>
              <a:xfrm>
                <a:off x="11075400" y="6450120"/>
                <a:ext cx="114480" cy="66096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09" name="Group 37"/>
            <p:cNvGrpSpPr/>
            <p:nvPr/>
          </p:nvGrpSpPr>
          <p:grpSpPr>
            <a:xfrm>
              <a:off x="9678960" y="3086640"/>
              <a:ext cx="2938320" cy="3367440"/>
              <a:chOff x="9678960" y="3086640"/>
              <a:chExt cx="2938320" cy="3367440"/>
            </a:xfrm>
          </p:grpSpPr>
          <p:sp>
            <p:nvSpPr>
              <p:cNvPr id="1910" name="CustomShape 38"/>
              <p:cNvSpPr/>
              <p:nvPr/>
            </p:nvSpPr>
            <p:spPr>
              <a:xfrm rot="8100000">
                <a:off x="10205640" y="3796560"/>
                <a:ext cx="1775880" cy="1771920"/>
              </a:xfrm>
              <a:custGeom>
                <a:avLst/>
                <a:gdLst/>
                <a:ahLst/>
                <a:rect l="l" t="t" r="r" b="b"/>
                <a:pathLst>
                  <a:path w="2192670" h="2192671">
                    <a:moveTo>
                      <a:pt x="293361" y="1899310"/>
                    </a:moveTo>
                    <a:cubicBezTo>
                      <a:pt x="112107" y="1718057"/>
                      <a:pt x="0" y="1467657"/>
                      <a:pt x="0" y="1191074"/>
                    </a:cubicBezTo>
                    <a:cubicBezTo>
                      <a:pt x="0" y="637907"/>
                      <a:pt x="448430" y="189477"/>
                      <a:pt x="1001597" y="189477"/>
                    </a:cubicBezTo>
                    <a:lnTo>
                      <a:pt x="1341342" y="189477"/>
                    </a:lnTo>
                    <a:lnTo>
                      <a:pt x="1530818" y="0"/>
                    </a:lnTo>
                    <a:cubicBezTo>
                      <a:pt x="1606970" y="-76151"/>
                      <a:pt x="1730435" y="-76151"/>
                      <a:pt x="1806586" y="0"/>
                    </a:cubicBezTo>
                    <a:lnTo>
                      <a:pt x="1996062" y="189477"/>
                    </a:lnTo>
                    <a:lnTo>
                      <a:pt x="2003194" y="189477"/>
                    </a:lnTo>
                    <a:lnTo>
                      <a:pt x="2003194" y="196609"/>
                    </a:lnTo>
                    <a:lnTo>
                      <a:pt x="2192670" y="386085"/>
                    </a:lnTo>
                    <a:cubicBezTo>
                      <a:pt x="2268822" y="462236"/>
                      <a:pt x="2268822" y="585701"/>
                      <a:pt x="2192670" y="661852"/>
                    </a:cubicBezTo>
                    <a:lnTo>
                      <a:pt x="2003193" y="851329"/>
                    </a:lnTo>
                    <a:cubicBezTo>
                      <a:pt x="2003193" y="964577"/>
                      <a:pt x="2003194" y="1077826"/>
                      <a:pt x="2003194" y="1191074"/>
                    </a:cubicBezTo>
                    <a:cubicBezTo>
                      <a:pt x="2003194" y="1744241"/>
                      <a:pt x="1554764" y="2192671"/>
                      <a:pt x="1001597" y="2192671"/>
                    </a:cubicBezTo>
                    <a:cubicBezTo>
                      <a:pt x="725014" y="2192671"/>
                      <a:pt x="474614" y="2080563"/>
                      <a:pt x="293361" y="189931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850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1" name="CustomShape 39"/>
              <p:cNvSpPr/>
              <p:nvPr/>
            </p:nvSpPr>
            <p:spPr>
              <a:xfrm>
                <a:off x="10803240" y="5834520"/>
                <a:ext cx="672120" cy="14976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2" name="CustomShape 40"/>
              <p:cNvSpPr/>
              <p:nvPr/>
            </p:nvSpPr>
            <p:spPr>
              <a:xfrm>
                <a:off x="10831680" y="6068880"/>
                <a:ext cx="615240" cy="1501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3" name="CustomShape 41"/>
              <p:cNvSpPr/>
              <p:nvPr/>
            </p:nvSpPr>
            <p:spPr>
              <a:xfrm>
                <a:off x="10887480" y="6303960"/>
                <a:ext cx="504000" cy="1501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4" name="CustomShape 42"/>
              <p:cNvSpPr/>
              <p:nvPr/>
            </p:nvSpPr>
            <p:spPr>
              <a:xfrm rot="2700000">
                <a:off x="12050280" y="3493080"/>
                <a:ext cx="159120" cy="3967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5" name="CustomShape 43"/>
              <p:cNvSpPr/>
              <p:nvPr/>
            </p:nvSpPr>
            <p:spPr>
              <a:xfrm flipH="1" rot="18900000">
                <a:off x="10058040" y="3493800"/>
                <a:ext cx="15948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6" name="CustomShape 44"/>
              <p:cNvSpPr/>
              <p:nvPr/>
            </p:nvSpPr>
            <p:spPr>
              <a:xfrm>
                <a:off x="11071800" y="3086640"/>
                <a:ext cx="152640" cy="4132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7" name="CustomShape 45"/>
              <p:cNvSpPr/>
              <p:nvPr/>
            </p:nvSpPr>
            <p:spPr>
              <a:xfrm rot="5400000">
                <a:off x="12343680" y="4325400"/>
                <a:ext cx="164880" cy="38196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18" name="CustomShape 46"/>
              <p:cNvSpPr/>
              <p:nvPr/>
            </p:nvSpPr>
            <p:spPr>
              <a:xfrm flipH="1" rot="16200000">
                <a:off x="9788040" y="4324320"/>
                <a:ext cx="164880" cy="3841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19" name="Group 47"/>
            <p:cNvGrpSpPr/>
            <p:nvPr/>
          </p:nvGrpSpPr>
          <p:grpSpPr>
            <a:xfrm>
              <a:off x="10668240" y="3831840"/>
              <a:ext cx="720720" cy="1659240"/>
              <a:chOff x="10668240" y="3831840"/>
              <a:chExt cx="720720" cy="1659240"/>
            </a:xfrm>
          </p:grpSpPr>
          <p:grpSp>
            <p:nvGrpSpPr>
              <p:cNvPr id="1920" name="Group 48"/>
              <p:cNvGrpSpPr/>
              <p:nvPr/>
            </p:nvGrpSpPr>
            <p:grpSpPr>
              <a:xfrm>
                <a:off x="10880280" y="3831840"/>
                <a:ext cx="502200" cy="1011240"/>
                <a:chOff x="10880280" y="3831840"/>
                <a:chExt cx="502200" cy="1011240"/>
              </a:xfrm>
            </p:grpSpPr>
            <p:sp>
              <p:nvSpPr>
                <p:cNvPr id="1921" name="CustomShape 49"/>
                <p:cNvSpPr/>
                <p:nvPr/>
              </p:nvSpPr>
              <p:spPr>
                <a:xfrm>
                  <a:off x="10880280" y="4005000"/>
                  <a:ext cx="502200" cy="838080"/>
                </a:xfrm>
                <a:custGeom>
                  <a:avLst/>
                  <a:gdLst/>
                  <a:ahLst/>
                  <a:rect l="l" t="t" r="r" b="b"/>
                  <a:pathLst>
                    <a:path w="726841" h="1121399">
                      <a:moveTo>
                        <a:pt x="236325" y="1049494"/>
                      </a:moveTo>
                      <a:lnTo>
                        <a:pt x="495287" y="1049494"/>
                      </a:lnTo>
                      <a:cubicBezTo>
                        <a:pt x="491080" y="1064561"/>
                        <a:pt x="487966" y="1079199"/>
                        <a:pt x="485273" y="1093187"/>
                      </a:cubicBezTo>
                      <a:lnTo>
                        <a:pt x="245258" y="1092728"/>
                      </a:lnTo>
                      <a:close/>
                      <a:moveTo>
                        <a:pt x="363421" y="203844"/>
                      </a:moveTo>
                      <a:cubicBezTo>
                        <a:pt x="401307" y="203844"/>
                        <a:pt x="432020" y="234557"/>
                        <a:pt x="432020" y="272443"/>
                      </a:cubicBezTo>
                      <a:cubicBezTo>
                        <a:pt x="432020" y="310329"/>
                        <a:pt x="401307" y="341042"/>
                        <a:pt x="363421" y="341042"/>
                      </a:cubicBezTo>
                      <a:cubicBezTo>
                        <a:pt x="325534" y="341042"/>
                        <a:pt x="294821" y="310329"/>
                        <a:pt x="294821" y="272443"/>
                      </a:cubicBezTo>
                      <a:cubicBezTo>
                        <a:pt x="294821" y="234557"/>
                        <a:pt x="325534" y="203844"/>
                        <a:pt x="363421" y="203844"/>
                      </a:cubicBezTo>
                      <a:close/>
                      <a:moveTo>
                        <a:pt x="363421" y="135244"/>
                      </a:moveTo>
                      <a:cubicBezTo>
                        <a:pt x="287648" y="135244"/>
                        <a:pt x="226222" y="196671"/>
                        <a:pt x="226222" y="272443"/>
                      </a:cubicBezTo>
                      <a:cubicBezTo>
                        <a:pt x="226222" y="348216"/>
                        <a:pt x="287648" y="409642"/>
                        <a:pt x="363421" y="409642"/>
                      </a:cubicBezTo>
                      <a:cubicBezTo>
                        <a:pt x="439193" y="409642"/>
                        <a:pt x="500619" y="348216"/>
                        <a:pt x="500619" y="272443"/>
                      </a:cubicBezTo>
                      <a:cubicBezTo>
                        <a:pt x="500619" y="196671"/>
                        <a:pt x="439193" y="135244"/>
                        <a:pt x="363421" y="135244"/>
                      </a:cubicBezTo>
                      <a:close/>
                      <a:moveTo>
                        <a:pt x="196200" y="0"/>
                      </a:moveTo>
                      <a:cubicBezTo>
                        <a:pt x="300307" y="58658"/>
                        <a:pt x="427219" y="59450"/>
                        <a:pt x="531959" y="2129"/>
                      </a:cubicBezTo>
                      <a:cubicBezTo>
                        <a:pt x="645195" y="251105"/>
                        <a:pt x="615578" y="521951"/>
                        <a:pt x="565642" y="749813"/>
                      </a:cubicBezTo>
                      <a:lnTo>
                        <a:pt x="726841" y="904479"/>
                      </a:lnTo>
                      <a:lnTo>
                        <a:pt x="700460" y="1113326"/>
                      </a:lnTo>
                      <a:lnTo>
                        <a:pt x="510728" y="982128"/>
                      </a:lnTo>
                      <a:lnTo>
                        <a:pt x="503274" y="1014651"/>
                      </a:lnTo>
                      <a:lnTo>
                        <a:pt x="228241" y="1014651"/>
                      </a:lnTo>
                      <a:cubicBezTo>
                        <a:pt x="226194" y="1005458"/>
                        <a:pt x="223902" y="996068"/>
                        <a:pt x="221524" y="986461"/>
                      </a:cubicBezTo>
                      <a:lnTo>
                        <a:pt x="26381" y="1121399"/>
                      </a:lnTo>
                      <a:lnTo>
                        <a:pt x="0" y="912552"/>
                      </a:lnTo>
                      <a:lnTo>
                        <a:pt x="162681" y="756465"/>
                      </a:lnTo>
                      <a:lnTo>
                        <a:pt x="163137" y="757906"/>
                      </a:lnTo>
                      <a:lnTo>
                        <a:pt x="165881" y="748957"/>
                      </a:lnTo>
                      <a:cubicBezTo>
                        <a:pt x="117348" y="521774"/>
                        <a:pt x="87568" y="246912"/>
                        <a:pt x="19620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922" name="CustomShape 50"/>
                <p:cNvSpPr/>
                <p:nvPr/>
              </p:nvSpPr>
              <p:spPr>
                <a:xfrm>
                  <a:off x="11027880" y="3831840"/>
                  <a:ext cx="206640" cy="182520"/>
                </a:xfrm>
                <a:custGeom>
                  <a:avLst/>
                  <a:gdLst/>
                  <a:ahLst/>
                  <a:rect l="l" t="t" r="r" b="b"/>
                  <a:pathLst>
                    <a:path w="298274" h="244742">
                      <a:moveTo>
                        <a:pt x="147328" y="0"/>
                      </a:moveTo>
                      <a:cubicBezTo>
                        <a:pt x="212319" y="65590"/>
                        <a:pt x="261867" y="134854"/>
                        <a:pt x="298274" y="206570"/>
                      </a:cubicBezTo>
                      <a:cubicBezTo>
                        <a:pt x="205418" y="258299"/>
                        <a:pt x="92251" y="257374"/>
                        <a:pt x="0" y="204273"/>
                      </a:cubicBezTo>
                      <a:cubicBezTo>
                        <a:pt x="35363" y="132633"/>
                        <a:pt x="83678" y="64016"/>
                        <a:pt x="1473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923" name="CustomShape 51"/>
              <p:cNvSpPr/>
              <p:nvPr/>
            </p:nvSpPr>
            <p:spPr>
              <a:xfrm>
                <a:off x="10668240" y="4876560"/>
                <a:ext cx="720720" cy="614520"/>
              </a:xfrm>
              <a:custGeom>
                <a:avLst/>
                <a:gdLst/>
                <a:ahLst/>
                <a:rect l="l" t="t" r="r" b="b"/>
                <a:pathLst>
                  <a:path w="935319" h="738371">
                    <a:moveTo>
                      <a:pt x="570246" y="5904"/>
                    </a:moveTo>
                    <a:cubicBezTo>
                      <a:pt x="462283" y="64891"/>
                      <a:pt x="426421" y="317189"/>
                      <a:pt x="649701" y="474399"/>
                    </a:cubicBezTo>
                    <a:cubicBezTo>
                      <a:pt x="593836" y="327977"/>
                      <a:pt x="630970" y="255746"/>
                      <a:pt x="667057" y="182470"/>
                    </a:cubicBezTo>
                    <a:cubicBezTo>
                      <a:pt x="667659" y="219721"/>
                      <a:pt x="629598" y="299814"/>
                      <a:pt x="723199" y="346469"/>
                    </a:cubicBezTo>
                    <a:cubicBezTo>
                      <a:pt x="679394" y="206128"/>
                      <a:pt x="864427" y="161920"/>
                      <a:pt x="670152" y="6949"/>
                    </a:cubicBezTo>
                    <a:cubicBezTo>
                      <a:pt x="951156" y="47548"/>
                      <a:pt x="868526" y="190548"/>
                      <a:pt x="935319" y="334595"/>
                    </a:cubicBezTo>
                    <a:cubicBezTo>
                      <a:pt x="886447" y="343095"/>
                      <a:pt x="815632" y="212619"/>
                      <a:pt x="831546" y="274410"/>
                    </a:cubicBezTo>
                    <a:cubicBezTo>
                      <a:pt x="915063" y="518579"/>
                      <a:pt x="665249" y="525551"/>
                      <a:pt x="744586" y="738371"/>
                    </a:cubicBezTo>
                    <a:cubicBezTo>
                      <a:pt x="498005" y="724435"/>
                      <a:pt x="570128" y="495242"/>
                      <a:pt x="454164" y="439509"/>
                    </a:cubicBezTo>
                    <a:cubicBezTo>
                      <a:pt x="422689" y="433882"/>
                      <a:pt x="384944" y="459601"/>
                      <a:pt x="454829" y="574141"/>
                    </a:cubicBezTo>
                    <a:cubicBezTo>
                      <a:pt x="47812" y="270832"/>
                      <a:pt x="333584" y="22904"/>
                      <a:pt x="570246" y="5904"/>
                    </a:cubicBezTo>
                    <a:close/>
                    <a:moveTo>
                      <a:pt x="0" y="0"/>
                    </a:moveTo>
                    <a:lnTo>
                      <a:pt x="9284" y="0"/>
                    </a:lnTo>
                    <a:lnTo>
                      <a:pt x="746" y="590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924" name="Group 52"/>
          <p:cNvGrpSpPr/>
          <p:nvPr/>
        </p:nvGrpSpPr>
        <p:grpSpPr>
          <a:xfrm>
            <a:off x="5277240" y="1648080"/>
            <a:ext cx="4050360" cy="4783320"/>
            <a:chOff x="5277240" y="1648080"/>
            <a:chExt cx="4050360" cy="4783320"/>
          </a:xfrm>
        </p:grpSpPr>
        <p:grpSp>
          <p:nvGrpSpPr>
            <p:cNvPr id="1925" name="Group 53"/>
            <p:cNvGrpSpPr/>
            <p:nvPr/>
          </p:nvGrpSpPr>
          <p:grpSpPr>
            <a:xfrm>
              <a:off x="7329240" y="1648080"/>
              <a:ext cx="1104840" cy="1095120"/>
              <a:chOff x="7329240" y="1648080"/>
              <a:chExt cx="1104840" cy="1095120"/>
            </a:xfrm>
          </p:grpSpPr>
          <p:sp>
            <p:nvSpPr>
              <p:cNvPr id="1926" name="CustomShape 54"/>
              <p:cNvSpPr/>
              <p:nvPr/>
            </p:nvSpPr>
            <p:spPr>
              <a:xfrm rot="2700000">
                <a:off x="7569720" y="1731960"/>
                <a:ext cx="607680" cy="932760"/>
              </a:xfrm>
              <a:custGeom>
                <a:avLst/>
                <a:gdLst/>
                <a:ah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27" name="CustomShape 55"/>
              <p:cNvSpPr/>
              <p:nvPr/>
            </p:nvSpPr>
            <p:spPr>
              <a:xfrm rot="2700000">
                <a:off x="8148600" y="1706400"/>
                <a:ext cx="249840" cy="203040"/>
              </a:xfrm>
              <a:custGeom>
                <a:avLst/>
                <a:gdLst/>
                <a:ah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28" name="Group 56"/>
            <p:cNvGrpSpPr/>
            <p:nvPr/>
          </p:nvGrpSpPr>
          <p:grpSpPr>
            <a:xfrm>
              <a:off x="5277240" y="2508840"/>
              <a:ext cx="4050360" cy="3922560"/>
              <a:chOff x="5277240" y="2508840"/>
              <a:chExt cx="4050360" cy="3922560"/>
            </a:xfrm>
          </p:grpSpPr>
          <p:sp>
            <p:nvSpPr>
              <p:cNvPr id="1929" name="CustomShape 57"/>
              <p:cNvSpPr/>
              <p:nvPr/>
            </p:nvSpPr>
            <p:spPr>
              <a:xfrm>
                <a:off x="6721920" y="5378760"/>
                <a:ext cx="1744920" cy="1052640"/>
              </a:xfrm>
              <a:custGeom>
                <a:avLst/>
                <a:gdLst/>
                <a:ahLst/>
                <a:rect l="l" t="t" r="r" b="b"/>
                <a:pathLst>
                  <a:path w="1411833" h="790042">
                    <a:moveTo>
                      <a:pt x="1404518" y="585216"/>
                    </a:moveTo>
                    <a:lnTo>
                      <a:pt x="0" y="790042"/>
                    </a:lnTo>
                    <a:lnTo>
                      <a:pt x="1411833" y="0"/>
                    </a:lnTo>
                    <a:cubicBezTo>
                      <a:pt x="1409395" y="195072"/>
                      <a:pt x="1406956" y="390144"/>
                      <a:pt x="1404518" y="58521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0" name="CustomShape 58"/>
              <p:cNvSpPr/>
              <p:nvPr/>
            </p:nvSpPr>
            <p:spPr>
              <a:xfrm>
                <a:off x="5292360" y="4246920"/>
                <a:ext cx="2632680" cy="1394640"/>
              </a:xfrm>
              <a:custGeom>
                <a:avLst/>
                <a:gdLst/>
                <a:ahLst/>
                <a:rect l="l" t="t" r="r" b="b"/>
                <a:pathLst>
                  <a:path w="2130190" h="1046074">
                    <a:moveTo>
                      <a:pt x="2121408" y="0"/>
                    </a:moveTo>
                    <a:cubicBezTo>
                      <a:pt x="1676664" y="86171"/>
                      <a:pt x="714451" y="292608"/>
                      <a:pt x="0" y="438912"/>
                    </a:cubicBezTo>
                    <a:cubicBezTo>
                      <a:pt x="2439" y="648614"/>
                      <a:pt x="4877" y="836372"/>
                      <a:pt x="7316" y="1046074"/>
                    </a:cubicBezTo>
                    <a:lnTo>
                      <a:pt x="2128723" y="592531"/>
                    </a:lnTo>
                    <a:cubicBezTo>
                      <a:pt x="2133599" y="377952"/>
                      <a:pt x="2125065" y="296265"/>
                      <a:pt x="2121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1" name="CustomShape 59"/>
              <p:cNvSpPr/>
              <p:nvPr/>
            </p:nvSpPr>
            <p:spPr>
              <a:xfrm>
                <a:off x="5780880" y="3435840"/>
                <a:ext cx="3545280" cy="1171440"/>
              </a:xfrm>
              <a:custGeom>
                <a:avLst/>
                <a:gdLst/>
                <a:ahLst/>
                <a:rect l="l" t="t" r="r" b="b"/>
                <a:pathLst>
                  <a:path w="2867558" h="877824">
                    <a:moveTo>
                      <a:pt x="7315" y="292608"/>
                    </a:moveTo>
                    <a:lnTo>
                      <a:pt x="2860243" y="0"/>
                    </a:lnTo>
                    <a:cubicBezTo>
                      <a:pt x="2862681" y="202387"/>
                      <a:pt x="2865120" y="404775"/>
                      <a:pt x="2867558" y="607162"/>
                    </a:cubicBezTo>
                    <a:lnTo>
                      <a:pt x="0" y="877824"/>
                    </a:lnTo>
                    <a:cubicBezTo>
                      <a:pt x="2438" y="682752"/>
                      <a:pt x="4877" y="487680"/>
                      <a:pt x="7315" y="2926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2" name="CustomShape 60"/>
              <p:cNvSpPr/>
              <p:nvPr/>
            </p:nvSpPr>
            <p:spPr>
              <a:xfrm rot="5400000">
                <a:off x="7074720" y="1976040"/>
                <a:ext cx="1305720" cy="320004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3" name="CustomShape 61"/>
              <p:cNvSpPr/>
              <p:nvPr/>
            </p:nvSpPr>
            <p:spPr>
              <a:xfrm rot="5400000">
                <a:off x="6257880" y="3353760"/>
                <a:ext cx="1199520" cy="2167920"/>
              </a:xfrm>
              <a:prstGeom prst="parallelogram">
                <a:avLst>
                  <a:gd name="adj" fmla="val 3443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4" name="CustomShape 62"/>
              <p:cNvSpPr/>
              <p:nvPr/>
            </p:nvSpPr>
            <p:spPr>
              <a:xfrm rot="5400000">
                <a:off x="6224040" y="3898440"/>
                <a:ext cx="1306080" cy="320004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35" name="CustomShape 63"/>
              <p:cNvSpPr/>
              <p:nvPr/>
            </p:nvSpPr>
            <p:spPr>
              <a:xfrm>
                <a:off x="6123960" y="2508840"/>
                <a:ext cx="1483200" cy="613800"/>
              </a:xfrm>
              <a:custGeom>
                <a:avLst/>
                <a:gdLst/>
                <a:ahLst/>
                <a:rect l="l" t="t" r="r" b="b"/>
                <a:pathLst>
                  <a:path w="1199693" h="460858">
                    <a:moveTo>
                      <a:pt x="1089965" y="0"/>
                    </a:moveTo>
                    <a:lnTo>
                      <a:pt x="0" y="307238"/>
                    </a:lnTo>
                    <a:lnTo>
                      <a:pt x="1016813" y="460858"/>
                    </a:lnTo>
                    <a:lnTo>
                      <a:pt x="1199693" y="117043"/>
                    </a:lnTo>
                    <a:lnTo>
                      <a:pt x="10899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pic>
        <p:nvPicPr>
          <p:cNvPr id="1936" name="Picture 1991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A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8" name="CustomShape 2"/>
          <p:cNvSpPr/>
          <p:nvPr/>
        </p:nvSpPr>
        <p:spPr>
          <a:xfrm>
            <a:off x="994680" y="2355120"/>
            <a:ext cx="3124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9" name="CustomShape 3"/>
          <p:cNvSpPr/>
          <p:nvPr/>
        </p:nvSpPr>
        <p:spPr>
          <a:xfrm>
            <a:off x="994680" y="3039120"/>
            <a:ext cx="3124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0" name="CustomShape 4"/>
          <p:cNvSpPr/>
          <p:nvPr/>
        </p:nvSpPr>
        <p:spPr>
          <a:xfrm>
            <a:off x="993600" y="6482160"/>
            <a:ext cx="31233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41" name="CustomShape 5"/>
          <p:cNvSpPr/>
          <p:nvPr/>
        </p:nvSpPr>
        <p:spPr>
          <a:xfrm>
            <a:off x="993600" y="5139720"/>
            <a:ext cx="31233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42" name="CustomShape 6"/>
          <p:cNvSpPr/>
          <p:nvPr/>
        </p:nvSpPr>
        <p:spPr>
          <a:xfrm>
            <a:off x="6816960" y="2023200"/>
            <a:ext cx="498960" cy="540000"/>
          </a:xfrm>
          <a:custGeom>
            <a:avLst/>
            <a:gdLst/>
            <a:ah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3" name="CustomShape 7"/>
          <p:cNvSpPr/>
          <p:nvPr/>
        </p:nvSpPr>
        <p:spPr>
          <a:xfrm>
            <a:off x="6016680" y="2095560"/>
            <a:ext cx="498960" cy="395280"/>
          </a:xfrm>
          <a:custGeom>
            <a:avLst/>
            <a:gdLst/>
            <a:ah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4" name="CustomShape 8"/>
          <p:cNvSpPr/>
          <p:nvPr/>
        </p:nvSpPr>
        <p:spPr>
          <a:xfrm>
            <a:off x="6818400" y="5148000"/>
            <a:ext cx="298080" cy="729360"/>
          </a:xfrm>
          <a:custGeom>
            <a:avLst/>
            <a:gdLst/>
            <a:ahLst/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5" name="CustomShape 9"/>
          <p:cNvSpPr/>
          <p:nvPr/>
        </p:nvSpPr>
        <p:spPr>
          <a:xfrm rot="18900000">
            <a:off x="10146240" y="4250160"/>
            <a:ext cx="222120" cy="498600"/>
          </a:xfrm>
          <a:custGeom>
            <a:avLst/>
            <a:gdLst/>
            <a:ah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6" name="CustomShape 10"/>
          <p:cNvSpPr/>
          <p:nvPr/>
        </p:nvSpPr>
        <p:spPr>
          <a:xfrm flipH="1">
            <a:off x="6008040" y="5273640"/>
            <a:ext cx="443160" cy="478080"/>
          </a:xfrm>
          <a:custGeom>
            <a:avLst/>
            <a:gdLst/>
            <a:ah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7" name="CustomShape 11"/>
          <p:cNvSpPr/>
          <p:nvPr/>
        </p:nvSpPr>
        <p:spPr>
          <a:xfrm>
            <a:off x="8379000" y="4241160"/>
            <a:ext cx="439920" cy="467280"/>
          </a:xfrm>
          <a:custGeom>
            <a:avLst/>
            <a:gdLst/>
            <a:ah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8" name="CustomShape 12"/>
          <p:cNvSpPr/>
          <p:nvPr/>
        </p:nvSpPr>
        <p:spPr>
          <a:xfrm>
            <a:off x="11550960" y="4198320"/>
            <a:ext cx="443160" cy="477360"/>
          </a:xfrm>
          <a:custGeom>
            <a:avLst/>
            <a:gdLst/>
            <a:ah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9" name="CustomShape 13"/>
          <p:cNvSpPr/>
          <p:nvPr/>
        </p:nvSpPr>
        <p:spPr>
          <a:xfrm>
            <a:off x="7618320" y="2050560"/>
            <a:ext cx="450000" cy="48600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0" name="CustomShape 14"/>
          <p:cNvSpPr/>
          <p:nvPr/>
        </p:nvSpPr>
        <p:spPr>
          <a:xfrm rot="5400000">
            <a:off x="8353800" y="2067840"/>
            <a:ext cx="486360" cy="450000"/>
          </a:xfrm>
          <a:custGeom>
            <a:avLst/>
            <a:gdLst/>
            <a:ah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1" name="CustomShape 15"/>
          <p:cNvSpPr/>
          <p:nvPr/>
        </p:nvSpPr>
        <p:spPr>
          <a:xfrm>
            <a:off x="7484040" y="5249520"/>
            <a:ext cx="489600" cy="525960"/>
          </a:xfrm>
          <a:custGeom>
            <a:avLst/>
            <a:gdLst/>
            <a:ah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2" name="CustomShape 16"/>
          <p:cNvSpPr/>
          <p:nvPr/>
        </p:nvSpPr>
        <p:spPr>
          <a:xfrm flipH="1">
            <a:off x="11526120" y="3090960"/>
            <a:ext cx="490680" cy="532080"/>
          </a:xfrm>
          <a:custGeom>
            <a:avLst/>
            <a:gdLst/>
            <a:ah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3" name="CustomShape 17"/>
          <p:cNvSpPr/>
          <p:nvPr/>
        </p:nvSpPr>
        <p:spPr>
          <a:xfrm rot="16200000">
            <a:off x="9104040" y="2023560"/>
            <a:ext cx="584280" cy="54180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4" name="CustomShape 18"/>
          <p:cNvSpPr/>
          <p:nvPr/>
        </p:nvSpPr>
        <p:spPr>
          <a:xfrm>
            <a:off x="9968760" y="1952640"/>
            <a:ext cx="451800" cy="680760"/>
          </a:xfrm>
          <a:custGeom>
            <a:avLst/>
            <a:gdLst/>
            <a:ah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5" name="CustomShape 19"/>
          <p:cNvSpPr/>
          <p:nvPr/>
        </p:nvSpPr>
        <p:spPr>
          <a:xfrm>
            <a:off x="8340480" y="5230440"/>
            <a:ext cx="367920" cy="563040"/>
          </a:xfrm>
          <a:custGeom>
            <a:avLst/>
            <a:gdLst/>
            <a:ah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6" name="CustomShape 20"/>
          <p:cNvSpPr/>
          <p:nvPr/>
        </p:nvSpPr>
        <p:spPr>
          <a:xfrm>
            <a:off x="5196960" y="6126480"/>
            <a:ext cx="390960" cy="802800"/>
          </a:xfrm>
          <a:custGeom>
            <a:avLst/>
            <a:gdLst/>
            <a:ah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7" name="CustomShape 21"/>
          <p:cNvSpPr/>
          <p:nvPr/>
        </p:nvSpPr>
        <p:spPr>
          <a:xfrm rot="16200000">
            <a:off x="9112320" y="4166640"/>
            <a:ext cx="617040" cy="618840"/>
          </a:xfrm>
          <a:custGeom>
            <a:avLst/>
            <a:gdLst/>
            <a:ah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8" name="CustomShape 22"/>
          <p:cNvSpPr/>
          <p:nvPr/>
        </p:nvSpPr>
        <p:spPr>
          <a:xfrm rot="10800000">
            <a:off x="9876960" y="3110040"/>
            <a:ext cx="368640" cy="448920"/>
          </a:xfrm>
          <a:custGeom>
            <a:avLst/>
            <a:gdLst/>
            <a:ah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9" name="CustomShape 23"/>
          <p:cNvSpPr/>
          <p:nvPr/>
        </p:nvSpPr>
        <p:spPr>
          <a:xfrm>
            <a:off x="7633800" y="4184280"/>
            <a:ext cx="450720" cy="581040"/>
          </a:xfrm>
          <a:custGeom>
            <a:avLst/>
            <a:gdLst/>
            <a:ah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0" name="CustomShape 24"/>
          <p:cNvSpPr/>
          <p:nvPr/>
        </p:nvSpPr>
        <p:spPr>
          <a:xfrm>
            <a:off x="5141880" y="2010960"/>
            <a:ext cx="570240" cy="563040"/>
          </a:xfrm>
          <a:custGeom>
            <a:avLst/>
            <a:gdLst/>
            <a:ah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1" name="CustomShape 25"/>
          <p:cNvSpPr/>
          <p:nvPr/>
        </p:nvSpPr>
        <p:spPr>
          <a:xfrm>
            <a:off x="9132840" y="3079800"/>
            <a:ext cx="355320" cy="506520"/>
          </a:xfrm>
          <a:custGeom>
            <a:avLst/>
            <a:gdLst/>
            <a:ah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2" name="CustomShape 26"/>
          <p:cNvSpPr/>
          <p:nvPr/>
        </p:nvSpPr>
        <p:spPr>
          <a:xfrm>
            <a:off x="10706400" y="4221720"/>
            <a:ext cx="469080" cy="50652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3" name="CustomShape 27"/>
          <p:cNvSpPr/>
          <p:nvPr/>
        </p:nvSpPr>
        <p:spPr>
          <a:xfrm>
            <a:off x="6063120" y="3101760"/>
            <a:ext cx="506520" cy="461520"/>
          </a:xfrm>
          <a:custGeom>
            <a:avLst/>
            <a:gdLst/>
            <a:ah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4" name="CustomShape 28"/>
          <p:cNvSpPr/>
          <p:nvPr/>
        </p:nvSpPr>
        <p:spPr>
          <a:xfrm>
            <a:off x="8486280" y="3091320"/>
            <a:ext cx="258120" cy="483480"/>
          </a:xfrm>
          <a:custGeom>
            <a:avLst/>
            <a:gdLst/>
            <a:ah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5" name="CustomShape 29"/>
          <p:cNvSpPr/>
          <p:nvPr/>
        </p:nvSpPr>
        <p:spPr>
          <a:xfrm>
            <a:off x="6956640" y="3132000"/>
            <a:ext cx="469440" cy="401400"/>
          </a:xfrm>
          <a:custGeom>
            <a:avLst/>
            <a:gdLst/>
            <a:ah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6" name="CustomShape 30"/>
          <p:cNvSpPr/>
          <p:nvPr/>
        </p:nvSpPr>
        <p:spPr>
          <a:xfrm>
            <a:off x="7814520" y="3115800"/>
            <a:ext cx="284400" cy="433440"/>
          </a:xfrm>
          <a:custGeom>
            <a:avLst/>
            <a:gdLst/>
            <a:ah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7" name="CustomShape 31"/>
          <p:cNvSpPr/>
          <p:nvPr/>
        </p:nvSpPr>
        <p:spPr>
          <a:xfrm>
            <a:off x="6632280" y="6194880"/>
            <a:ext cx="488520" cy="666000"/>
          </a:xfrm>
          <a:custGeom>
            <a:avLst/>
            <a:gdLst/>
            <a:ah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8" name="CustomShape 32"/>
          <p:cNvSpPr/>
          <p:nvPr/>
        </p:nvSpPr>
        <p:spPr>
          <a:xfrm>
            <a:off x="5190840" y="3033720"/>
            <a:ext cx="484920" cy="532800"/>
          </a:xfrm>
          <a:custGeom>
            <a:avLst/>
            <a:gdLst/>
            <a:ah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9" name="CustomShape 33"/>
          <p:cNvSpPr/>
          <p:nvPr/>
        </p:nvSpPr>
        <p:spPr>
          <a:xfrm rot="20700000">
            <a:off x="6847920" y="4231440"/>
            <a:ext cx="527040" cy="482400"/>
          </a:xfrm>
          <a:custGeom>
            <a:avLst/>
            <a:gdLst/>
            <a:ah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0" name="CustomShape 34"/>
          <p:cNvSpPr/>
          <p:nvPr/>
        </p:nvSpPr>
        <p:spPr>
          <a:xfrm rot="10800000">
            <a:off x="5934960" y="6145200"/>
            <a:ext cx="358920" cy="768240"/>
          </a:xfrm>
          <a:custGeom>
            <a:avLst/>
            <a:gdLst/>
            <a:ah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1" name="CustomShape 35"/>
          <p:cNvSpPr/>
          <p:nvPr/>
        </p:nvSpPr>
        <p:spPr>
          <a:xfrm>
            <a:off x="8256240" y="6239880"/>
            <a:ext cx="533520" cy="5770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2" name="CustomShape 36"/>
          <p:cNvSpPr/>
          <p:nvPr/>
        </p:nvSpPr>
        <p:spPr>
          <a:xfrm>
            <a:off x="10688040" y="6239880"/>
            <a:ext cx="533520" cy="5770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3" name="CustomShape 37"/>
          <p:cNvSpPr/>
          <p:nvPr/>
        </p:nvSpPr>
        <p:spPr>
          <a:xfrm>
            <a:off x="9069480" y="6242760"/>
            <a:ext cx="528840" cy="5702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4" name="CustomShape 38"/>
          <p:cNvSpPr/>
          <p:nvPr/>
        </p:nvSpPr>
        <p:spPr>
          <a:xfrm>
            <a:off x="11502000" y="6236640"/>
            <a:ext cx="541080" cy="58392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5" name="CustomShape 39"/>
          <p:cNvSpPr/>
          <p:nvPr/>
        </p:nvSpPr>
        <p:spPr>
          <a:xfrm>
            <a:off x="9879480" y="6242760"/>
            <a:ext cx="528840" cy="5702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6" name="CustomShape 40"/>
          <p:cNvSpPr/>
          <p:nvPr/>
        </p:nvSpPr>
        <p:spPr>
          <a:xfrm rot="2700000">
            <a:off x="6040440" y="4110120"/>
            <a:ext cx="385920" cy="69084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7" name="CustomShape 41"/>
          <p:cNvSpPr/>
          <p:nvPr/>
        </p:nvSpPr>
        <p:spPr>
          <a:xfrm>
            <a:off x="5181480" y="4141440"/>
            <a:ext cx="502200" cy="508320"/>
          </a:xfrm>
          <a:custGeom>
            <a:avLst/>
            <a:gdLst/>
            <a:ahLst/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8" name="CustomShape 42"/>
          <p:cNvSpPr/>
          <p:nvPr/>
        </p:nvSpPr>
        <p:spPr>
          <a:xfrm rot="2700000">
            <a:off x="7621920" y="6127560"/>
            <a:ext cx="189000" cy="757080"/>
          </a:xfrm>
          <a:custGeom>
            <a:avLst/>
            <a:gdLst/>
            <a:ah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9" name="CustomShape 43"/>
          <p:cNvSpPr/>
          <p:nvPr/>
        </p:nvSpPr>
        <p:spPr>
          <a:xfrm>
            <a:off x="5157000" y="5244120"/>
            <a:ext cx="484920" cy="5230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0" name="CustomShape 44"/>
          <p:cNvSpPr/>
          <p:nvPr/>
        </p:nvSpPr>
        <p:spPr>
          <a:xfrm flipH="1">
            <a:off x="10631520" y="3117960"/>
            <a:ext cx="480960" cy="429480"/>
          </a:xfrm>
          <a:custGeom>
            <a:avLst/>
            <a:gdLst/>
            <a:ahLst/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1" name="CustomShape 45"/>
          <p:cNvSpPr/>
          <p:nvPr/>
        </p:nvSpPr>
        <p:spPr>
          <a:xfrm rot="18805800">
            <a:off x="10656360" y="2067480"/>
            <a:ext cx="549720" cy="541080"/>
          </a:xfrm>
          <a:custGeom>
            <a:avLst/>
            <a:gdLst/>
            <a:ah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2" name="CustomShape 46"/>
          <p:cNvSpPr/>
          <p:nvPr/>
        </p:nvSpPr>
        <p:spPr>
          <a:xfrm>
            <a:off x="11425680" y="2070720"/>
            <a:ext cx="520200" cy="563400"/>
          </a:xfrm>
          <a:custGeom>
            <a:avLst/>
            <a:gdLst/>
            <a:ah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3" name="CustomShape 47"/>
          <p:cNvSpPr/>
          <p:nvPr/>
        </p:nvSpPr>
        <p:spPr>
          <a:xfrm>
            <a:off x="9927000" y="5207760"/>
            <a:ext cx="456120" cy="58680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4" name="CustomShape 48"/>
          <p:cNvSpPr/>
          <p:nvPr/>
        </p:nvSpPr>
        <p:spPr>
          <a:xfrm>
            <a:off x="9088560" y="5207760"/>
            <a:ext cx="456480" cy="58680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5" name="CustomShape 49"/>
          <p:cNvSpPr/>
          <p:nvPr/>
        </p:nvSpPr>
        <p:spPr>
          <a:xfrm>
            <a:off x="10762200" y="5207760"/>
            <a:ext cx="456840" cy="58680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6" name="CustomShape 50"/>
          <p:cNvSpPr/>
          <p:nvPr/>
        </p:nvSpPr>
        <p:spPr>
          <a:xfrm>
            <a:off x="11598840" y="5207760"/>
            <a:ext cx="456120" cy="58680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87" name="Picture 2042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sp>
        <p:nvSpPr>
          <p:cNvPr id="1988" name="CustomShape 51"/>
          <p:cNvSpPr/>
          <p:nvPr/>
        </p:nvSpPr>
        <p:spPr>
          <a:xfrm>
            <a:off x="7632360" y="1143000"/>
            <a:ext cx="465120" cy="435240"/>
          </a:xfrm>
          <a:custGeom>
            <a:avLst/>
            <a:gdLst/>
            <a:ah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B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0" name="CustomShape 2"/>
          <p:cNvSpPr/>
          <p:nvPr/>
        </p:nvSpPr>
        <p:spPr>
          <a:xfrm>
            <a:off x="994680" y="2355120"/>
            <a:ext cx="3124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1" name="CustomShape 3"/>
          <p:cNvSpPr/>
          <p:nvPr/>
        </p:nvSpPr>
        <p:spPr>
          <a:xfrm>
            <a:off x="994680" y="3039120"/>
            <a:ext cx="3124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2" name="CustomShape 4"/>
          <p:cNvSpPr/>
          <p:nvPr/>
        </p:nvSpPr>
        <p:spPr>
          <a:xfrm>
            <a:off x="993600" y="6482160"/>
            <a:ext cx="31233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3" name="CustomShape 5"/>
          <p:cNvSpPr/>
          <p:nvPr/>
        </p:nvSpPr>
        <p:spPr>
          <a:xfrm>
            <a:off x="993600" y="5139720"/>
            <a:ext cx="31233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94" name="CustomShape 6"/>
          <p:cNvSpPr/>
          <p:nvPr/>
        </p:nvSpPr>
        <p:spPr>
          <a:xfrm rot="10800000">
            <a:off x="8506440" y="5182200"/>
            <a:ext cx="215280" cy="727560"/>
          </a:xfrm>
          <a:custGeom>
            <a:avLst/>
            <a:gdLst/>
            <a:ah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5" name="CustomShape 7"/>
          <p:cNvSpPr/>
          <p:nvPr/>
        </p:nvSpPr>
        <p:spPr>
          <a:xfrm>
            <a:off x="9059040" y="5265360"/>
            <a:ext cx="519840" cy="560160"/>
          </a:xfrm>
          <a:custGeom>
            <a:avLst/>
            <a:gdLst/>
            <a:ah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6" name="CustomShape 8"/>
          <p:cNvSpPr/>
          <p:nvPr/>
        </p:nvSpPr>
        <p:spPr>
          <a:xfrm rot="16200000">
            <a:off x="5035320" y="4167360"/>
            <a:ext cx="470160" cy="519840"/>
          </a:xfrm>
          <a:custGeom>
            <a:avLst/>
            <a:gdLst/>
            <a:ah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7" name="CustomShape 9"/>
          <p:cNvSpPr/>
          <p:nvPr/>
        </p:nvSpPr>
        <p:spPr>
          <a:xfrm>
            <a:off x="10081800" y="4119120"/>
            <a:ext cx="476280" cy="615600"/>
          </a:xfrm>
          <a:custGeom>
            <a:avLst/>
            <a:gdLst/>
            <a:ah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8" name="CustomShape 10"/>
          <p:cNvSpPr/>
          <p:nvPr/>
        </p:nvSpPr>
        <p:spPr>
          <a:xfrm>
            <a:off x="10700280" y="5327280"/>
            <a:ext cx="501840" cy="436680"/>
          </a:xfrm>
          <a:custGeom>
            <a:avLst/>
            <a:gdLst/>
            <a:ah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9" name="CustomShape 11"/>
          <p:cNvSpPr/>
          <p:nvPr/>
        </p:nvSpPr>
        <p:spPr>
          <a:xfrm>
            <a:off x="10845000" y="4153680"/>
            <a:ext cx="505080" cy="54540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0" name="CustomShape 12"/>
          <p:cNvSpPr/>
          <p:nvPr/>
        </p:nvSpPr>
        <p:spPr>
          <a:xfrm>
            <a:off x="11577960" y="6287400"/>
            <a:ext cx="526320" cy="607320"/>
          </a:xfrm>
          <a:custGeom>
            <a:avLst/>
            <a:gdLst/>
            <a:ahLst/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1" name="CustomShape 13"/>
          <p:cNvSpPr/>
          <p:nvPr/>
        </p:nvSpPr>
        <p:spPr>
          <a:xfrm>
            <a:off x="11552400" y="3091320"/>
            <a:ext cx="576000" cy="455400"/>
          </a:xfrm>
          <a:custGeom>
            <a:avLst/>
            <a:gdLst/>
            <a:ah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2" name="CustomShape 14"/>
          <p:cNvSpPr/>
          <p:nvPr/>
        </p:nvSpPr>
        <p:spPr>
          <a:xfrm>
            <a:off x="10059840" y="6288480"/>
            <a:ext cx="554040" cy="604440"/>
          </a:xfrm>
          <a:custGeom>
            <a:avLst/>
            <a:gdLst/>
            <a:ah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3" name="CustomShape 15"/>
          <p:cNvSpPr/>
          <p:nvPr/>
        </p:nvSpPr>
        <p:spPr>
          <a:xfrm rot="9900000">
            <a:off x="10792440" y="1923840"/>
            <a:ext cx="570240" cy="518400"/>
          </a:xfrm>
          <a:custGeom>
            <a:avLst/>
            <a:gdLst/>
            <a:ah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4" name="CustomShape 16"/>
          <p:cNvSpPr/>
          <p:nvPr/>
        </p:nvSpPr>
        <p:spPr>
          <a:xfrm>
            <a:off x="4941000" y="5240520"/>
            <a:ext cx="564480" cy="61020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5" name="CustomShape 17"/>
          <p:cNvSpPr/>
          <p:nvPr/>
        </p:nvSpPr>
        <p:spPr>
          <a:xfrm>
            <a:off x="9384480" y="4152600"/>
            <a:ext cx="410400" cy="547200"/>
          </a:xfrm>
          <a:custGeom>
            <a:avLst/>
            <a:gdLst/>
            <a:ahLst/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6" name="CustomShape 18"/>
          <p:cNvSpPr/>
          <p:nvPr/>
        </p:nvSpPr>
        <p:spPr>
          <a:xfrm>
            <a:off x="5843880" y="5286240"/>
            <a:ext cx="575280" cy="51912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7" name="CustomShape 19"/>
          <p:cNvSpPr/>
          <p:nvPr/>
        </p:nvSpPr>
        <p:spPr>
          <a:xfrm>
            <a:off x="8941680" y="1932480"/>
            <a:ext cx="595440" cy="49212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8" name="CustomShape 20"/>
          <p:cNvSpPr/>
          <p:nvPr/>
        </p:nvSpPr>
        <p:spPr>
          <a:xfrm>
            <a:off x="9867240" y="1897200"/>
            <a:ext cx="604080" cy="563040"/>
          </a:xfrm>
          <a:custGeom>
            <a:avLst/>
            <a:gdLst/>
            <a:ah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9" name="CustomShape 21"/>
          <p:cNvSpPr/>
          <p:nvPr/>
        </p:nvSpPr>
        <p:spPr>
          <a:xfrm>
            <a:off x="11703240" y="1851120"/>
            <a:ext cx="277920" cy="655560"/>
          </a:xfrm>
          <a:custGeom>
            <a:avLst/>
            <a:gdLst/>
            <a:ah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0" name="CustomShape 22"/>
          <p:cNvSpPr/>
          <p:nvPr/>
        </p:nvSpPr>
        <p:spPr>
          <a:xfrm>
            <a:off x="6756120" y="5331240"/>
            <a:ext cx="604080" cy="428760"/>
          </a:xfrm>
          <a:custGeom>
            <a:avLst/>
            <a:gdLst/>
            <a:ah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1" name="CustomShape 23"/>
          <p:cNvSpPr/>
          <p:nvPr/>
        </p:nvSpPr>
        <p:spPr>
          <a:xfrm>
            <a:off x="5816160" y="4269240"/>
            <a:ext cx="604440" cy="31392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2" name="CustomShape 24"/>
          <p:cNvSpPr/>
          <p:nvPr/>
        </p:nvSpPr>
        <p:spPr>
          <a:xfrm>
            <a:off x="6708240" y="4269240"/>
            <a:ext cx="604440" cy="31392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3" name="CustomShape 25"/>
          <p:cNvSpPr/>
          <p:nvPr/>
        </p:nvSpPr>
        <p:spPr>
          <a:xfrm>
            <a:off x="7600680" y="4269240"/>
            <a:ext cx="604440" cy="31392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4" name="CustomShape 26"/>
          <p:cNvSpPr/>
          <p:nvPr/>
        </p:nvSpPr>
        <p:spPr>
          <a:xfrm>
            <a:off x="8492400" y="4269240"/>
            <a:ext cx="604440" cy="31392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5" name="CustomShape 27"/>
          <p:cNvSpPr/>
          <p:nvPr/>
        </p:nvSpPr>
        <p:spPr>
          <a:xfrm rot="8100000">
            <a:off x="11617200" y="4226040"/>
            <a:ext cx="427320" cy="42444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6" name="CustomShape 28"/>
          <p:cNvSpPr/>
          <p:nvPr/>
        </p:nvSpPr>
        <p:spPr>
          <a:xfrm>
            <a:off x="6442920" y="2989440"/>
            <a:ext cx="605520" cy="659520"/>
          </a:xfrm>
          <a:custGeom>
            <a:avLst/>
            <a:gdLst/>
            <a:ah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7" name="CustomShape 29"/>
          <p:cNvSpPr/>
          <p:nvPr/>
        </p:nvSpPr>
        <p:spPr>
          <a:xfrm>
            <a:off x="7385040" y="2989080"/>
            <a:ext cx="475920" cy="660600"/>
          </a:xfrm>
          <a:custGeom>
            <a:avLst/>
            <a:gdLst/>
            <a:ah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8" name="CustomShape 30"/>
          <p:cNvSpPr/>
          <p:nvPr/>
        </p:nvSpPr>
        <p:spPr>
          <a:xfrm>
            <a:off x="8078040" y="1890000"/>
            <a:ext cx="533160" cy="576720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9" name="CustomShape 31"/>
          <p:cNvSpPr/>
          <p:nvPr/>
        </p:nvSpPr>
        <p:spPr>
          <a:xfrm>
            <a:off x="10893960" y="6321960"/>
            <a:ext cx="403920" cy="538920"/>
          </a:xfrm>
          <a:custGeom>
            <a:avLst/>
            <a:gdLst/>
            <a:ah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0" name="CustomShape 32"/>
          <p:cNvSpPr/>
          <p:nvPr/>
        </p:nvSpPr>
        <p:spPr>
          <a:xfrm>
            <a:off x="4937040" y="6379920"/>
            <a:ext cx="666000" cy="422280"/>
          </a:xfrm>
          <a:custGeom>
            <a:avLst/>
            <a:gdLst/>
            <a:ah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1" name="CustomShape 33"/>
          <p:cNvSpPr/>
          <p:nvPr/>
        </p:nvSpPr>
        <p:spPr>
          <a:xfrm>
            <a:off x="9284040" y="6320880"/>
            <a:ext cx="495360" cy="539280"/>
          </a:xfrm>
          <a:custGeom>
            <a:avLst/>
            <a:gdLst/>
            <a:ah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2" name="CustomShape 34"/>
          <p:cNvSpPr/>
          <p:nvPr/>
        </p:nvSpPr>
        <p:spPr>
          <a:xfrm>
            <a:off x="6627960" y="6355080"/>
            <a:ext cx="679320" cy="472320"/>
          </a:xfrm>
          <a:custGeom>
            <a:avLst/>
            <a:gdLst/>
            <a:ah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3" name="CustomShape 35"/>
          <p:cNvSpPr/>
          <p:nvPr/>
        </p:nvSpPr>
        <p:spPr>
          <a:xfrm>
            <a:off x="7588080" y="6288120"/>
            <a:ext cx="569160" cy="606240"/>
          </a:xfrm>
          <a:custGeom>
            <a:avLst/>
            <a:gdLst/>
            <a:ah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4" name="CustomShape 36"/>
          <p:cNvSpPr/>
          <p:nvPr/>
        </p:nvSpPr>
        <p:spPr>
          <a:xfrm rot="18900000">
            <a:off x="5885280" y="6333120"/>
            <a:ext cx="484200" cy="489240"/>
          </a:xfrm>
          <a:custGeom>
            <a:avLst/>
            <a:gdLst/>
            <a:ah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5" name="CustomShape 37"/>
          <p:cNvSpPr/>
          <p:nvPr/>
        </p:nvSpPr>
        <p:spPr>
          <a:xfrm>
            <a:off x="8438400" y="6283440"/>
            <a:ext cx="564480" cy="614520"/>
          </a:xfrm>
          <a:custGeom>
            <a:avLst/>
            <a:gdLst/>
            <a:ah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6" name="CustomShape 38"/>
          <p:cNvSpPr/>
          <p:nvPr/>
        </p:nvSpPr>
        <p:spPr>
          <a:xfrm>
            <a:off x="5146920" y="1829160"/>
            <a:ext cx="245160" cy="700920"/>
          </a:xfrm>
          <a:custGeom>
            <a:avLst/>
            <a:gdLst/>
            <a:ahLst/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7" name="CustomShape 39"/>
          <p:cNvSpPr/>
          <p:nvPr/>
        </p:nvSpPr>
        <p:spPr>
          <a:xfrm rot="10800000">
            <a:off x="5724000" y="1827360"/>
            <a:ext cx="307800" cy="707040"/>
          </a:xfrm>
          <a:custGeom>
            <a:avLst/>
            <a:gdLst/>
            <a:ahLst/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8" name="CustomShape 40"/>
          <p:cNvSpPr/>
          <p:nvPr/>
        </p:nvSpPr>
        <p:spPr>
          <a:xfrm>
            <a:off x="6360840" y="1923120"/>
            <a:ext cx="497160" cy="553680"/>
          </a:xfrm>
          <a:custGeom>
            <a:avLst/>
            <a:gdLst/>
            <a:ah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9" name="CustomShape 41"/>
          <p:cNvSpPr/>
          <p:nvPr/>
        </p:nvSpPr>
        <p:spPr>
          <a:xfrm>
            <a:off x="7224840" y="1883160"/>
            <a:ext cx="521640" cy="576000"/>
          </a:xfrm>
          <a:custGeom>
            <a:avLst/>
            <a:gdLst/>
            <a:ah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0" name="CustomShape 42"/>
          <p:cNvSpPr/>
          <p:nvPr/>
        </p:nvSpPr>
        <p:spPr>
          <a:xfrm>
            <a:off x="8197920" y="3053160"/>
            <a:ext cx="498600" cy="532800"/>
          </a:xfrm>
          <a:custGeom>
            <a:avLst/>
            <a:gdLst/>
            <a:ah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1" name="CustomShape 43"/>
          <p:cNvSpPr/>
          <p:nvPr/>
        </p:nvSpPr>
        <p:spPr>
          <a:xfrm>
            <a:off x="5762160" y="3052080"/>
            <a:ext cx="343080" cy="534600"/>
          </a:xfrm>
          <a:custGeom>
            <a:avLst/>
            <a:gdLst/>
            <a:ah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2" name="CustomShape 44"/>
          <p:cNvSpPr/>
          <p:nvPr/>
        </p:nvSpPr>
        <p:spPr>
          <a:xfrm>
            <a:off x="9034560" y="3052080"/>
            <a:ext cx="446760" cy="534600"/>
          </a:xfrm>
          <a:custGeom>
            <a:avLst/>
            <a:gdLst/>
            <a:ah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3" name="CustomShape 45"/>
          <p:cNvSpPr/>
          <p:nvPr/>
        </p:nvSpPr>
        <p:spPr>
          <a:xfrm>
            <a:off x="10725120" y="3048120"/>
            <a:ext cx="491040" cy="542160"/>
          </a:xfrm>
          <a:custGeom>
            <a:avLst/>
            <a:gdLst/>
            <a:ah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4" name="CustomShape 46"/>
          <p:cNvSpPr/>
          <p:nvPr/>
        </p:nvSpPr>
        <p:spPr>
          <a:xfrm>
            <a:off x="11540520" y="5324760"/>
            <a:ext cx="603000" cy="441000"/>
          </a:xfrm>
          <a:custGeom>
            <a:avLst/>
            <a:gdLst/>
            <a:ah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5" name="CustomShape 47"/>
          <p:cNvSpPr/>
          <p:nvPr/>
        </p:nvSpPr>
        <p:spPr>
          <a:xfrm>
            <a:off x="5113800" y="2908800"/>
            <a:ext cx="309600" cy="820800"/>
          </a:xfrm>
          <a:custGeom>
            <a:avLst/>
            <a:gdLst/>
            <a:ah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6" name="CustomShape 48"/>
          <p:cNvSpPr/>
          <p:nvPr/>
        </p:nvSpPr>
        <p:spPr>
          <a:xfrm>
            <a:off x="9820440" y="3077280"/>
            <a:ext cx="568440" cy="485280"/>
          </a:xfrm>
          <a:custGeom>
            <a:avLst/>
            <a:gdLst/>
            <a:ah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7" name="CustomShape 49"/>
          <p:cNvSpPr/>
          <p:nvPr/>
        </p:nvSpPr>
        <p:spPr>
          <a:xfrm>
            <a:off x="7698960" y="5290920"/>
            <a:ext cx="466920" cy="509760"/>
          </a:xfrm>
          <a:custGeom>
            <a:avLst/>
            <a:gdLst/>
            <a:ah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8" name="CustomShape 50"/>
          <p:cNvSpPr/>
          <p:nvPr/>
        </p:nvSpPr>
        <p:spPr>
          <a:xfrm>
            <a:off x="9916560" y="5256000"/>
            <a:ext cx="444960" cy="578880"/>
          </a:xfrm>
          <a:custGeom>
            <a:avLst/>
            <a:gdLst/>
            <a:ah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39" name="Picture 2093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CustomShape 1"/>
          <p:cNvSpPr/>
          <p:nvPr/>
        </p:nvSpPr>
        <p:spPr>
          <a:xfrm>
            <a:off x="0" y="184320"/>
            <a:ext cx="1280088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C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41" name="CustomShape 2"/>
          <p:cNvSpPr/>
          <p:nvPr/>
        </p:nvSpPr>
        <p:spPr>
          <a:xfrm>
            <a:off x="5187240" y="2042640"/>
            <a:ext cx="502200" cy="543240"/>
          </a:xfrm>
          <a:custGeom>
            <a:avLst/>
            <a:gdLst/>
            <a:ahLst/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2" name="CustomShape 3"/>
          <p:cNvSpPr/>
          <p:nvPr/>
        </p:nvSpPr>
        <p:spPr>
          <a:xfrm>
            <a:off x="5994000" y="2088720"/>
            <a:ext cx="502200" cy="452160"/>
          </a:xfrm>
          <a:custGeom>
            <a:avLst/>
            <a:gdLst/>
            <a:ah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3" name="CustomShape 4"/>
          <p:cNvSpPr/>
          <p:nvPr/>
        </p:nvSpPr>
        <p:spPr>
          <a:xfrm>
            <a:off x="7627320" y="2073960"/>
            <a:ext cx="446760" cy="483120"/>
          </a:xfrm>
          <a:custGeom>
            <a:avLst/>
            <a:gdLst/>
            <a:ahLst/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4" name="CustomShape 5"/>
          <p:cNvSpPr/>
          <p:nvPr/>
        </p:nvSpPr>
        <p:spPr>
          <a:xfrm>
            <a:off x="6789960" y="2085120"/>
            <a:ext cx="502920" cy="458280"/>
          </a:xfrm>
          <a:custGeom>
            <a:avLst/>
            <a:gdLst/>
            <a:ah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5" name="CustomShape 6"/>
          <p:cNvSpPr/>
          <p:nvPr/>
        </p:nvSpPr>
        <p:spPr>
          <a:xfrm rot="18900000">
            <a:off x="8432280" y="3132000"/>
            <a:ext cx="506160" cy="430560"/>
          </a:xfrm>
          <a:custGeom>
            <a:avLst/>
            <a:gdLst/>
            <a:ah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6" name="CustomShape 7"/>
          <p:cNvSpPr/>
          <p:nvPr/>
        </p:nvSpPr>
        <p:spPr>
          <a:xfrm>
            <a:off x="9115560" y="2077920"/>
            <a:ext cx="588600" cy="473400"/>
          </a:xfrm>
          <a:custGeom>
            <a:avLst/>
            <a:gdLst/>
            <a:ah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7" name="CustomShape 8"/>
          <p:cNvSpPr/>
          <p:nvPr/>
        </p:nvSpPr>
        <p:spPr>
          <a:xfrm>
            <a:off x="10749240" y="2175840"/>
            <a:ext cx="502200" cy="277560"/>
          </a:xfrm>
          <a:custGeom>
            <a:avLst/>
            <a:gdLst/>
            <a:ah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8" name="CustomShape 9"/>
          <p:cNvSpPr/>
          <p:nvPr/>
        </p:nvSpPr>
        <p:spPr>
          <a:xfrm>
            <a:off x="8489880" y="2065320"/>
            <a:ext cx="369360" cy="498240"/>
          </a:xfrm>
          <a:custGeom>
            <a:avLst/>
            <a:gdLst/>
            <a:ah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9" name="CustomShape 10"/>
          <p:cNvSpPr/>
          <p:nvPr/>
        </p:nvSpPr>
        <p:spPr>
          <a:xfrm>
            <a:off x="9972000" y="2066040"/>
            <a:ext cx="461880" cy="496440"/>
          </a:xfrm>
          <a:custGeom>
            <a:avLst/>
            <a:gdLst/>
            <a:ah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0" name="CustomShape 11"/>
          <p:cNvSpPr/>
          <p:nvPr/>
        </p:nvSpPr>
        <p:spPr>
          <a:xfrm>
            <a:off x="11609280" y="2121480"/>
            <a:ext cx="269280" cy="388080"/>
          </a:xfrm>
          <a:custGeom>
            <a:avLst/>
            <a:gdLst/>
            <a:ahLst/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051" name="Group 12"/>
          <p:cNvGrpSpPr/>
          <p:nvPr/>
        </p:nvGrpSpPr>
        <p:grpSpPr>
          <a:xfrm>
            <a:off x="9239400" y="3089160"/>
            <a:ext cx="325800" cy="590400"/>
            <a:chOff x="9239400" y="3089160"/>
            <a:chExt cx="325800" cy="590400"/>
          </a:xfrm>
        </p:grpSpPr>
        <p:sp>
          <p:nvSpPr>
            <p:cNvPr id="2052" name="CustomShape 13"/>
            <p:cNvSpPr/>
            <p:nvPr/>
          </p:nvSpPr>
          <p:spPr>
            <a:xfrm>
              <a:off x="9322560" y="3089160"/>
              <a:ext cx="242640" cy="17460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3" name="CustomShape 14"/>
            <p:cNvSpPr/>
            <p:nvPr/>
          </p:nvSpPr>
          <p:spPr>
            <a:xfrm rot="21255600">
              <a:off x="9273240" y="3201480"/>
              <a:ext cx="242280" cy="17460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4" name="CustomShape 15"/>
            <p:cNvSpPr/>
            <p:nvPr/>
          </p:nvSpPr>
          <p:spPr>
            <a:xfrm rot="20640000">
              <a:off x="9258840" y="3331800"/>
              <a:ext cx="243000" cy="17568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5" name="CustomShape 16"/>
            <p:cNvSpPr/>
            <p:nvPr/>
          </p:nvSpPr>
          <p:spPr>
            <a:xfrm rot="19642200">
              <a:off x="9287640" y="3455640"/>
              <a:ext cx="248400" cy="17028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056" name="CustomShape 17"/>
          <p:cNvSpPr/>
          <p:nvPr/>
        </p:nvSpPr>
        <p:spPr>
          <a:xfrm>
            <a:off x="10121760" y="3088440"/>
            <a:ext cx="160920" cy="542880"/>
          </a:xfrm>
          <a:custGeom>
            <a:avLst/>
            <a:gdLst/>
            <a:ahLst/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7" name="CustomShape 18"/>
          <p:cNvSpPr/>
          <p:nvPr/>
        </p:nvSpPr>
        <p:spPr>
          <a:xfrm>
            <a:off x="6803640" y="3076200"/>
            <a:ext cx="477360" cy="568800"/>
          </a:xfrm>
          <a:custGeom>
            <a:avLst/>
            <a:gdLst/>
            <a:ah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8" name="CustomShape 19"/>
          <p:cNvSpPr/>
          <p:nvPr/>
        </p:nvSpPr>
        <p:spPr>
          <a:xfrm>
            <a:off x="7600680" y="3088440"/>
            <a:ext cx="500760" cy="542880"/>
          </a:xfrm>
          <a:custGeom>
            <a:avLst/>
            <a:gdLst/>
            <a:ah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059" name="Group 20"/>
          <p:cNvGrpSpPr/>
          <p:nvPr/>
        </p:nvGrpSpPr>
        <p:grpSpPr>
          <a:xfrm>
            <a:off x="6006240" y="3031920"/>
            <a:ext cx="515520" cy="613080"/>
            <a:chOff x="6006240" y="3031920"/>
            <a:chExt cx="515520" cy="613080"/>
          </a:xfrm>
        </p:grpSpPr>
        <p:sp>
          <p:nvSpPr>
            <p:cNvPr id="2060" name="CustomShape 21"/>
            <p:cNvSpPr/>
            <p:nvPr/>
          </p:nvSpPr>
          <p:spPr>
            <a:xfrm>
              <a:off x="6006240" y="3076200"/>
              <a:ext cx="477360" cy="568800"/>
            </a:xfrm>
            <a:custGeom>
              <a:avLst/>
              <a:gdLst/>
              <a:ahLst/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61" name="CustomShape 22"/>
            <p:cNvSpPr/>
            <p:nvPr/>
          </p:nvSpPr>
          <p:spPr>
            <a:xfrm rot="18100800">
              <a:off x="6180840" y="3052440"/>
              <a:ext cx="247320" cy="357120"/>
            </a:xfrm>
            <a:custGeom>
              <a:avLst/>
              <a:gdLst/>
              <a:ah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062" name="CustomShape 23"/>
          <p:cNvSpPr/>
          <p:nvPr/>
        </p:nvSpPr>
        <p:spPr>
          <a:xfrm>
            <a:off x="5224680" y="3107160"/>
            <a:ext cx="426600" cy="506160"/>
          </a:xfrm>
          <a:custGeom>
            <a:avLst/>
            <a:gdLst/>
            <a:ah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3" name="CustomShape 24"/>
          <p:cNvSpPr/>
          <p:nvPr/>
        </p:nvSpPr>
        <p:spPr>
          <a:xfrm>
            <a:off x="10740600" y="3088800"/>
            <a:ext cx="520920" cy="543240"/>
          </a:xfrm>
          <a:custGeom>
            <a:avLst/>
            <a:gdLst/>
            <a:ahLst/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4" name="CustomShape 25"/>
          <p:cNvSpPr/>
          <p:nvPr/>
        </p:nvSpPr>
        <p:spPr>
          <a:xfrm>
            <a:off x="5262120" y="4261320"/>
            <a:ext cx="353520" cy="542880"/>
          </a:xfrm>
          <a:custGeom>
            <a:avLst/>
            <a:gdLst/>
            <a:ah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5" name="CustomShape 26"/>
          <p:cNvSpPr/>
          <p:nvPr/>
        </p:nvSpPr>
        <p:spPr>
          <a:xfrm>
            <a:off x="11492280" y="3088440"/>
            <a:ext cx="502200" cy="5428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6" name="CustomShape 27"/>
          <p:cNvSpPr/>
          <p:nvPr/>
        </p:nvSpPr>
        <p:spPr>
          <a:xfrm>
            <a:off x="6022440" y="4261320"/>
            <a:ext cx="445320" cy="542880"/>
          </a:xfrm>
          <a:custGeom>
            <a:avLst/>
            <a:gdLst/>
            <a:ah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7" name="CustomShape 28"/>
          <p:cNvSpPr/>
          <p:nvPr/>
        </p:nvSpPr>
        <p:spPr>
          <a:xfrm>
            <a:off x="8435880" y="4278960"/>
            <a:ext cx="475920" cy="504360"/>
          </a:xfrm>
          <a:custGeom>
            <a:avLst/>
            <a:gdLst/>
            <a:ah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8" name="CustomShape 29"/>
          <p:cNvSpPr/>
          <p:nvPr/>
        </p:nvSpPr>
        <p:spPr>
          <a:xfrm>
            <a:off x="7614360" y="4318200"/>
            <a:ext cx="471960" cy="429840"/>
          </a:xfrm>
          <a:custGeom>
            <a:avLst/>
            <a:gdLst/>
            <a:ah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9" name="CustomShape 30"/>
          <p:cNvSpPr/>
          <p:nvPr/>
        </p:nvSpPr>
        <p:spPr>
          <a:xfrm>
            <a:off x="6805080" y="4280760"/>
            <a:ext cx="471960" cy="505080"/>
          </a:xfrm>
          <a:custGeom>
            <a:avLst/>
            <a:gdLst/>
            <a:ah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0" name="CustomShape 31"/>
          <p:cNvSpPr/>
          <p:nvPr/>
        </p:nvSpPr>
        <p:spPr>
          <a:xfrm rot="2941800">
            <a:off x="9171000" y="4276800"/>
            <a:ext cx="459720" cy="481680"/>
          </a:xfrm>
          <a:custGeom>
            <a:avLst/>
            <a:gdLst/>
            <a:ah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1" name="CustomShape 32"/>
          <p:cNvSpPr/>
          <p:nvPr/>
        </p:nvSpPr>
        <p:spPr>
          <a:xfrm flipH="1" rot="18924600">
            <a:off x="6945480" y="5335200"/>
            <a:ext cx="161280" cy="627480"/>
          </a:xfrm>
          <a:custGeom>
            <a:avLst/>
            <a:gdLst/>
            <a:ah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2" name="CustomShape 33"/>
          <p:cNvSpPr/>
          <p:nvPr/>
        </p:nvSpPr>
        <p:spPr>
          <a:xfrm>
            <a:off x="11584800" y="4261320"/>
            <a:ext cx="316440" cy="542880"/>
          </a:xfrm>
          <a:custGeom>
            <a:avLst/>
            <a:gdLst/>
            <a:ah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3" name="CustomShape 34"/>
          <p:cNvSpPr/>
          <p:nvPr/>
        </p:nvSpPr>
        <p:spPr>
          <a:xfrm>
            <a:off x="9951120" y="4261320"/>
            <a:ext cx="502200" cy="5428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4" name="CustomShape 35"/>
          <p:cNvSpPr/>
          <p:nvPr/>
        </p:nvSpPr>
        <p:spPr>
          <a:xfrm>
            <a:off x="10749600" y="4261320"/>
            <a:ext cx="502200" cy="542880"/>
          </a:xfrm>
          <a:custGeom>
            <a:avLst/>
            <a:gdLst/>
            <a:ah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5" name="CustomShape 36"/>
          <p:cNvSpPr/>
          <p:nvPr/>
        </p:nvSpPr>
        <p:spPr>
          <a:xfrm rot="10800000">
            <a:off x="6012360" y="5396040"/>
            <a:ext cx="464040" cy="543240"/>
          </a:xfrm>
          <a:custGeom>
            <a:avLst/>
            <a:gdLst/>
            <a:ah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6" name="CustomShape 37"/>
          <p:cNvSpPr/>
          <p:nvPr/>
        </p:nvSpPr>
        <p:spPr>
          <a:xfrm rot="10800000">
            <a:off x="9259920" y="5379480"/>
            <a:ext cx="303120" cy="534240"/>
          </a:xfrm>
          <a:custGeom>
            <a:avLst/>
            <a:gdLst/>
            <a:ah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7" name="CustomShape 38"/>
          <p:cNvSpPr/>
          <p:nvPr/>
        </p:nvSpPr>
        <p:spPr>
          <a:xfrm>
            <a:off x="7610400" y="5521320"/>
            <a:ext cx="480600" cy="289800"/>
          </a:xfrm>
          <a:custGeom>
            <a:avLst/>
            <a:gdLst/>
            <a:ah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8" name="CustomShape 39"/>
          <p:cNvSpPr/>
          <p:nvPr/>
        </p:nvSpPr>
        <p:spPr>
          <a:xfrm>
            <a:off x="11496240" y="5420880"/>
            <a:ext cx="495720" cy="536760"/>
          </a:xfrm>
          <a:custGeom>
            <a:avLst/>
            <a:gdLst/>
            <a:ah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9" name="CustomShape 40"/>
          <p:cNvSpPr/>
          <p:nvPr/>
        </p:nvSpPr>
        <p:spPr>
          <a:xfrm flipH="1" rot="16200000">
            <a:off x="9934920" y="6392520"/>
            <a:ext cx="554760" cy="484200"/>
          </a:xfrm>
          <a:custGeom>
            <a:avLst/>
            <a:gdLst/>
            <a:ah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0" name="CustomShape 41"/>
          <p:cNvSpPr/>
          <p:nvPr/>
        </p:nvSpPr>
        <p:spPr>
          <a:xfrm>
            <a:off x="8483400" y="5460840"/>
            <a:ext cx="383760" cy="414000"/>
          </a:xfrm>
          <a:custGeom>
            <a:avLst/>
            <a:gdLst/>
            <a:ah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1" name="CustomShape 42"/>
          <p:cNvSpPr/>
          <p:nvPr/>
        </p:nvSpPr>
        <p:spPr>
          <a:xfrm>
            <a:off x="9951480" y="5528160"/>
            <a:ext cx="502920" cy="275760"/>
          </a:xfrm>
          <a:custGeom>
            <a:avLst/>
            <a:gdLst/>
            <a:ah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2" name="CustomShape 43"/>
          <p:cNvSpPr/>
          <p:nvPr/>
        </p:nvSpPr>
        <p:spPr>
          <a:xfrm rot="2160000">
            <a:off x="10747080" y="5391360"/>
            <a:ext cx="479160" cy="527760"/>
          </a:xfrm>
          <a:custGeom>
            <a:avLst/>
            <a:gdLst/>
            <a:ah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3" name="CustomShape 44"/>
          <p:cNvSpPr/>
          <p:nvPr/>
        </p:nvSpPr>
        <p:spPr>
          <a:xfrm>
            <a:off x="5232600" y="5394600"/>
            <a:ext cx="415080" cy="543240"/>
          </a:xfrm>
          <a:custGeom>
            <a:avLst/>
            <a:gdLst/>
            <a:ah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4" name="CustomShape 45"/>
          <p:cNvSpPr/>
          <p:nvPr/>
        </p:nvSpPr>
        <p:spPr>
          <a:xfrm>
            <a:off x="5998320" y="6380280"/>
            <a:ext cx="492480" cy="532800"/>
          </a:xfrm>
          <a:custGeom>
            <a:avLst/>
            <a:gdLst/>
            <a:ahLst/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5" name="CustomShape 46"/>
          <p:cNvSpPr/>
          <p:nvPr/>
        </p:nvSpPr>
        <p:spPr>
          <a:xfrm>
            <a:off x="5192280" y="6380280"/>
            <a:ext cx="492480" cy="532800"/>
          </a:xfrm>
          <a:custGeom>
            <a:avLst/>
            <a:gdLst/>
            <a:ahLst/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6" name="CustomShape 47"/>
          <p:cNvSpPr/>
          <p:nvPr/>
        </p:nvSpPr>
        <p:spPr>
          <a:xfrm>
            <a:off x="7603200" y="6380280"/>
            <a:ext cx="492480" cy="532800"/>
          </a:xfrm>
          <a:custGeom>
            <a:avLst/>
            <a:gdLst/>
            <a:ahLst/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7" name="CustomShape 48"/>
          <p:cNvSpPr/>
          <p:nvPr/>
        </p:nvSpPr>
        <p:spPr>
          <a:xfrm>
            <a:off x="6796080" y="6380280"/>
            <a:ext cx="492480" cy="532800"/>
          </a:xfrm>
          <a:custGeom>
            <a:avLst/>
            <a:gdLst/>
            <a:ah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8" name="CustomShape 49"/>
          <p:cNvSpPr/>
          <p:nvPr/>
        </p:nvSpPr>
        <p:spPr>
          <a:xfrm>
            <a:off x="8428320" y="6369480"/>
            <a:ext cx="494280" cy="543240"/>
          </a:xfrm>
          <a:custGeom>
            <a:avLst/>
            <a:gdLst/>
            <a:ah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9" name="CustomShape 50"/>
          <p:cNvSpPr/>
          <p:nvPr/>
        </p:nvSpPr>
        <p:spPr>
          <a:xfrm>
            <a:off x="9178200" y="6406560"/>
            <a:ext cx="464400" cy="505440"/>
          </a:xfrm>
          <a:custGeom>
            <a:avLst/>
            <a:gdLst/>
            <a:ahLst/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0" name="CustomShape 51"/>
          <p:cNvSpPr/>
          <p:nvPr/>
        </p:nvSpPr>
        <p:spPr>
          <a:xfrm>
            <a:off x="11521440" y="6369480"/>
            <a:ext cx="517320" cy="542880"/>
          </a:xfrm>
          <a:custGeom>
            <a:avLst/>
            <a:gdLst/>
            <a:ah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1" name="CustomShape 52"/>
          <p:cNvSpPr/>
          <p:nvPr/>
        </p:nvSpPr>
        <p:spPr>
          <a:xfrm>
            <a:off x="10827720" y="6370200"/>
            <a:ext cx="403920" cy="550800"/>
          </a:xfrm>
          <a:custGeom>
            <a:avLst/>
            <a:gdLst/>
            <a:ah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2" name="CustomShape 53"/>
          <p:cNvSpPr/>
          <p:nvPr/>
        </p:nvSpPr>
        <p:spPr>
          <a:xfrm>
            <a:off x="994680" y="2355120"/>
            <a:ext cx="3124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93" name="CustomShape 54"/>
          <p:cNvSpPr/>
          <p:nvPr/>
        </p:nvSpPr>
        <p:spPr>
          <a:xfrm>
            <a:off x="994680" y="3039120"/>
            <a:ext cx="312444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94" name="CustomShape 55"/>
          <p:cNvSpPr/>
          <p:nvPr/>
        </p:nvSpPr>
        <p:spPr>
          <a:xfrm>
            <a:off x="993600" y="6482160"/>
            <a:ext cx="31233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95" name="CustomShape 56"/>
          <p:cNvSpPr/>
          <p:nvPr/>
        </p:nvSpPr>
        <p:spPr>
          <a:xfrm>
            <a:off x="993600" y="5139720"/>
            <a:ext cx="31233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96" name="Picture 2150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280" cy="690480"/>
          </a:xfrm>
          <a:prstGeom prst="rect">
            <a:avLst/>
          </a:prstGeom>
          <a:ln w="0">
            <a:noFill/>
          </a:ln>
        </p:spPr>
      </p:pic>
      <p:sp>
        <p:nvSpPr>
          <p:cNvPr id="2097" name="CustomShape 57"/>
          <p:cNvSpPr/>
          <p:nvPr/>
        </p:nvSpPr>
        <p:spPr>
          <a:xfrm>
            <a:off x="4644000" y="1447920"/>
            <a:ext cx="622440" cy="340920"/>
          </a:xfrm>
          <a:custGeom>
            <a:avLst/>
            <a:gdLst/>
            <a:ah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2692</TotalTime>
  <Application>LibreOffice/7.0.4.2$Windows_X86_64 LibreOffice_project/dcf040e67528d9187c66b2379df5ea4407429775</Application>
  <AppVersion>15.0000</AppVersion>
  <Words>2303</Words>
  <Paragraphs>330</Paragraphs>
  <Company>Microsoft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  <dc:description/>
  <dc:language>en-US</dc:language>
  <cp:lastModifiedBy/>
  <dcterms:modified xsi:type="dcterms:W3CDTF">2021-03-12T12:49:55Z</dcterms:modified>
  <cp:revision>139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Custom</vt:lpwstr>
  </property>
  <property fmtid="{D5CDD505-2E9C-101B-9397-08002B2CF9AE}" pid="4" name="Slides">
    <vt:i4>36</vt:i4>
  </property>
</Properties>
</file>