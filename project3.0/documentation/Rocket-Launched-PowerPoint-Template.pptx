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19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0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_rels/slideLayout35.xml.rels" ContentType="application/vnd.openxmlformats-package.relationships+xml"/>
  <Override PartName="/ppt/slideLayouts/_rels/slideLayout119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37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38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39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118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08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09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128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129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52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148.xml.rels" ContentType="application/vnd.openxmlformats-package.relationships+xml"/>
  <Override PartName="/ppt/slideLayouts/_rels/slideLayout60.xml.rels" ContentType="application/vnd.openxmlformats-package.relationships+xml"/>
  <Override PartName="/ppt/slideLayouts/_rels/slideLayout149.xml.rels" ContentType="application/vnd.openxmlformats-package.relationships+xml"/>
  <Override PartName="/ppt/slideLayouts/_rels/slideLayout61.xml.rels" ContentType="application/vnd.openxmlformats-package.relationships+xml"/>
  <Override PartName="/ppt/slideLayouts/_rels/slideLayout200.xml.rels" ContentType="application/vnd.openxmlformats-package.relationships+xml"/>
  <Override PartName="/ppt/slideLayouts/_rels/slideLayout62.xml.rels" ContentType="application/vnd.openxmlformats-package.relationships+xml"/>
  <Override PartName="/ppt/slideLayouts/_rels/slideLayout201.xml.rels" ContentType="application/vnd.openxmlformats-package.relationships+xml"/>
  <Override PartName="/ppt/slideLayouts/_rels/slideLayout63.xml.rels" ContentType="application/vnd.openxmlformats-package.relationships+xml"/>
  <Override PartName="/ppt/slideLayouts/_rels/slideLayout202.xml.rels" ContentType="application/vnd.openxmlformats-package.relationships+xml"/>
  <Override PartName="/ppt/slideLayouts/_rels/slideLayout64.xml.rels" ContentType="application/vnd.openxmlformats-package.relationships+xml"/>
  <Override PartName="/ppt/slideLayouts/_rels/slideLayout203.xml.rels" ContentType="application/vnd.openxmlformats-package.relationships+xml"/>
  <Override PartName="/ppt/slideLayouts/_rels/slideLayout65.xml.rels" ContentType="application/vnd.openxmlformats-package.relationships+xml"/>
  <Override PartName="/ppt/slideLayouts/_rels/slideLayout204.xml.rels" ContentType="application/vnd.openxmlformats-package.relationships+xml"/>
  <Override PartName="/ppt/slideLayouts/_rels/slideLayout66.xml.rels" ContentType="application/vnd.openxmlformats-package.relationships+xml"/>
  <Override PartName="/ppt/slideLayouts/_rels/slideLayout205.xml.rels" ContentType="application/vnd.openxmlformats-package.relationships+xml"/>
  <Override PartName="/ppt/slideLayouts/_rels/slideLayout67.xml.rels" ContentType="application/vnd.openxmlformats-package.relationships+xml"/>
  <Override PartName="/ppt/slideLayouts/_rels/slideLayout206.xml.rels" ContentType="application/vnd.openxmlformats-package.relationships+xml"/>
  <Override PartName="/ppt/slideLayouts/_rels/slideLayout68.xml.rels" ContentType="application/vnd.openxmlformats-package.relationships+xml"/>
  <Override PartName="/ppt/slideLayouts/_rels/slideLayout207.xml.rels" ContentType="application/vnd.openxmlformats-package.relationships+xml"/>
  <Override PartName="/ppt/slideLayouts/_rels/slideLayout69.xml.rels" ContentType="application/vnd.openxmlformats-package.relationships+xml"/>
  <Override PartName="/ppt/slideLayouts/_rels/slideLayout208.xml.rels" ContentType="application/vnd.openxmlformats-package.relationships+xml"/>
  <Override PartName="/ppt/slideLayouts/_rels/slideLayout158.xml.rels" ContentType="application/vnd.openxmlformats-package.relationships+xml"/>
  <Override PartName="/ppt/slideLayouts/_rels/slideLayout70.xml.rels" ContentType="application/vnd.openxmlformats-package.relationships+xml"/>
  <Override PartName="/ppt/slideLayouts/_rels/slideLayout159.xml.rels" ContentType="application/vnd.openxmlformats-package.relationships+xml"/>
  <Override PartName="/ppt/slideLayouts/_rels/slideLayout71.xml.rels" ContentType="application/vnd.openxmlformats-package.relationships+xml"/>
  <Override PartName="/ppt/slideLayouts/_rels/slideLayout210.xml.rels" ContentType="application/vnd.openxmlformats-package.relationships+xml"/>
  <Override PartName="/ppt/slideLayouts/_rels/slideLayout72.xml.rels" ContentType="application/vnd.openxmlformats-package.relationships+xml"/>
  <Override PartName="/ppt/slideLayouts/_rels/slideLayout211.xml.rels" ContentType="application/vnd.openxmlformats-package.relationships+xml"/>
  <Override PartName="/ppt/slideLayouts/_rels/slideLayout73.xml.rels" ContentType="application/vnd.openxmlformats-package.relationships+xml"/>
  <Override PartName="/ppt/slideLayouts/_rels/slideLayout212.xml.rels" ContentType="application/vnd.openxmlformats-package.relationships+xml"/>
  <Override PartName="/ppt/slideLayouts/_rels/slideLayout74.xml.rels" ContentType="application/vnd.openxmlformats-package.relationships+xml"/>
  <Override PartName="/ppt/slideLayouts/_rels/slideLayout213.xml.rels" ContentType="application/vnd.openxmlformats-package.relationships+xml"/>
  <Override PartName="/ppt/slideLayouts/_rels/slideLayout75.xml.rels" ContentType="application/vnd.openxmlformats-package.relationships+xml"/>
  <Override PartName="/ppt/slideLayouts/_rels/slideLayout214.xml.rels" ContentType="application/vnd.openxmlformats-package.relationships+xml"/>
  <Override PartName="/ppt/slideLayouts/_rels/slideLayout76.xml.rels" ContentType="application/vnd.openxmlformats-package.relationships+xml"/>
  <Override PartName="/ppt/slideLayouts/_rels/slideLayout215.xml.rels" ContentType="application/vnd.openxmlformats-package.relationships+xml"/>
  <Override PartName="/ppt/slideLayouts/_rels/slideLayout77.xml.rels" ContentType="application/vnd.openxmlformats-package.relationships+xml"/>
  <Override PartName="/ppt/slideLayouts/_rels/slideLayout216.xml.rels" ContentType="application/vnd.openxmlformats-package.relationships+xml"/>
  <Override PartName="/ppt/slideLayouts/_rels/slideLayout78.xml.rels" ContentType="application/vnd.openxmlformats-package.relationships+xml"/>
  <Override PartName="/ppt/slideLayouts/_rels/slideLayout217.xml.rels" ContentType="application/vnd.openxmlformats-package.relationships+xml"/>
  <Override PartName="/ppt/slideLayouts/_rels/slideLayout79.xml.rels" ContentType="application/vnd.openxmlformats-package.relationships+xml"/>
  <Override PartName="/ppt/slideLayouts/_rels/slideLayout218.xml.rels" ContentType="application/vnd.openxmlformats-package.relationships+xml"/>
  <Override PartName="/ppt/slideLayouts/_rels/slideLayout168.xml.rels" ContentType="application/vnd.openxmlformats-package.relationships+xml"/>
  <Override PartName="/ppt/slideLayouts/_rels/slideLayout80.xml.rels" ContentType="application/vnd.openxmlformats-package.relationships+xml"/>
  <Override PartName="/ppt/slideLayouts/_rels/slideLayout169.xml.rels" ContentType="application/vnd.openxmlformats-package.relationships+xml"/>
  <Override PartName="/ppt/slideLayouts/_rels/slideLayout81.xml.rels" ContentType="application/vnd.openxmlformats-package.relationships+xml"/>
  <Override PartName="/ppt/slideLayouts/_rels/slideLayout220.xml.rels" ContentType="application/vnd.openxmlformats-package.relationships+xml"/>
  <Override PartName="/ppt/slideLayouts/_rels/slideLayout82.xml.rels" ContentType="application/vnd.openxmlformats-package.relationships+xml"/>
  <Override PartName="/ppt/slideLayouts/_rels/slideLayout221.xml.rels" ContentType="application/vnd.openxmlformats-package.relationships+xml"/>
  <Override PartName="/ppt/slideLayouts/_rels/slideLayout83.xml.rels" ContentType="application/vnd.openxmlformats-package.relationships+xml"/>
  <Override PartName="/ppt/slideLayouts/_rels/slideLayout222.xml.rels" ContentType="application/vnd.openxmlformats-package.relationships+xml"/>
  <Override PartName="/ppt/slideLayouts/_rels/slideLayout84.xml.rels" ContentType="application/vnd.openxmlformats-package.relationships+xml"/>
  <Override PartName="/ppt/slideLayouts/_rels/slideLayout223.xml.rels" ContentType="application/vnd.openxmlformats-package.relationships+xml"/>
  <Override PartName="/ppt/slideLayouts/_rels/slideLayout85.xml.rels" ContentType="application/vnd.openxmlformats-package.relationships+xml"/>
  <Override PartName="/ppt/slideLayouts/_rels/slideLayout224.xml.rels" ContentType="application/vnd.openxmlformats-package.relationships+xml"/>
  <Override PartName="/ppt/slideLayouts/_rels/slideLayout86.xml.rels" ContentType="application/vnd.openxmlformats-package.relationships+xml"/>
  <Override PartName="/ppt/slideLayouts/_rels/slideLayout225.xml.rels" ContentType="application/vnd.openxmlformats-package.relationships+xml"/>
  <Override PartName="/ppt/slideLayouts/_rels/slideLayout87.xml.rels" ContentType="application/vnd.openxmlformats-package.relationships+xml"/>
  <Override PartName="/ppt/slideLayouts/_rels/slideLayout226.xml.rels" ContentType="application/vnd.openxmlformats-package.relationships+xml"/>
  <Override PartName="/ppt/slideLayouts/_rels/slideLayout88.xml.rels" ContentType="application/vnd.openxmlformats-package.relationships+xml"/>
  <Override PartName="/ppt/slideLayouts/_rels/slideLayout227.xml.rels" ContentType="application/vnd.openxmlformats-package.relationships+xml"/>
  <Override PartName="/ppt/slideLayouts/_rels/slideLayout89.xml.rels" ContentType="application/vnd.openxmlformats-package.relationships+xml"/>
  <Override PartName="/ppt/slideLayouts/_rels/slideLayout228.xml.rels" ContentType="application/vnd.openxmlformats-package.relationships+xml"/>
  <Override PartName="/ppt/slideLayouts/_rels/slideLayout178.xml.rels" ContentType="application/vnd.openxmlformats-package.relationships+xml"/>
  <Override PartName="/ppt/slideLayouts/_rels/slideLayout90.xml.rels" ContentType="application/vnd.openxmlformats-package.relationships+xml"/>
  <Override PartName="/ppt/slideLayouts/_rels/slideLayout179.xml.rels" ContentType="application/vnd.openxmlformats-package.relationships+xml"/>
  <Override PartName="/ppt/slideLayouts/_rels/slideLayout91.xml.rels" ContentType="application/vnd.openxmlformats-package.relationships+xml"/>
  <Override PartName="/ppt/slideLayouts/_rels/slideLayout92.xml.rels" ContentType="application/vnd.openxmlformats-package.relationships+xml"/>
  <Override PartName="/ppt/slideLayouts/_rels/slideLayout93.xml.rels" ContentType="application/vnd.openxmlformats-package.relationships+xml"/>
  <Override PartName="/ppt/slideLayouts/_rels/slideLayout94.xml.rels" ContentType="application/vnd.openxmlformats-package.relationships+xml"/>
  <Override PartName="/ppt/slideLayouts/_rels/slideLayout95.xml.rels" ContentType="application/vnd.openxmlformats-package.relationships+xml"/>
  <Override PartName="/ppt/slideLayouts/_rels/slideLayout96.xml.rels" ContentType="application/vnd.openxmlformats-package.relationships+xml"/>
  <Override PartName="/ppt/slideLayouts/_rels/slideLayout97.xml.rels" ContentType="application/vnd.openxmlformats-package.relationships+xml"/>
  <Override PartName="/ppt/slideLayouts/_rels/slideLayout98.xml.rels" ContentType="application/vnd.openxmlformats-package.relationships+xml"/>
  <Override PartName="/ppt/slideLayouts/_rels/slideLayout99.xml.rels" ContentType="application/vnd.openxmlformats-package.relationships+xml"/>
  <Override PartName="/ppt/slideLayouts/_rels/slideLayout100.xml.rels" ContentType="application/vnd.openxmlformats-package.relationships+xml"/>
  <Override PartName="/ppt/slideLayouts/_rels/slideLayout101.xml.rels" ContentType="application/vnd.openxmlformats-package.relationships+xml"/>
  <Override PartName="/ppt/slideLayouts/_rels/slideLayout102.xml.rels" ContentType="application/vnd.openxmlformats-package.relationships+xml"/>
  <Override PartName="/ppt/slideLayouts/_rels/slideLayout103.xml.rels" ContentType="application/vnd.openxmlformats-package.relationships+xml"/>
  <Override PartName="/ppt/slideLayouts/_rels/slideLayout104.xml.rels" ContentType="application/vnd.openxmlformats-package.relationships+xml"/>
  <Override PartName="/ppt/slideLayouts/_rels/slideLayout105.xml.rels" ContentType="application/vnd.openxmlformats-package.relationships+xml"/>
  <Override PartName="/ppt/slideLayouts/_rels/slideLayout106.xml.rels" ContentType="application/vnd.openxmlformats-package.relationships+xml"/>
  <Override PartName="/ppt/slideLayouts/_rels/slideLayout107.xml.rels" ContentType="application/vnd.openxmlformats-package.relationships+xml"/>
  <Override PartName="/ppt/slideLayouts/_rels/slideLayout110.xml.rels" ContentType="application/vnd.openxmlformats-package.relationships+xml"/>
  <Override PartName="/ppt/slideLayouts/_rels/slideLayout111.xml.rels" ContentType="application/vnd.openxmlformats-package.relationships+xml"/>
  <Override PartName="/ppt/slideLayouts/_rels/slideLayout112.xml.rels" ContentType="application/vnd.openxmlformats-package.relationships+xml"/>
  <Override PartName="/ppt/slideLayouts/_rels/slideLayout113.xml.rels" ContentType="application/vnd.openxmlformats-package.relationships+xml"/>
  <Override PartName="/ppt/slideLayouts/_rels/slideLayout114.xml.rels" ContentType="application/vnd.openxmlformats-package.relationships+xml"/>
  <Override PartName="/ppt/slideLayouts/_rels/slideLayout115.xml.rels" ContentType="application/vnd.openxmlformats-package.relationships+xml"/>
  <Override PartName="/ppt/slideLayouts/_rels/slideLayout116.xml.rels" ContentType="application/vnd.openxmlformats-package.relationships+xml"/>
  <Override PartName="/ppt/slideLayouts/_rels/slideLayout117.xml.rels" ContentType="application/vnd.openxmlformats-package.relationships+xml"/>
  <Override PartName="/ppt/slideLayouts/_rels/slideLayout120.xml.rels" ContentType="application/vnd.openxmlformats-package.relationships+xml"/>
  <Override PartName="/ppt/slideLayouts/_rels/slideLayout121.xml.rels" ContentType="application/vnd.openxmlformats-package.relationships+xml"/>
  <Override PartName="/ppt/slideLayouts/_rels/slideLayout122.xml.rels" ContentType="application/vnd.openxmlformats-package.relationships+xml"/>
  <Override PartName="/ppt/slideLayouts/_rels/slideLayout123.xml.rels" ContentType="application/vnd.openxmlformats-package.relationships+xml"/>
  <Override PartName="/ppt/slideLayouts/_rels/slideLayout124.xml.rels" ContentType="application/vnd.openxmlformats-package.relationships+xml"/>
  <Override PartName="/ppt/slideLayouts/_rels/slideLayout125.xml.rels" ContentType="application/vnd.openxmlformats-package.relationships+xml"/>
  <Override PartName="/ppt/slideLayouts/_rels/slideLayout126.xml.rels" ContentType="application/vnd.openxmlformats-package.relationships+xml"/>
  <Override PartName="/ppt/slideLayouts/_rels/slideLayout127.xml.rels" ContentType="application/vnd.openxmlformats-package.relationships+xml"/>
  <Override PartName="/ppt/slideLayouts/_rels/slideLayout130.xml.rels" ContentType="application/vnd.openxmlformats-package.relationships+xml"/>
  <Override PartName="/ppt/slideLayouts/_rels/slideLayout131.xml.rels" ContentType="application/vnd.openxmlformats-package.relationships+xml"/>
  <Override PartName="/ppt/slideLayouts/_rels/slideLayout132.xml.rels" ContentType="application/vnd.openxmlformats-package.relationships+xml"/>
  <Override PartName="/ppt/slideLayouts/_rels/slideLayout133.xml.rels" ContentType="application/vnd.openxmlformats-package.relationships+xml"/>
  <Override PartName="/ppt/slideLayouts/_rels/slideLayout134.xml.rels" ContentType="application/vnd.openxmlformats-package.relationships+xml"/>
  <Override PartName="/ppt/slideLayouts/_rels/slideLayout135.xml.rels" ContentType="application/vnd.openxmlformats-package.relationships+xml"/>
  <Override PartName="/ppt/slideLayouts/_rels/slideLayout136.xml.rels" ContentType="application/vnd.openxmlformats-package.relationships+xml"/>
  <Override PartName="/ppt/slideLayouts/_rels/slideLayout140.xml.rels" ContentType="application/vnd.openxmlformats-package.relationships+xml"/>
  <Override PartName="/ppt/slideLayouts/_rels/slideLayout141.xml.rels" ContentType="application/vnd.openxmlformats-package.relationships+xml"/>
  <Override PartName="/ppt/slideLayouts/_rels/slideLayout142.xml.rels" ContentType="application/vnd.openxmlformats-package.relationships+xml"/>
  <Override PartName="/ppt/slideLayouts/_rels/slideLayout143.xml.rels" ContentType="application/vnd.openxmlformats-package.relationships+xml"/>
  <Override PartName="/ppt/slideLayouts/_rels/slideLayout144.xml.rels" ContentType="application/vnd.openxmlformats-package.relationships+xml"/>
  <Override PartName="/ppt/slideLayouts/_rels/slideLayout145.xml.rels" ContentType="application/vnd.openxmlformats-package.relationships+xml"/>
  <Override PartName="/ppt/slideLayouts/_rels/slideLayout146.xml.rels" ContentType="application/vnd.openxmlformats-package.relationships+xml"/>
  <Override PartName="/ppt/slideLayouts/_rels/slideLayout147.xml.rels" ContentType="application/vnd.openxmlformats-package.relationships+xml"/>
  <Override PartName="/ppt/slideLayouts/_rels/slideLayout150.xml.rels" ContentType="application/vnd.openxmlformats-package.relationships+xml"/>
  <Override PartName="/ppt/slideLayouts/_rels/slideLayout151.xml.rels" ContentType="application/vnd.openxmlformats-package.relationships+xml"/>
  <Override PartName="/ppt/slideLayouts/_rels/slideLayout152.xml.rels" ContentType="application/vnd.openxmlformats-package.relationships+xml"/>
  <Override PartName="/ppt/slideLayouts/_rels/slideLayout153.xml.rels" ContentType="application/vnd.openxmlformats-package.relationships+xml"/>
  <Override PartName="/ppt/slideLayouts/_rels/slideLayout154.xml.rels" ContentType="application/vnd.openxmlformats-package.relationships+xml"/>
  <Override PartName="/ppt/slideLayouts/_rels/slideLayout155.xml.rels" ContentType="application/vnd.openxmlformats-package.relationships+xml"/>
  <Override PartName="/ppt/slideLayouts/_rels/slideLayout156.xml.rels" ContentType="application/vnd.openxmlformats-package.relationships+xml"/>
  <Override PartName="/ppt/slideLayouts/_rels/slideLayout157.xml.rels" ContentType="application/vnd.openxmlformats-package.relationships+xml"/>
  <Override PartName="/ppt/slideLayouts/_rels/slideLayout160.xml.rels" ContentType="application/vnd.openxmlformats-package.relationships+xml"/>
  <Override PartName="/ppt/slideLayouts/_rels/slideLayout161.xml.rels" ContentType="application/vnd.openxmlformats-package.relationships+xml"/>
  <Override PartName="/ppt/slideLayouts/_rels/slideLayout162.xml.rels" ContentType="application/vnd.openxmlformats-package.relationships+xml"/>
  <Override PartName="/ppt/slideLayouts/_rels/slideLayout163.xml.rels" ContentType="application/vnd.openxmlformats-package.relationships+xml"/>
  <Override PartName="/ppt/slideLayouts/_rels/slideLayout164.xml.rels" ContentType="application/vnd.openxmlformats-package.relationships+xml"/>
  <Override PartName="/ppt/slideLayouts/_rels/slideLayout165.xml.rels" ContentType="application/vnd.openxmlformats-package.relationships+xml"/>
  <Override PartName="/ppt/slideLayouts/_rels/slideLayout166.xml.rels" ContentType="application/vnd.openxmlformats-package.relationships+xml"/>
  <Override PartName="/ppt/slideLayouts/_rels/slideLayout167.xml.rels" ContentType="application/vnd.openxmlformats-package.relationships+xml"/>
  <Override PartName="/ppt/slideLayouts/_rels/slideLayout170.xml.rels" ContentType="application/vnd.openxmlformats-package.relationships+xml"/>
  <Override PartName="/ppt/slideLayouts/_rels/slideLayout171.xml.rels" ContentType="application/vnd.openxmlformats-package.relationships+xml"/>
  <Override PartName="/ppt/slideLayouts/_rels/slideLayout172.xml.rels" ContentType="application/vnd.openxmlformats-package.relationships+xml"/>
  <Override PartName="/ppt/slideLayouts/_rels/slideLayout173.xml.rels" ContentType="application/vnd.openxmlformats-package.relationships+xml"/>
  <Override PartName="/ppt/slideLayouts/_rels/slideLayout174.xml.rels" ContentType="application/vnd.openxmlformats-package.relationships+xml"/>
  <Override PartName="/ppt/slideLayouts/_rels/slideLayout175.xml.rels" ContentType="application/vnd.openxmlformats-package.relationships+xml"/>
  <Override PartName="/ppt/slideLayouts/_rels/slideLayout176.xml.rels" ContentType="application/vnd.openxmlformats-package.relationships+xml"/>
  <Override PartName="/ppt/slideLayouts/_rels/slideLayout177.xml.rels" ContentType="application/vnd.openxmlformats-package.relationships+xml"/>
  <Override PartName="/ppt/slideLayouts/_rels/slideLayout180.xml.rels" ContentType="application/vnd.openxmlformats-package.relationships+xml"/>
  <Override PartName="/ppt/slideLayouts/_rels/slideLayout181.xml.rels" ContentType="application/vnd.openxmlformats-package.relationships+xml"/>
  <Override PartName="/ppt/slideLayouts/_rels/slideLayout182.xml.rels" ContentType="application/vnd.openxmlformats-package.relationships+xml"/>
  <Override PartName="/ppt/slideLayouts/_rels/slideLayout183.xml.rels" ContentType="application/vnd.openxmlformats-package.relationships+xml"/>
  <Override PartName="/ppt/slideLayouts/_rels/slideLayout184.xml.rels" ContentType="application/vnd.openxmlformats-package.relationships+xml"/>
  <Override PartName="/ppt/slideLayouts/_rels/slideLayout185.xml.rels" ContentType="application/vnd.openxmlformats-package.relationships+xml"/>
  <Override PartName="/ppt/slideLayouts/_rels/slideLayout186.xml.rels" ContentType="application/vnd.openxmlformats-package.relationships+xml"/>
  <Override PartName="/ppt/slideLayouts/_rels/slideLayout187.xml.rels" ContentType="application/vnd.openxmlformats-package.relationships+xml"/>
  <Override PartName="/ppt/slideLayouts/_rels/slideLayout188.xml.rels" ContentType="application/vnd.openxmlformats-package.relationships+xml"/>
  <Override PartName="/ppt/slideLayouts/_rels/slideLayout189.xml.rels" ContentType="application/vnd.openxmlformats-package.relationships+xml"/>
  <Override PartName="/ppt/slideLayouts/_rels/slideLayout190.xml.rels" ContentType="application/vnd.openxmlformats-package.relationships+xml"/>
  <Override PartName="/ppt/slideLayouts/_rels/slideLayout191.xml.rels" ContentType="application/vnd.openxmlformats-package.relationships+xml"/>
  <Override PartName="/ppt/slideLayouts/_rels/slideLayout192.xml.rels" ContentType="application/vnd.openxmlformats-package.relationships+xml"/>
  <Override PartName="/ppt/slideLayouts/_rels/slideLayout193.xml.rels" ContentType="application/vnd.openxmlformats-package.relationships+xml"/>
  <Override PartName="/ppt/slideLayouts/_rels/slideLayout194.xml.rels" ContentType="application/vnd.openxmlformats-package.relationships+xml"/>
  <Override PartName="/ppt/slideLayouts/_rels/slideLayout195.xml.rels" ContentType="application/vnd.openxmlformats-package.relationships+xml"/>
  <Override PartName="/ppt/slideLayouts/_rels/slideLayout196.xml.rels" ContentType="application/vnd.openxmlformats-package.relationships+xml"/>
  <Override PartName="/ppt/slideLayouts/_rels/slideLayout197.xml.rels" ContentType="application/vnd.openxmlformats-package.relationships+xml"/>
  <Override PartName="/ppt/slideLayouts/_rels/slideLayout198.xml.rels" ContentType="application/vnd.openxmlformats-package.relationships+xml"/>
  <Override PartName="/ppt/slideLayouts/_rels/slideLayout199.xml.rels" ContentType="application/vnd.openxmlformats-package.relationships+xml"/>
  <Override PartName="/ppt/slideLayouts/_rels/slideLayout209.xml.rels" ContentType="application/vnd.openxmlformats-package.relationships+xml"/>
  <Override PartName="/ppt/slideLayouts/_rels/slideLayout219.xml.rels" ContentType="application/vnd.openxmlformats-package.relationships+xml"/>
  <Override PartName="/ppt/slideLayouts/slideLayout61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jpeg" ContentType="image/jpeg"/>
  <Override PartName="/ppt/media/image5.png" ContentType="image/png"/>
  <Override PartName="/ppt/media/image4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media/image10.png" ContentType="image/png"/>
  <Override PartName="/ppt/media/image11.png" ContentType="image/png"/>
  <Override PartName="/ppt/media/image12.png" ContentType="image/png"/>
  <Override PartName="/ppt/media/image13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19.png" ContentType="image/png"/>
  <Override PartName="/ppt/media/image20.png" ContentType="image/png"/>
  <Override PartName="/ppt/media/image21.png" ContentType="image/png"/>
  <Override PartName="/ppt/media/image22.png" ContentType="image/png"/>
  <Override PartName="/ppt/media/image23.png" ContentType="image/png"/>
  <Override PartName="/ppt/media/image24.png" ContentType="image/png"/>
  <Override PartName="/ppt/media/image25.png" ContentType="image/png"/>
  <Override PartName="/ppt/media/image26.png" ContentType="image/png"/>
  <Override PartName="/ppt/media/image27.png" ContentType="image/png"/>
  <Override PartName="/ppt/media/image28.png" ContentType="image/png"/>
  <Override PartName="/ppt/media/image29.png" ContentType="image/png"/>
  <Override PartName="/ppt/media/image30.png" ContentType="image/png"/>
  <Override PartName="/ppt/media/image31.png" ContentType="image/png"/>
  <Override PartName="/ppt/media/image32.png" ContentType="image/png"/>
  <Override PartName="/ppt/media/image33.png" ContentType="image/png"/>
  <Override PartName="/ppt/media/image34.png" ContentType="image/png"/>
  <Override PartName="/ppt/media/image35.png" ContentType="image/png"/>
  <Override PartName="/ppt/media/image36.png" ContentType="image/png"/>
  <Override PartName="/ppt/media/image37.png" ContentType="image/png"/>
  <Override PartName="/ppt/media/image38.png" ContentType="image/png"/>
  <Override PartName="/ppt/media/image39.png" ContentType="image/png"/>
  <Override PartName="/ppt/media/image40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7.xml" ContentType="application/vnd.openxmlformats-officedocument.presentationml.slide+xml"/>
  <Override PartName="/ppt/slides/slide24.xml" ContentType="application/vnd.openxmlformats-officedocument.presentationml.slide+xml"/>
  <Override PartName="/ppt/slides/slide8.xml" ContentType="application/vnd.openxmlformats-officedocument.presentationml.slide+xml"/>
  <Override PartName="/ppt/slides/slide25.xml" ContentType="application/vnd.openxmlformats-officedocument.presentationml.slide+xml"/>
  <Override PartName="/ppt/slides/slide9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_rels/slide35.xml.rels" ContentType="application/vnd.openxmlformats-package.relationships+xml"/>
  <Override PartName="/ppt/slides/_rels/slide1.xml.rels" ContentType="application/vnd.openxmlformats-package.relationships+xml"/>
  <Override PartName="/ppt/slides/_rels/slide22.xml.rels" ContentType="application/vnd.openxmlformats-package.relationships+xml"/>
  <Override PartName="/ppt/slides/_rels/slide36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25.xml.rels" ContentType="application/vnd.openxmlformats-package.relationships+xml"/>
  <Override PartName="/ppt/slides/_rels/slide8.xml.rels" ContentType="application/vnd.openxmlformats-package.relationships+xml"/>
  <Override PartName="/ppt/slides/_rels/slide26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slides/_rels/slide27.xml.rels" ContentType="application/vnd.openxmlformats-package.relationships+xml"/>
  <Override PartName="/ppt/slides/_rels/slide28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slides/_rels/slide31.xml.rels" ContentType="application/vnd.openxmlformats-package.relationships+xml"/>
  <Override PartName="/ppt/slides/_rels/slide32.xml.rels" ContentType="application/vnd.openxmlformats-package.relationships+xml"/>
  <Override PartName="/ppt/slides/_rels/slide33.xml.rels" ContentType="application/vnd.openxmlformats-package.relationships+xml"/>
  <Override PartName="/ppt/slides/_rels/slide34.xml.rels" ContentType="application/vnd.openxmlformats-package.relationships+xml"/>
  <Override PartName="/ppt/notesSlides/_rels/notesSlide10.xml.rels" ContentType="application/vnd.openxmlformats-package.relationships+xml"/>
  <Override PartName="/ppt/notesSlides/notesSlide10.xml" ContentType="application/vnd.openxmlformats-officedocument.presentationml.notesSlide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  <p:sldMasterId id="2147483700" r:id="rId6"/>
    <p:sldMasterId id="2147483713" r:id="rId7"/>
    <p:sldMasterId id="2147483726" r:id="rId8"/>
    <p:sldMasterId id="2147483739" r:id="rId9"/>
    <p:sldMasterId id="2147483752" r:id="rId10"/>
    <p:sldMasterId id="2147483765" r:id="rId11"/>
    <p:sldMasterId id="2147483778" r:id="rId12"/>
    <p:sldMasterId id="2147483791" r:id="rId13"/>
    <p:sldMasterId id="2147483804" r:id="rId14"/>
    <p:sldMasterId id="2147483817" r:id="rId15"/>
    <p:sldMasterId id="2147483830" r:id="rId16"/>
    <p:sldMasterId id="2147483843" r:id="rId17"/>
    <p:sldMasterId id="2147483856" r:id="rId18"/>
    <p:sldMasterId id="2147483869" r:id="rId19"/>
    <p:sldMasterId id="2147483882" r:id="rId20"/>
  </p:sldMasterIdLst>
  <p:notesMasterIdLst>
    <p:notesMasterId r:id="rId21"/>
  </p:notesMasterIdLst>
  <p:sldIdLst>
    <p:sldId id="256" r:id="rId22"/>
    <p:sldId id="257" r:id="rId23"/>
    <p:sldId id="258" r:id="rId24"/>
    <p:sldId id="259" r:id="rId25"/>
    <p:sldId id="260" r:id="rId26"/>
    <p:sldId id="261" r:id="rId27"/>
    <p:sldId id="262" r:id="rId28"/>
    <p:sldId id="263" r:id="rId29"/>
    <p:sldId id="264" r:id="rId30"/>
    <p:sldId id="265" r:id="rId31"/>
    <p:sldId id="266" r:id="rId32"/>
    <p:sldId id="267" r:id="rId33"/>
    <p:sldId id="268" r:id="rId34"/>
    <p:sldId id="269" r:id="rId35"/>
    <p:sldId id="270" r:id="rId36"/>
    <p:sldId id="271" r:id="rId37"/>
    <p:sldId id="272" r:id="rId38"/>
    <p:sldId id="273" r:id="rId39"/>
    <p:sldId id="274" r:id="rId40"/>
    <p:sldId id="275" r:id="rId41"/>
    <p:sldId id="276" r:id="rId42"/>
    <p:sldId id="277" r:id="rId43"/>
    <p:sldId id="278" r:id="rId44"/>
    <p:sldId id="279" r:id="rId45"/>
    <p:sldId id="280" r:id="rId46"/>
    <p:sldId id="281" r:id="rId47"/>
    <p:sldId id="282" r:id="rId48"/>
    <p:sldId id="283" r:id="rId49"/>
    <p:sldId id="284" r:id="rId50"/>
    <p:sldId id="285" r:id="rId51"/>
    <p:sldId id="286" r:id="rId52"/>
    <p:sldId id="287" r:id="rId53"/>
    <p:sldId id="288" r:id="rId54"/>
    <p:sldId id="289" r:id="rId55"/>
    <p:sldId id="290" r:id="rId56"/>
    <p:sldId id="291" r:id="rId57"/>
  </p:sldIdLst>
  <p:sldSz cx="12801600" cy="7772400"/>
  <p:notesSz cx="6858000" cy="91440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notesMaster" Target="notesMasters/notesMaster1.xml"/><Relationship Id="rId22" Type="http://schemas.openxmlformats.org/officeDocument/2006/relationships/slide" Target="slides/slide1.xml"/><Relationship Id="rId23" Type="http://schemas.openxmlformats.org/officeDocument/2006/relationships/slide" Target="slides/slide2.xml"/><Relationship Id="rId24" Type="http://schemas.openxmlformats.org/officeDocument/2006/relationships/slide" Target="slides/slide3.xml"/><Relationship Id="rId25" Type="http://schemas.openxmlformats.org/officeDocument/2006/relationships/slide" Target="slides/slide4.xml"/><Relationship Id="rId26" Type="http://schemas.openxmlformats.org/officeDocument/2006/relationships/slide" Target="slides/slide5.xml"/><Relationship Id="rId27" Type="http://schemas.openxmlformats.org/officeDocument/2006/relationships/slide" Target="slides/slide6.xml"/><Relationship Id="rId28" Type="http://schemas.openxmlformats.org/officeDocument/2006/relationships/slide" Target="slides/slide7.xml"/><Relationship Id="rId29" Type="http://schemas.openxmlformats.org/officeDocument/2006/relationships/slide" Target="slides/slide8.xml"/><Relationship Id="rId30" Type="http://schemas.openxmlformats.org/officeDocument/2006/relationships/slide" Target="slides/slide9.xml"/><Relationship Id="rId31" Type="http://schemas.openxmlformats.org/officeDocument/2006/relationships/slide" Target="slides/slide10.xml"/><Relationship Id="rId32" Type="http://schemas.openxmlformats.org/officeDocument/2006/relationships/slide" Target="slides/slide11.xml"/><Relationship Id="rId33" Type="http://schemas.openxmlformats.org/officeDocument/2006/relationships/slide" Target="slides/slide12.xml"/><Relationship Id="rId34" Type="http://schemas.openxmlformats.org/officeDocument/2006/relationships/slide" Target="slides/slide13.xml"/><Relationship Id="rId35" Type="http://schemas.openxmlformats.org/officeDocument/2006/relationships/slide" Target="slides/slide14.xml"/><Relationship Id="rId36" Type="http://schemas.openxmlformats.org/officeDocument/2006/relationships/slide" Target="slides/slide15.xml"/><Relationship Id="rId37" Type="http://schemas.openxmlformats.org/officeDocument/2006/relationships/slide" Target="slides/slide16.xml"/><Relationship Id="rId38" Type="http://schemas.openxmlformats.org/officeDocument/2006/relationships/slide" Target="slides/slide17.xml"/><Relationship Id="rId39" Type="http://schemas.openxmlformats.org/officeDocument/2006/relationships/slide" Target="slides/slide18.xml"/><Relationship Id="rId40" Type="http://schemas.openxmlformats.org/officeDocument/2006/relationships/slide" Target="slides/slide19.xml"/><Relationship Id="rId41" Type="http://schemas.openxmlformats.org/officeDocument/2006/relationships/slide" Target="slides/slide20.xml"/><Relationship Id="rId42" Type="http://schemas.openxmlformats.org/officeDocument/2006/relationships/slide" Target="slides/slide21.xml"/><Relationship Id="rId43" Type="http://schemas.openxmlformats.org/officeDocument/2006/relationships/slide" Target="slides/slide22.xml"/><Relationship Id="rId44" Type="http://schemas.openxmlformats.org/officeDocument/2006/relationships/slide" Target="slides/slide23.xml"/><Relationship Id="rId45" Type="http://schemas.openxmlformats.org/officeDocument/2006/relationships/slide" Target="slides/slide24.xml"/><Relationship Id="rId46" Type="http://schemas.openxmlformats.org/officeDocument/2006/relationships/slide" Target="slides/slide25.xml"/><Relationship Id="rId47" Type="http://schemas.openxmlformats.org/officeDocument/2006/relationships/slide" Target="slides/slide26.xml"/><Relationship Id="rId48" Type="http://schemas.openxmlformats.org/officeDocument/2006/relationships/slide" Target="slides/slide27.xml"/><Relationship Id="rId49" Type="http://schemas.openxmlformats.org/officeDocument/2006/relationships/slide" Target="slides/slide28.xml"/><Relationship Id="rId50" Type="http://schemas.openxmlformats.org/officeDocument/2006/relationships/slide" Target="slides/slide29.xml"/><Relationship Id="rId51" Type="http://schemas.openxmlformats.org/officeDocument/2006/relationships/slide" Target="slides/slide30.xml"/><Relationship Id="rId52" Type="http://schemas.openxmlformats.org/officeDocument/2006/relationships/slide" Target="slides/slide31.xml"/><Relationship Id="rId53" Type="http://schemas.openxmlformats.org/officeDocument/2006/relationships/slide" Target="slides/slide32.xml"/><Relationship Id="rId54" Type="http://schemas.openxmlformats.org/officeDocument/2006/relationships/slide" Target="slides/slide33.xml"/><Relationship Id="rId55" Type="http://schemas.openxmlformats.org/officeDocument/2006/relationships/slide" Target="slides/slide34.xml"/><Relationship Id="rId56" Type="http://schemas.openxmlformats.org/officeDocument/2006/relationships/slide" Target="slides/slide35.xml"/><Relationship Id="rId57" Type="http://schemas.openxmlformats.org/officeDocument/2006/relationships/slide" Target="slides/slide36.xml"/>
</Relationships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areaChart>
        <c:grouping val="standard"/>
        <c:ser>
          <c:idx val="0"/>
          <c:order val="0"/>
          <c:tx>
            <c:strRef>
              <c:f>label 0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ffce29"/>
            </a:solidFill>
            <a:ln w="0">
              <a:noFill/>
            </a:ln>
          </c:spPr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  <a:ea typeface="Arial Unicode M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5"/>
                <c:pt idx="0">
                  <c:v>Text</c:v>
                </c:pt>
                <c:pt idx="1">
                  <c:v>Text</c:v>
                </c:pt>
                <c:pt idx="2">
                  <c:v>Text</c:v>
                </c:pt>
                <c:pt idx="3">
                  <c:v>Text</c:v>
                </c:pt>
                <c:pt idx="4">
                  <c:v>Text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5"/>
                <c:pt idx="0">
                  <c:v>5</c:v>
                </c:pt>
                <c:pt idx="1">
                  <c:v>10</c:v>
                </c:pt>
                <c:pt idx="2">
                  <c:v>20</c:v>
                </c:pt>
                <c:pt idx="3">
                  <c:v>25</c:v>
                </c:pt>
                <c:pt idx="4">
                  <c:v>20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bfbfbf"/>
            </a:solidFill>
            <a:ln w="0">
              <a:noFill/>
            </a:ln>
          </c:spPr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  <a:ea typeface="Arial Unicode M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5"/>
                <c:pt idx="0">
                  <c:v>Text</c:v>
                </c:pt>
                <c:pt idx="1">
                  <c:v>Text</c:v>
                </c:pt>
                <c:pt idx="2">
                  <c:v>Text</c:v>
                </c:pt>
                <c:pt idx="3">
                  <c:v>Text</c:v>
                </c:pt>
                <c:pt idx="4">
                  <c:v>Text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5"/>
                <c:pt idx="0">
                  <c:v>30</c:v>
                </c:pt>
                <c:pt idx="1">
                  <c:v>35</c:v>
                </c:pt>
                <c:pt idx="2">
                  <c:v>50</c:v>
                </c:pt>
                <c:pt idx="3">
                  <c:v>60</c:v>
                </c:pt>
                <c:pt idx="4">
                  <c:v>70</c:v>
                </c:pt>
              </c:numCache>
            </c:numRef>
          </c:val>
        </c:ser>
        <c:ser>
          <c:idx val="2"/>
          <c:order val="2"/>
          <c:tx>
            <c:strRef>
              <c:f>label 2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rgbClr val="808080"/>
            </a:solidFill>
            <a:ln w="25560">
              <a:noFill/>
            </a:ln>
          </c:spPr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  <a:ea typeface="Arial Unicode M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5"/>
                <c:pt idx="0">
                  <c:v>Text</c:v>
                </c:pt>
                <c:pt idx="1">
                  <c:v>Text</c:v>
                </c:pt>
                <c:pt idx="2">
                  <c:v>Text</c:v>
                </c:pt>
                <c:pt idx="3">
                  <c:v>Text</c:v>
                </c:pt>
                <c:pt idx="4">
                  <c:v>Text</c:v>
                </c:pt>
              </c:strCache>
            </c:strRef>
          </c:cat>
          <c:val>
            <c:numRef>
              <c:f>2</c:f>
              <c:numCache>
                <c:formatCode>General</c:formatCode>
                <c:ptCount val="5"/>
                <c:pt idx="0">
                  <c:v>30</c:v>
                </c:pt>
                <c:pt idx="1">
                  <c:v>25</c:v>
                </c:pt>
                <c:pt idx="2">
                  <c:v>35</c:v>
                </c:pt>
                <c:pt idx="3">
                  <c:v>40</c:v>
                </c:pt>
                <c:pt idx="4">
                  <c:v>50</c:v>
                </c:pt>
              </c:numCache>
            </c:numRef>
          </c:val>
        </c:ser>
        <c:ser>
          <c:idx val="3"/>
          <c:order val="3"/>
          <c:tx>
            <c:strRef>
              <c:f>label 3</c:f>
              <c:strCache>
                <c:ptCount val="1"/>
                <c:pt idx="0">
                  <c:v>Series 4</c:v>
                </c:pt>
              </c:strCache>
            </c:strRef>
          </c:tx>
          <c:spPr>
            <a:solidFill>
              <a:srgbClr val="595959"/>
            </a:solidFill>
            <a:ln w="25560">
              <a:noFill/>
            </a:ln>
          </c:spPr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  <a:ea typeface="Arial Unicode M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5"/>
                <c:pt idx="0">
                  <c:v>Text</c:v>
                </c:pt>
                <c:pt idx="1">
                  <c:v>Text</c:v>
                </c:pt>
                <c:pt idx="2">
                  <c:v>Text</c:v>
                </c:pt>
                <c:pt idx="3">
                  <c:v>Text</c:v>
                </c:pt>
                <c:pt idx="4">
                  <c:v>Text</c:v>
                </c:pt>
              </c:strCache>
            </c:strRef>
          </c:cat>
          <c:val>
            <c:numRef>
              <c:f>3</c:f>
              <c:numCache>
                <c:formatCode>General</c:formatCode>
                <c:ptCount val="5"/>
                <c:pt idx="0">
                  <c:v>10</c:v>
                </c:pt>
                <c:pt idx="1">
                  <c:v>15</c:v>
                </c:pt>
                <c:pt idx="2">
                  <c:v>25</c:v>
                </c:pt>
                <c:pt idx="3">
                  <c:v>30</c:v>
                </c:pt>
                <c:pt idx="4">
                  <c:v>35</c:v>
                </c:pt>
              </c:numCache>
            </c:numRef>
          </c:val>
        </c:ser>
        <c:axId val="12045525"/>
        <c:axId val="19191169"/>
      </c:areaChart>
      <c:catAx>
        <c:axId val="12045525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9360">
            <a:solidFill>
              <a:srgbClr val="404040"/>
            </a:solidFill>
            <a:round/>
          </a:ln>
        </c:spPr>
        <c:txPr>
          <a:bodyPr/>
          <a:lstStyle/>
          <a:p>
            <a:pPr>
              <a:defRPr b="0" sz="1197" spc="-1" strike="noStrike">
                <a:solidFill>
                  <a:srgbClr val="404040"/>
                </a:solidFill>
                <a:latin typeface="Arial"/>
                <a:ea typeface="Arial Unicode MS"/>
              </a:defRPr>
            </a:pPr>
          </a:p>
        </c:txPr>
        <c:crossAx val="19191169"/>
        <c:crosses val="autoZero"/>
        <c:auto val="1"/>
        <c:lblAlgn val="ctr"/>
        <c:lblOffset val="100"/>
        <c:noMultiLvlLbl val="0"/>
      </c:catAx>
      <c:valAx>
        <c:axId val="19191169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 w="9360">
            <a:solidFill>
              <a:srgbClr val="404040"/>
            </a:solidFill>
            <a:round/>
          </a:ln>
        </c:spPr>
        <c:txPr>
          <a:bodyPr/>
          <a:lstStyle/>
          <a:p>
            <a:pPr>
              <a:defRPr b="0" sz="1197" spc="-1" strike="noStrike">
                <a:solidFill>
                  <a:srgbClr val="404040"/>
                </a:solidFill>
                <a:latin typeface="Arial"/>
                <a:ea typeface="Arial Unicode MS"/>
              </a:defRPr>
            </a:pPr>
          </a:p>
        </c:txPr>
        <c:crossAx val="12045525"/>
        <c:crosses val="autoZero"/>
        <c:crossBetween val="midCat"/>
      </c:valAx>
      <c:spPr>
        <a:noFill/>
        <a:ln w="25560">
          <a:noFill/>
        </a:ln>
      </c:spPr>
    </c:plotArea>
    <c:plotVisOnly val="1"/>
    <c:dispBlanksAs val="zero"/>
  </c:chart>
  <c:spPr>
    <a:noFill/>
    <a:ln w="9360">
      <a:noFill/>
    </a:ln>
  </c:spPr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>
        <c:manualLayout>
          <c:layoutTarget val="inner"/>
          <c:xMode val="edge"/>
          <c:yMode val="edge"/>
          <c:x val="0.0433782451528097"/>
          <c:y val="0"/>
          <c:w val="0.90108445612882"/>
          <c:h val="0.997454545454545"/>
        </c:manualLayout>
      </c:layout>
      <c:doughnut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ffce29"/>
            </a:solidFill>
            <a:ln w="0">
              <a:noFill/>
            </a:ln>
          </c:spPr>
          <c:explosion val="0"/>
          <c:dPt>
            <c:idx val="0"/>
            <c:spPr>
              <a:solidFill>
                <a:srgbClr val="404040"/>
              </a:solidFill>
              <a:ln w="0">
                <a:noFill/>
              </a:ln>
            </c:spPr>
          </c:dPt>
          <c:dPt>
            <c:idx val="1"/>
            <c:spPr>
              <a:solidFill>
                <a:srgbClr val="d9d9d9"/>
              </a:solidFill>
              <a:ln w="0">
                <a:noFill/>
              </a:ln>
            </c:spPr>
          </c:dPt>
          <c:dLbls>
            <c:dLbl>
              <c:idx val="0"/>
              <c:txPr>
                <a:bodyPr wrap="none"/>
                <a:lstStyle/>
                <a:p>
                  <a:pPr>
                    <a:defRPr b="0" sz="1800" spc="-1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1"/>
              <c:txPr>
                <a:bodyPr wrap="none"/>
                <a:lstStyle/>
                <a:p>
                  <a:pPr>
                    <a:defRPr b="0" sz="1800" spc="-1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txPr>
              <a:bodyPr wrap="none"/>
              <a:lstStyle/>
              <a:p>
                <a:pPr>
                  <a:defRPr b="0" sz="1800" spc="-1" strike="noStrike">
                    <a:solidFill>
                      <a:srgbClr val="000000"/>
                    </a:solidFill>
                    <a:latin typeface="Arial"/>
                    <a:ea typeface="Arial Unicode M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; </c:separator>
            <c:showLeaderLines val="0"/>
          </c:dLbls>
          <c:cat>
            <c:strRef>
              <c:f>categories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2"/>
                <c:pt idx="0">
                  <c:v>55</c:v>
                </c:pt>
                <c:pt idx="1">
                  <c:v>45</c:v>
                </c:pt>
              </c:numCache>
            </c:numRef>
          </c:val>
        </c:ser>
        <c:firstSliceAng val="0"/>
        <c:holeSize val="50"/>
      </c:doughnutChart>
      <c:spPr>
        <a:solidFill>
          <a:srgbClr val="ffffff"/>
        </a:solidFill>
        <a:ln w="0">
          <a:noFill/>
        </a:ln>
      </c:spPr>
    </c:plotArea>
    <c:plotVisOnly val="1"/>
    <c:dispBlanksAs val="gap"/>
  </c:chart>
  <c:spPr>
    <a:noFill/>
    <a:ln w="9360">
      <a:solidFill>
        <a:srgbClr val="d9d9d9"/>
      </a:solidFill>
      <a:round/>
    </a:ln>
  </c:spPr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>
        <c:manualLayout>
          <c:layoutTarget val="inner"/>
          <c:xMode val="edge"/>
          <c:yMode val="edge"/>
          <c:x val="0.0433782451528097"/>
          <c:y val="0"/>
          <c:w val="0.90108445612882"/>
          <c:h val="0.997454545454545"/>
        </c:manualLayout>
      </c:layout>
      <c:doughnut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ffce29"/>
            </a:solidFill>
            <a:ln w="0">
              <a:noFill/>
            </a:ln>
          </c:spPr>
          <c:explosion val="0"/>
          <c:dPt>
            <c:idx val="0"/>
            <c:spPr>
              <a:solidFill>
                <a:srgbClr val="404040"/>
              </a:solidFill>
              <a:ln w="0">
                <a:noFill/>
              </a:ln>
            </c:spPr>
          </c:dPt>
          <c:dPt>
            <c:idx val="1"/>
            <c:spPr>
              <a:solidFill>
                <a:srgbClr val="d9d9d9"/>
              </a:solidFill>
              <a:ln w="0">
                <a:noFill/>
              </a:ln>
            </c:spPr>
          </c:dPt>
          <c:dLbls>
            <c:dLbl>
              <c:idx val="0"/>
              <c:txPr>
                <a:bodyPr wrap="none"/>
                <a:lstStyle/>
                <a:p>
                  <a:pPr>
                    <a:defRPr b="0" sz="1800" spc="-1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1"/>
              <c:txPr>
                <a:bodyPr wrap="none"/>
                <a:lstStyle/>
                <a:p>
                  <a:pPr>
                    <a:defRPr b="0" sz="1800" spc="-1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txPr>
              <a:bodyPr wrap="none"/>
              <a:lstStyle/>
              <a:p>
                <a:pPr>
                  <a:defRPr b="0" sz="1800" spc="-1" strike="noStrike">
                    <a:solidFill>
                      <a:srgbClr val="000000"/>
                    </a:solidFill>
                    <a:latin typeface="Arial"/>
                    <a:ea typeface="Arial Unicode M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; </c:separator>
            <c:showLeaderLines val="0"/>
          </c:dLbls>
          <c:cat>
            <c:strRef>
              <c:f>categories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2"/>
                <c:pt idx="0">
                  <c:v>60</c:v>
                </c:pt>
                <c:pt idx="1">
                  <c:v>40</c:v>
                </c:pt>
              </c:numCache>
            </c:numRef>
          </c:val>
        </c:ser>
        <c:firstSliceAng val="0"/>
        <c:holeSize val="50"/>
      </c:doughnutChart>
      <c:spPr>
        <a:solidFill>
          <a:srgbClr val="ffffff"/>
        </a:solidFill>
        <a:ln w="0">
          <a:noFill/>
        </a:ln>
      </c:spPr>
    </c:plotArea>
    <c:plotVisOnly val="1"/>
    <c:dispBlanksAs val="gap"/>
  </c:chart>
  <c:spPr>
    <a:noFill/>
    <a:ln w="9360">
      <a:solidFill>
        <a:srgbClr val="d9d9d9"/>
      </a:solidFill>
      <a:round/>
    </a:ln>
  </c:spPr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>
        <c:manualLayout>
          <c:layoutTarget val="inner"/>
          <c:xMode val="edge"/>
          <c:yMode val="edge"/>
          <c:x val="0.0433782451528097"/>
          <c:y val="0"/>
          <c:w val="0.90108445612882"/>
          <c:h val="0.997454545454545"/>
        </c:manualLayout>
      </c:layout>
      <c:doughnut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ffce29"/>
            </a:solidFill>
            <a:ln w="0">
              <a:noFill/>
            </a:ln>
          </c:spPr>
          <c:explosion val="0"/>
          <c:dPt>
            <c:idx val="0"/>
            <c:spPr>
              <a:solidFill>
                <a:srgbClr val="404040"/>
              </a:solidFill>
              <a:ln w="0">
                <a:noFill/>
              </a:ln>
            </c:spPr>
          </c:dPt>
          <c:dPt>
            <c:idx val="1"/>
            <c:spPr>
              <a:solidFill>
                <a:srgbClr val="d9d9d9"/>
              </a:solidFill>
              <a:ln w="0">
                <a:noFill/>
              </a:ln>
            </c:spPr>
          </c:dPt>
          <c:dLbls>
            <c:dLbl>
              <c:idx val="0"/>
              <c:txPr>
                <a:bodyPr wrap="none"/>
                <a:lstStyle/>
                <a:p>
                  <a:pPr>
                    <a:defRPr b="0" sz="1800" spc="-1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1"/>
              <c:txPr>
                <a:bodyPr wrap="none"/>
                <a:lstStyle/>
                <a:p>
                  <a:pPr>
                    <a:defRPr b="0" sz="1800" spc="-1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txPr>
              <a:bodyPr wrap="none"/>
              <a:lstStyle/>
              <a:p>
                <a:pPr>
                  <a:defRPr b="0" sz="1800" spc="-1" strike="noStrike">
                    <a:solidFill>
                      <a:srgbClr val="000000"/>
                    </a:solidFill>
                    <a:latin typeface="Arial"/>
                    <a:ea typeface="Arial Unicode M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; </c:separator>
            <c:showLeaderLines val="0"/>
          </c:dLbls>
          <c:cat>
            <c:strRef>
              <c:f>categories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</c:ser>
        <c:firstSliceAng val="0"/>
        <c:holeSize val="50"/>
      </c:doughnutChart>
      <c:spPr>
        <a:solidFill>
          <a:srgbClr val="ffffff"/>
        </a:solidFill>
        <a:ln w="0">
          <a:noFill/>
        </a:ln>
      </c:spPr>
    </c:plotArea>
    <c:plotVisOnly val="1"/>
    <c:dispBlanksAs val="gap"/>
  </c:chart>
  <c:spPr>
    <a:noFill/>
    <a:ln w="9360">
      <a:solidFill>
        <a:srgbClr val="d9d9d9"/>
      </a:solidFill>
      <a:round/>
    </a:ln>
  </c:spPr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>
        <c:manualLayout>
          <c:layoutTarget val="inner"/>
          <c:xMode val="edge"/>
          <c:yMode val="edge"/>
          <c:x val="0.0702341137123746"/>
          <c:y val="0.0157079406348175"/>
          <c:w val="0.837539272321881"/>
          <c:h val="0.984292059365182"/>
        </c:manualLayout>
      </c:layout>
      <c:pie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ffce29"/>
            </a:solidFill>
            <a:ln w="0">
              <a:noFill/>
            </a:ln>
          </c:spPr>
          <c:explosion val="0"/>
          <c:dPt>
            <c:idx val="0"/>
            <c:spPr>
              <a:solidFill>
                <a:srgbClr val="404040"/>
              </a:solidFill>
              <a:ln w="0">
                <a:noFill/>
              </a:ln>
            </c:spPr>
          </c:dPt>
          <c:dPt>
            <c:idx val="1"/>
            <c:spPr>
              <a:solidFill>
                <a:srgbClr val="808080"/>
              </a:solidFill>
              <a:ln w="0">
                <a:noFill/>
              </a:ln>
            </c:spPr>
          </c:dPt>
          <c:dPt>
            <c:idx val="2"/>
            <c:spPr>
              <a:solidFill>
                <a:srgbClr val="bfbfbf"/>
              </a:solidFill>
              <a:ln w="0">
                <a:noFill/>
              </a:ln>
            </c:spPr>
          </c:dPt>
          <c:dLbls>
            <c:dLbl>
              <c:idx val="0"/>
              <c:txPr>
                <a:bodyPr wrap="none"/>
                <a:lstStyle/>
                <a:p>
                  <a:pPr>
                    <a:defRPr b="0" sz="1800" spc="-1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1"/>
              <c:txPr>
                <a:bodyPr wrap="none"/>
                <a:lstStyle/>
                <a:p>
                  <a:pPr>
                    <a:defRPr b="0" sz="1800" spc="-1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2"/>
              <c:txPr>
                <a:bodyPr wrap="none"/>
                <a:lstStyle/>
                <a:p>
                  <a:pPr>
                    <a:defRPr b="0" sz="1800" spc="-1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eparator>; </c:separator>
            </c:dLbl>
            <c:txPr>
              <a:bodyPr wrap="none"/>
              <a:lstStyle/>
              <a:p>
                <a:pPr>
                  <a:defRPr b="0" sz="1800" spc="-1" strike="noStrike">
                    <a:solidFill>
                      <a:srgbClr val="000000"/>
                    </a:solidFill>
                    <a:latin typeface="Arial"/>
                    <a:ea typeface="Arial Unicode MS"/>
                  </a:defRPr>
                </a:pPr>
              </a:p>
            </c:txPr>
            <c:dLblPos val="bestFit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</c:dLbls>
          <c:cat>
            <c:strRef>
              <c:f>categories</c:f>
              <c:strCache>
                <c:ptCount val="3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3"/>
                <c:pt idx="0">
                  <c:v>45</c:v>
                </c:pt>
                <c:pt idx="1">
                  <c:v>30</c:v>
                </c:pt>
                <c:pt idx="2">
                  <c:v>25</c:v>
                </c:pt>
              </c:numCache>
            </c:numRef>
          </c:val>
        </c:ser>
        <c:firstSliceAng val="0"/>
      </c:pieChart>
      <c:spPr>
        <a:solidFill>
          <a:srgbClr val="ffffff"/>
        </a:solidFill>
        <a:ln w="0">
          <a:noFill/>
        </a:ln>
      </c:spPr>
    </c:plotArea>
    <c:plotVisOnly val="1"/>
    <c:dispBlanksAs val="gap"/>
  </c:chart>
  <c:spPr>
    <a:noFill/>
    <a:ln w="9360">
      <a:solidFill>
        <a:srgbClr val="d9d9d9"/>
      </a:solidFill>
      <a:round/>
    </a:ln>
  </c:spPr>
</c:chartSpac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0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en-US" sz="27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91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917" name="PlaceHolder 4"/>
          <p:cNvSpPr>
            <a:spLocks noGrp="1"/>
          </p:cNvSpPr>
          <p:nvPr>
            <p:ph type="dt"/>
          </p:nvPr>
        </p:nvSpPr>
        <p:spPr>
          <a:xfrm>
            <a:off x="4399200" y="0"/>
            <a:ext cx="3372840" cy="50256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algn="r"/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918" name="PlaceHolder 5"/>
          <p:cNvSpPr>
            <a:spLocks noGrp="1"/>
          </p:cNvSpPr>
          <p:nvPr>
            <p:ph type="ftr"/>
          </p:nvPr>
        </p:nvSpPr>
        <p:spPr>
          <a:xfrm>
            <a:off x="0" y="9555480"/>
            <a:ext cx="3372840" cy="50256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919" name="PlaceHolder 6"/>
          <p:cNvSpPr>
            <a:spLocks noGrp="1"/>
          </p:cNvSpPr>
          <p:nvPr>
            <p:ph type="sldNum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pPr algn="r"/>
            <a:fld id="{8F577C66-7E6F-4341-8E3D-18979C8CA0A1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21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154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F08B6879-BF87-4650-836B-9D25EF3AEC80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9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9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8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8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8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8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8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8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8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8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8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8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9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9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9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9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9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9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9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9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9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9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20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20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20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20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20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20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20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20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20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20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2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2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2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2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2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2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2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2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subTitle"/>
          </p:nvPr>
        </p:nvSpPr>
        <p:spPr>
          <a:xfrm>
            <a:off x="0" y="184320"/>
            <a:ext cx="12801240" cy="8697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12801240" cy="869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869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869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subTitle"/>
          </p:nvPr>
        </p:nvSpPr>
        <p:spPr>
          <a:xfrm>
            <a:off x="640080" y="307800"/>
            <a:ext cx="11521080" cy="6015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869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body"/>
          </p:nvPr>
        </p:nvSpPr>
        <p:spPr>
          <a:xfrm>
            <a:off x="0" y="63900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869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6559560" y="63900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0" y="639000"/>
            <a:ext cx="1280124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1280124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0" y="639000"/>
            <a:ext cx="1280124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body"/>
          </p:nvPr>
        </p:nvSpPr>
        <p:spPr>
          <a:xfrm>
            <a:off x="0" y="63900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body"/>
          </p:nvPr>
        </p:nvSpPr>
        <p:spPr>
          <a:xfrm>
            <a:off x="6559560" y="63900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4121640" cy="414720"/>
          </a:xfrm>
          <a:prstGeom prst="rect">
            <a:avLst/>
          </a:prstGeom>
        </p:spPr>
        <p:txBody>
          <a:bodyPr lIns="0" rIns="0" tIns="0" bIns="0">
            <a:normAutofit fontScale="1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body"/>
          </p:nvPr>
        </p:nvSpPr>
        <p:spPr>
          <a:xfrm>
            <a:off x="4328280" y="184320"/>
            <a:ext cx="4121640" cy="414720"/>
          </a:xfrm>
          <a:prstGeom prst="rect">
            <a:avLst/>
          </a:prstGeom>
        </p:spPr>
        <p:txBody>
          <a:bodyPr lIns="0" rIns="0" tIns="0" bIns="0">
            <a:normAutofit fontScale="1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body"/>
          </p:nvPr>
        </p:nvSpPr>
        <p:spPr>
          <a:xfrm>
            <a:off x="8656200" y="184320"/>
            <a:ext cx="4121640" cy="414720"/>
          </a:xfrm>
          <a:prstGeom prst="rect">
            <a:avLst/>
          </a:prstGeom>
        </p:spPr>
        <p:txBody>
          <a:bodyPr lIns="0" rIns="0" tIns="0" bIns="0">
            <a:normAutofit fontScale="1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body"/>
          </p:nvPr>
        </p:nvSpPr>
        <p:spPr>
          <a:xfrm>
            <a:off x="0" y="639000"/>
            <a:ext cx="4121640" cy="414720"/>
          </a:xfrm>
          <a:prstGeom prst="rect">
            <a:avLst/>
          </a:prstGeom>
        </p:spPr>
        <p:txBody>
          <a:bodyPr lIns="0" rIns="0" tIns="0" bIns="0">
            <a:normAutofit fontScale="1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6"/>
          <p:cNvSpPr>
            <a:spLocks noGrp="1"/>
          </p:cNvSpPr>
          <p:nvPr>
            <p:ph type="body"/>
          </p:nvPr>
        </p:nvSpPr>
        <p:spPr>
          <a:xfrm>
            <a:off x="4328280" y="639000"/>
            <a:ext cx="4121640" cy="414720"/>
          </a:xfrm>
          <a:prstGeom prst="rect">
            <a:avLst/>
          </a:prstGeom>
        </p:spPr>
        <p:txBody>
          <a:bodyPr lIns="0" rIns="0" tIns="0" bIns="0">
            <a:normAutofit fontScale="1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7"/>
          <p:cNvSpPr>
            <a:spLocks noGrp="1"/>
          </p:cNvSpPr>
          <p:nvPr>
            <p:ph type="body"/>
          </p:nvPr>
        </p:nvSpPr>
        <p:spPr>
          <a:xfrm>
            <a:off x="8656200" y="639000"/>
            <a:ext cx="4121640" cy="414720"/>
          </a:xfrm>
          <a:prstGeom prst="rect">
            <a:avLst/>
          </a:prstGeom>
        </p:spPr>
        <p:txBody>
          <a:bodyPr lIns="0" rIns="0" tIns="0" bIns="0">
            <a:normAutofit fontScale="1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subTitle"/>
          </p:nvPr>
        </p:nvSpPr>
        <p:spPr>
          <a:xfrm>
            <a:off x="0" y="184320"/>
            <a:ext cx="12801240" cy="8697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12801240" cy="869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869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869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subTitle"/>
          </p:nvPr>
        </p:nvSpPr>
        <p:spPr>
          <a:xfrm>
            <a:off x="640080" y="307800"/>
            <a:ext cx="11521080" cy="6015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869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0" y="63900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869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body"/>
          </p:nvPr>
        </p:nvSpPr>
        <p:spPr>
          <a:xfrm>
            <a:off x="6559560" y="63900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body"/>
          </p:nvPr>
        </p:nvSpPr>
        <p:spPr>
          <a:xfrm>
            <a:off x="0" y="639000"/>
            <a:ext cx="1280124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1280124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0" y="639000"/>
            <a:ext cx="1280124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 type="body"/>
          </p:nvPr>
        </p:nvSpPr>
        <p:spPr>
          <a:xfrm>
            <a:off x="0" y="63900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5"/>
          <p:cNvSpPr>
            <a:spLocks noGrp="1"/>
          </p:cNvSpPr>
          <p:nvPr>
            <p:ph type="body"/>
          </p:nvPr>
        </p:nvSpPr>
        <p:spPr>
          <a:xfrm>
            <a:off x="6559560" y="63900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4121640" cy="414720"/>
          </a:xfrm>
          <a:prstGeom prst="rect">
            <a:avLst/>
          </a:prstGeom>
        </p:spPr>
        <p:txBody>
          <a:bodyPr lIns="0" rIns="0" tIns="0" bIns="0">
            <a:normAutofit fontScale="1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 type="body"/>
          </p:nvPr>
        </p:nvSpPr>
        <p:spPr>
          <a:xfrm>
            <a:off x="4328280" y="184320"/>
            <a:ext cx="4121640" cy="414720"/>
          </a:xfrm>
          <a:prstGeom prst="rect">
            <a:avLst/>
          </a:prstGeom>
        </p:spPr>
        <p:txBody>
          <a:bodyPr lIns="0" rIns="0" tIns="0" bIns="0">
            <a:normAutofit fontScale="1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PlaceHolder 4"/>
          <p:cNvSpPr>
            <a:spLocks noGrp="1"/>
          </p:cNvSpPr>
          <p:nvPr>
            <p:ph type="body"/>
          </p:nvPr>
        </p:nvSpPr>
        <p:spPr>
          <a:xfrm>
            <a:off x="8656200" y="184320"/>
            <a:ext cx="4121640" cy="414720"/>
          </a:xfrm>
          <a:prstGeom prst="rect">
            <a:avLst/>
          </a:prstGeom>
        </p:spPr>
        <p:txBody>
          <a:bodyPr lIns="0" rIns="0" tIns="0" bIns="0">
            <a:normAutofit fontScale="1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PlaceHolder 5"/>
          <p:cNvSpPr>
            <a:spLocks noGrp="1"/>
          </p:cNvSpPr>
          <p:nvPr>
            <p:ph type="body"/>
          </p:nvPr>
        </p:nvSpPr>
        <p:spPr>
          <a:xfrm>
            <a:off x="0" y="639000"/>
            <a:ext cx="4121640" cy="414720"/>
          </a:xfrm>
          <a:prstGeom prst="rect">
            <a:avLst/>
          </a:prstGeom>
        </p:spPr>
        <p:txBody>
          <a:bodyPr lIns="0" rIns="0" tIns="0" bIns="0">
            <a:normAutofit fontScale="1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6"/>
          <p:cNvSpPr>
            <a:spLocks noGrp="1"/>
          </p:cNvSpPr>
          <p:nvPr>
            <p:ph type="body"/>
          </p:nvPr>
        </p:nvSpPr>
        <p:spPr>
          <a:xfrm>
            <a:off x="4328280" y="639000"/>
            <a:ext cx="4121640" cy="414720"/>
          </a:xfrm>
          <a:prstGeom prst="rect">
            <a:avLst/>
          </a:prstGeom>
        </p:spPr>
        <p:txBody>
          <a:bodyPr lIns="0" rIns="0" tIns="0" bIns="0">
            <a:normAutofit fontScale="1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PlaceHolder 7"/>
          <p:cNvSpPr>
            <a:spLocks noGrp="1"/>
          </p:cNvSpPr>
          <p:nvPr>
            <p:ph type="body"/>
          </p:nvPr>
        </p:nvSpPr>
        <p:spPr>
          <a:xfrm>
            <a:off x="8656200" y="639000"/>
            <a:ext cx="4121640" cy="414720"/>
          </a:xfrm>
          <a:prstGeom prst="rect">
            <a:avLst/>
          </a:prstGeom>
        </p:spPr>
        <p:txBody>
          <a:bodyPr lIns="0" rIns="0" tIns="0" bIns="0">
            <a:normAutofit fontScale="1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 type="subTitle"/>
          </p:nvPr>
        </p:nvSpPr>
        <p:spPr>
          <a:xfrm>
            <a:off x="0" y="184320"/>
            <a:ext cx="12801240" cy="8697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12801240" cy="869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869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869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subTitle"/>
          </p:nvPr>
        </p:nvSpPr>
        <p:spPr>
          <a:xfrm>
            <a:off x="640080" y="307800"/>
            <a:ext cx="11521080" cy="6015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869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PlaceHolder 4"/>
          <p:cNvSpPr>
            <a:spLocks noGrp="1"/>
          </p:cNvSpPr>
          <p:nvPr>
            <p:ph type="body"/>
          </p:nvPr>
        </p:nvSpPr>
        <p:spPr>
          <a:xfrm>
            <a:off x="0" y="63900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869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PlaceHolder 4"/>
          <p:cNvSpPr>
            <a:spLocks noGrp="1"/>
          </p:cNvSpPr>
          <p:nvPr>
            <p:ph type="body"/>
          </p:nvPr>
        </p:nvSpPr>
        <p:spPr>
          <a:xfrm>
            <a:off x="6559560" y="63900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PlaceHolder 4"/>
          <p:cNvSpPr>
            <a:spLocks noGrp="1"/>
          </p:cNvSpPr>
          <p:nvPr>
            <p:ph type="body"/>
          </p:nvPr>
        </p:nvSpPr>
        <p:spPr>
          <a:xfrm>
            <a:off x="0" y="639000"/>
            <a:ext cx="1280124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1280124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 type="body"/>
          </p:nvPr>
        </p:nvSpPr>
        <p:spPr>
          <a:xfrm>
            <a:off x="0" y="639000"/>
            <a:ext cx="1280124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PlaceHolder 4"/>
          <p:cNvSpPr>
            <a:spLocks noGrp="1"/>
          </p:cNvSpPr>
          <p:nvPr>
            <p:ph type="body"/>
          </p:nvPr>
        </p:nvSpPr>
        <p:spPr>
          <a:xfrm>
            <a:off x="0" y="63900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PlaceHolder 5"/>
          <p:cNvSpPr>
            <a:spLocks noGrp="1"/>
          </p:cNvSpPr>
          <p:nvPr>
            <p:ph type="body"/>
          </p:nvPr>
        </p:nvSpPr>
        <p:spPr>
          <a:xfrm>
            <a:off x="6559560" y="63900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4121640" cy="414720"/>
          </a:xfrm>
          <a:prstGeom prst="rect">
            <a:avLst/>
          </a:prstGeom>
        </p:spPr>
        <p:txBody>
          <a:bodyPr lIns="0" rIns="0" tIns="0" bIns="0">
            <a:normAutofit fontScale="1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PlaceHolder 3"/>
          <p:cNvSpPr>
            <a:spLocks noGrp="1"/>
          </p:cNvSpPr>
          <p:nvPr>
            <p:ph type="body"/>
          </p:nvPr>
        </p:nvSpPr>
        <p:spPr>
          <a:xfrm>
            <a:off x="4328280" y="184320"/>
            <a:ext cx="4121640" cy="414720"/>
          </a:xfrm>
          <a:prstGeom prst="rect">
            <a:avLst/>
          </a:prstGeom>
        </p:spPr>
        <p:txBody>
          <a:bodyPr lIns="0" rIns="0" tIns="0" bIns="0">
            <a:normAutofit fontScale="1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PlaceHolder 4"/>
          <p:cNvSpPr>
            <a:spLocks noGrp="1"/>
          </p:cNvSpPr>
          <p:nvPr>
            <p:ph type="body"/>
          </p:nvPr>
        </p:nvSpPr>
        <p:spPr>
          <a:xfrm>
            <a:off x="8656200" y="184320"/>
            <a:ext cx="4121640" cy="414720"/>
          </a:xfrm>
          <a:prstGeom prst="rect">
            <a:avLst/>
          </a:prstGeom>
        </p:spPr>
        <p:txBody>
          <a:bodyPr lIns="0" rIns="0" tIns="0" bIns="0">
            <a:normAutofit fontScale="1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PlaceHolder 5"/>
          <p:cNvSpPr>
            <a:spLocks noGrp="1"/>
          </p:cNvSpPr>
          <p:nvPr>
            <p:ph type="body"/>
          </p:nvPr>
        </p:nvSpPr>
        <p:spPr>
          <a:xfrm>
            <a:off x="0" y="639000"/>
            <a:ext cx="4121640" cy="414720"/>
          </a:xfrm>
          <a:prstGeom prst="rect">
            <a:avLst/>
          </a:prstGeom>
        </p:spPr>
        <p:txBody>
          <a:bodyPr lIns="0" rIns="0" tIns="0" bIns="0">
            <a:normAutofit fontScale="1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PlaceHolder 6"/>
          <p:cNvSpPr>
            <a:spLocks noGrp="1"/>
          </p:cNvSpPr>
          <p:nvPr>
            <p:ph type="body"/>
          </p:nvPr>
        </p:nvSpPr>
        <p:spPr>
          <a:xfrm>
            <a:off x="4328280" y="639000"/>
            <a:ext cx="4121640" cy="414720"/>
          </a:xfrm>
          <a:prstGeom prst="rect">
            <a:avLst/>
          </a:prstGeom>
        </p:spPr>
        <p:txBody>
          <a:bodyPr lIns="0" rIns="0" tIns="0" bIns="0">
            <a:normAutofit fontScale="1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PlaceHolder 7"/>
          <p:cNvSpPr>
            <a:spLocks noGrp="1"/>
          </p:cNvSpPr>
          <p:nvPr>
            <p:ph type="body"/>
          </p:nvPr>
        </p:nvSpPr>
        <p:spPr>
          <a:xfrm>
            <a:off x="8656200" y="639000"/>
            <a:ext cx="4121640" cy="414720"/>
          </a:xfrm>
          <a:prstGeom prst="rect">
            <a:avLst/>
          </a:prstGeom>
        </p:spPr>
        <p:txBody>
          <a:bodyPr lIns="0" rIns="0" tIns="0" bIns="0">
            <a:normAutofit fontScale="1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PlaceHolder 2"/>
          <p:cNvSpPr>
            <a:spLocks noGrp="1"/>
          </p:cNvSpPr>
          <p:nvPr>
            <p:ph type="subTitle"/>
          </p:nvPr>
        </p:nvSpPr>
        <p:spPr>
          <a:xfrm>
            <a:off x="0" y="184320"/>
            <a:ext cx="12801240" cy="8697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12801240" cy="869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869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869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subTitle"/>
          </p:nvPr>
        </p:nvSpPr>
        <p:spPr>
          <a:xfrm>
            <a:off x="640080" y="307800"/>
            <a:ext cx="11521080" cy="6015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869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PlaceHolder 4"/>
          <p:cNvSpPr>
            <a:spLocks noGrp="1"/>
          </p:cNvSpPr>
          <p:nvPr>
            <p:ph type="body"/>
          </p:nvPr>
        </p:nvSpPr>
        <p:spPr>
          <a:xfrm>
            <a:off x="0" y="63900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869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PlaceHolder 4"/>
          <p:cNvSpPr>
            <a:spLocks noGrp="1"/>
          </p:cNvSpPr>
          <p:nvPr>
            <p:ph type="body"/>
          </p:nvPr>
        </p:nvSpPr>
        <p:spPr>
          <a:xfrm>
            <a:off x="6559560" y="63900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PlaceHolder 4"/>
          <p:cNvSpPr>
            <a:spLocks noGrp="1"/>
          </p:cNvSpPr>
          <p:nvPr>
            <p:ph type="body"/>
          </p:nvPr>
        </p:nvSpPr>
        <p:spPr>
          <a:xfrm>
            <a:off x="0" y="639000"/>
            <a:ext cx="1280124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1280124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 type="body"/>
          </p:nvPr>
        </p:nvSpPr>
        <p:spPr>
          <a:xfrm>
            <a:off x="0" y="639000"/>
            <a:ext cx="1280124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PlaceHolder 4"/>
          <p:cNvSpPr>
            <a:spLocks noGrp="1"/>
          </p:cNvSpPr>
          <p:nvPr>
            <p:ph type="body"/>
          </p:nvPr>
        </p:nvSpPr>
        <p:spPr>
          <a:xfrm>
            <a:off x="0" y="63900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PlaceHolder 5"/>
          <p:cNvSpPr>
            <a:spLocks noGrp="1"/>
          </p:cNvSpPr>
          <p:nvPr>
            <p:ph type="body"/>
          </p:nvPr>
        </p:nvSpPr>
        <p:spPr>
          <a:xfrm>
            <a:off x="6559560" y="63900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4121640" cy="414720"/>
          </a:xfrm>
          <a:prstGeom prst="rect">
            <a:avLst/>
          </a:prstGeom>
        </p:spPr>
        <p:txBody>
          <a:bodyPr lIns="0" rIns="0" tIns="0" bIns="0">
            <a:normAutofit fontScale="1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PlaceHolder 3"/>
          <p:cNvSpPr>
            <a:spLocks noGrp="1"/>
          </p:cNvSpPr>
          <p:nvPr>
            <p:ph type="body"/>
          </p:nvPr>
        </p:nvSpPr>
        <p:spPr>
          <a:xfrm>
            <a:off x="4328280" y="184320"/>
            <a:ext cx="4121640" cy="414720"/>
          </a:xfrm>
          <a:prstGeom prst="rect">
            <a:avLst/>
          </a:prstGeom>
        </p:spPr>
        <p:txBody>
          <a:bodyPr lIns="0" rIns="0" tIns="0" bIns="0">
            <a:normAutofit fontScale="1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PlaceHolder 4"/>
          <p:cNvSpPr>
            <a:spLocks noGrp="1"/>
          </p:cNvSpPr>
          <p:nvPr>
            <p:ph type="body"/>
          </p:nvPr>
        </p:nvSpPr>
        <p:spPr>
          <a:xfrm>
            <a:off x="8656200" y="184320"/>
            <a:ext cx="4121640" cy="414720"/>
          </a:xfrm>
          <a:prstGeom prst="rect">
            <a:avLst/>
          </a:prstGeom>
        </p:spPr>
        <p:txBody>
          <a:bodyPr lIns="0" rIns="0" tIns="0" bIns="0">
            <a:normAutofit fontScale="1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PlaceHolder 5"/>
          <p:cNvSpPr>
            <a:spLocks noGrp="1"/>
          </p:cNvSpPr>
          <p:nvPr>
            <p:ph type="body"/>
          </p:nvPr>
        </p:nvSpPr>
        <p:spPr>
          <a:xfrm>
            <a:off x="0" y="639000"/>
            <a:ext cx="4121640" cy="414720"/>
          </a:xfrm>
          <a:prstGeom prst="rect">
            <a:avLst/>
          </a:prstGeom>
        </p:spPr>
        <p:txBody>
          <a:bodyPr lIns="0" rIns="0" tIns="0" bIns="0">
            <a:normAutofit fontScale="1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PlaceHolder 6"/>
          <p:cNvSpPr>
            <a:spLocks noGrp="1"/>
          </p:cNvSpPr>
          <p:nvPr>
            <p:ph type="body"/>
          </p:nvPr>
        </p:nvSpPr>
        <p:spPr>
          <a:xfrm>
            <a:off x="4328280" y="639000"/>
            <a:ext cx="4121640" cy="414720"/>
          </a:xfrm>
          <a:prstGeom prst="rect">
            <a:avLst/>
          </a:prstGeom>
        </p:spPr>
        <p:txBody>
          <a:bodyPr lIns="0" rIns="0" tIns="0" bIns="0">
            <a:normAutofit fontScale="1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PlaceHolder 7"/>
          <p:cNvSpPr>
            <a:spLocks noGrp="1"/>
          </p:cNvSpPr>
          <p:nvPr>
            <p:ph type="body"/>
          </p:nvPr>
        </p:nvSpPr>
        <p:spPr>
          <a:xfrm>
            <a:off x="8656200" y="639000"/>
            <a:ext cx="4121640" cy="414720"/>
          </a:xfrm>
          <a:prstGeom prst="rect">
            <a:avLst/>
          </a:prstGeom>
        </p:spPr>
        <p:txBody>
          <a:bodyPr lIns="0" rIns="0" tIns="0" bIns="0">
            <a:normAutofit fontScale="1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PlaceHolder 2"/>
          <p:cNvSpPr>
            <a:spLocks noGrp="1"/>
          </p:cNvSpPr>
          <p:nvPr>
            <p:ph type="subTitle"/>
          </p:nvPr>
        </p:nvSpPr>
        <p:spPr>
          <a:xfrm>
            <a:off x="0" y="184320"/>
            <a:ext cx="12801240" cy="8697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12801240" cy="869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869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869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subTitle"/>
          </p:nvPr>
        </p:nvSpPr>
        <p:spPr>
          <a:xfrm>
            <a:off x="640080" y="307800"/>
            <a:ext cx="11521080" cy="6015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869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PlaceHolder 4"/>
          <p:cNvSpPr>
            <a:spLocks noGrp="1"/>
          </p:cNvSpPr>
          <p:nvPr>
            <p:ph type="body"/>
          </p:nvPr>
        </p:nvSpPr>
        <p:spPr>
          <a:xfrm>
            <a:off x="0" y="63900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869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PlaceHolder 4"/>
          <p:cNvSpPr>
            <a:spLocks noGrp="1"/>
          </p:cNvSpPr>
          <p:nvPr>
            <p:ph type="body"/>
          </p:nvPr>
        </p:nvSpPr>
        <p:spPr>
          <a:xfrm>
            <a:off x="6559560" y="63900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PlaceHolder 4"/>
          <p:cNvSpPr>
            <a:spLocks noGrp="1"/>
          </p:cNvSpPr>
          <p:nvPr>
            <p:ph type="body"/>
          </p:nvPr>
        </p:nvSpPr>
        <p:spPr>
          <a:xfrm>
            <a:off x="0" y="639000"/>
            <a:ext cx="1280124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1280124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PlaceHolder 3"/>
          <p:cNvSpPr>
            <a:spLocks noGrp="1"/>
          </p:cNvSpPr>
          <p:nvPr>
            <p:ph type="body"/>
          </p:nvPr>
        </p:nvSpPr>
        <p:spPr>
          <a:xfrm>
            <a:off x="0" y="639000"/>
            <a:ext cx="1280124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PlaceHolder 4"/>
          <p:cNvSpPr>
            <a:spLocks noGrp="1"/>
          </p:cNvSpPr>
          <p:nvPr>
            <p:ph type="body"/>
          </p:nvPr>
        </p:nvSpPr>
        <p:spPr>
          <a:xfrm>
            <a:off x="0" y="63900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PlaceHolder 5"/>
          <p:cNvSpPr>
            <a:spLocks noGrp="1"/>
          </p:cNvSpPr>
          <p:nvPr>
            <p:ph type="body"/>
          </p:nvPr>
        </p:nvSpPr>
        <p:spPr>
          <a:xfrm>
            <a:off x="6559560" y="63900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4121640" cy="414720"/>
          </a:xfrm>
          <a:prstGeom prst="rect">
            <a:avLst/>
          </a:prstGeom>
        </p:spPr>
        <p:txBody>
          <a:bodyPr lIns="0" rIns="0" tIns="0" bIns="0">
            <a:normAutofit fontScale="1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body"/>
          </p:nvPr>
        </p:nvSpPr>
        <p:spPr>
          <a:xfrm>
            <a:off x="4328280" y="184320"/>
            <a:ext cx="4121640" cy="414720"/>
          </a:xfrm>
          <a:prstGeom prst="rect">
            <a:avLst/>
          </a:prstGeom>
        </p:spPr>
        <p:txBody>
          <a:bodyPr lIns="0" rIns="0" tIns="0" bIns="0">
            <a:normAutofit fontScale="1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PlaceHolder 4"/>
          <p:cNvSpPr>
            <a:spLocks noGrp="1"/>
          </p:cNvSpPr>
          <p:nvPr>
            <p:ph type="body"/>
          </p:nvPr>
        </p:nvSpPr>
        <p:spPr>
          <a:xfrm>
            <a:off x="8656200" y="184320"/>
            <a:ext cx="4121640" cy="414720"/>
          </a:xfrm>
          <a:prstGeom prst="rect">
            <a:avLst/>
          </a:prstGeom>
        </p:spPr>
        <p:txBody>
          <a:bodyPr lIns="0" rIns="0" tIns="0" bIns="0">
            <a:normAutofit fontScale="1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PlaceHolder 5"/>
          <p:cNvSpPr>
            <a:spLocks noGrp="1"/>
          </p:cNvSpPr>
          <p:nvPr>
            <p:ph type="body"/>
          </p:nvPr>
        </p:nvSpPr>
        <p:spPr>
          <a:xfrm>
            <a:off x="0" y="639000"/>
            <a:ext cx="4121640" cy="414720"/>
          </a:xfrm>
          <a:prstGeom prst="rect">
            <a:avLst/>
          </a:prstGeom>
        </p:spPr>
        <p:txBody>
          <a:bodyPr lIns="0" rIns="0" tIns="0" bIns="0">
            <a:normAutofit fontScale="1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PlaceHolder 6"/>
          <p:cNvSpPr>
            <a:spLocks noGrp="1"/>
          </p:cNvSpPr>
          <p:nvPr>
            <p:ph type="body"/>
          </p:nvPr>
        </p:nvSpPr>
        <p:spPr>
          <a:xfrm>
            <a:off x="4328280" y="639000"/>
            <a:ext cx="4121640" cy="414720"/>
          </a:xfrm>
          <a:prstGeom prst="rect">
            <a:avLst/>
          </a:prstGeom>
        </p:spPr>
        <p:txBody>
          <a:bodyPr lIns="0" rIns="0" tIns="0" bIns="0">
            <a:normAutofit fontScale="1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PlaceHolder 7"/>
          <p:cNvSpPr>
            <a:spLocks noGrp="1"/>
          </p:cNvSpPr>
          <p:nvPr>
            <p:ph type="body"/>
          </p:nvPr>
        </p:nvSpPr>
        <p:spPr>
          <a:xfrm>
            <a:off x="8656200" y="639000"/>
            <a:ext cx="4121640" cy="414720"/>
          </a:xfrm>
          <a:prstGeom prst="rect">
            <a:avLst/>
          </a:prstGeom>
        </p:spPr>
        <p:txBody>
          <a:bodyPr lIns="0" rIns="0" tIns="0" bIns="0">
            <a:normAutofit fontScale="1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PlaceHolder 2"/>
          <p:cNvSpPr>
            <a:spLocks noGrp="1"/>
          </p:cNvSpPr>
          <p:nvPr>
            <p:ph type="subTitle"/>
          </p:nvPr>
        </p:nvSpPr>
        <p:spPr>
          <a:xfrm>
            <a:off x="0" y="184320"/>
            <a:ext cx="12801240" cy="8697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12801240" cy="869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869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869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/>
          </p:cNvSpPr>
          <p:nvPr>
            <p:ph type="subTitle"/>
          </p:nvPr>
        </p:nvSpPr>
        <p:spPr>
          <a:xfrm>
            <a:off x="640080" y="307800"/>
            <a:ext cx="11521080" cy="6015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869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PlaceHolder 4"/>
          <p:cNvSpPr>
            <a:spLocks noGrp="1"/>
          </p:cNvSpPr>
          <p:nvPr>
            <p:ph type="body"/>
          </p:nvPr>
        </p:nvSpPr>
        <p:spPr>
          <a:xfrm>
            <a:off x="0" y="63900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869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PlaceHolder 4"/>
          <p:cNvSpPr>
            <a:spLocks noGrp="1"/>
          </p:cNvSpPr>
          <p:nvPr>
            <p:ph type="body"/>
          </p:nvPr>
        </p:nvSpPr>
        <p:spPr>
          <a:xfrm>
            <a:off x="6559560" y="63900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PlaceHolder 4"/>
          <p:cNvSpPr>
            <a:spLocks noGrp="1"/>
          </p:cNvSpPr>
          <p:nvPr>
            <p:ph type="body"/>
          </p:nvPr>
        </p:nvSpPr>
        <p:spPr>
          <a:xfrm>
            <a:off x="0" y="639000"/>
            <a:ext cx="1280124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1280124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PlaceHolder 3"/>
          <p:cNvSpPr>
            <a:spLocks noGrp="1"/>
          </p:cNvSpPr>
          <p:nvPr>
            <p:ph type="body"/>
          </p:nvPr>
        </p:nvSpPr>
        <p:spPr>
          <a:xfrm>
            <a:off x="0" y="639000"/>
            <a:ext cx="1280124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PlaceHolder 4"/>
          <p:cNvSpPr>
            <a:spLocks noGrp="1"/>
          </p:cNvSpPr>
          <p:nvPr>
            <p:ph type="body"/>
          </p:nvPr>
        </p:nvSpPr>
        <p:spPr>
          <a:xfrm>
            <a:off x="0" y="63900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PlaceHolder 5"/>
          <p:cNvSpPr>
            <a:spLocks noGrp="1"/>
          </p:cNvSpPr>
          <p:nvPr>
            <p:ph type="body"/>
          </p:nvPr>
        </p:nvSpPr>
        <p:spPr>
          <a:xfrm>
            <a:off x="6559560" y="63900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4121640" cy="414720"/>
          </a:xfrm>
          <a:prstGeom prst="rect">
            <a:avLst/>
          </a:prstGeom>
        </p:spPr>
        <p:txBody>
          <a:bodyPr lIns="0" rIns="0" tIns="0" bIns="0">
            <a:normAutofit fontScale="1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PlaceHolder 3"/>
          <p:cNvSpPr>
            <a:spLocks noGrp="1"/>
          </p:cNvSpPr>
          <p:nvPr>
            <p:ph type="body"/>
          </p:nvPr>
        </p:nvSpPr>
        <p:spPr>
          <a:xfrm>
            <a:off x="4328280" y="184320"/>
            <a:ext cx="4121640" cy="414720"/>
          </a:xfrm>
          <a:prstGeom prst="rect">
            <a:avLst/>
          </a:prstGeom>
        </p:spPr>
        <p:txBody>
          <a:bodyPr lIns="0" rIns="0" tIns="0" bIns="0">
            <a:normAutofit fontScale="1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PlaceHolder 4"/>
          <p:cNvSpPr>
            <a:spLocks noGrp="1"/>
          </p:cNvSpPr>
          <p:nvPr>
            <p:ph type="body"/>
          </p:nvPr>
        </p:nvSpPr>
        <p:spPr>
          <a:xfrm>
            <a:off x="8656200" y="184320"/>
            <a:ext cx="4121640" cy="414720"/>
          </a:xfrm>
          <a:prstGeom prst="rect">
            <a:avLst/>
          </a:prstGeom>
        </p:spPr>
        <p:txBody>
          <a:bodyPr lIns="0" rIns="0" tIns="0" bIns="0">
            <a:normAutofit fontScale="1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PlaceHolder 5"/>
          <p:cNvSpPr>
            <a:spLocks noGrp="1"/>
          </p:cNvSpPr>
          <p:nvPr>
            <p:ph type="body"/>
          </p:nvPr>
        </p:nvSpPr>
        <p:spPr>
          <a:xfrm>
            <a:off x="0" y="639000"/>
            <a:ext cx="4121640" cy="414720"/>
          </a:xfrm>
          <a:prstGeom prst="rect">
            <a:avLst/>
          </a:prstGeom>
        </p:spPr>
        <p:txBody>
          <a:bodyPr lIns="0" rIns="0" tIns="0" bIns="0">
            <a:normAutofit fontScale="1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PlaceHolder 6"/>
          <p:cNvSpPr>
            <a:spLocks noGrp="1"/>
          </p:cNvSpPr>
          <p:nvPr>
            <p:ph type="body"/>
          </p:nvPr>
        </p:nvSpPr>
        <p:spPr>
          <a:xfrm>
            <a:off x="4328280" y="639000"/>
            <a:ext cx="4121640" cy="414720"/>
          </a:xfrm>
          <a:prstGeom prst="rect">
            <a:avLst/>
          </a:prstGeom>
        </p:spPr>
        <p:txBody>
          <a:bodyPr lIns="0" rIns="0" tIns="0" bIns="0">
            <a:normAutofit fontScale="1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PlaceHolder 7"/>
          <p:cNvSpPr>
            <a:spLocks noGrp="1"/>
          </p:cNvSpPr>
          <p:nvPr>
            <p:ph type="body"/>
          </p:nvPr>
        </p:nvSpPr>
        <p:spPr>
          <a:xfrm>
            <a:off x="8656200" y="639000"/>
            <a:ext cx="4121640" cy="414720"/>
          </a:xfrm>
          <a:prstGeom prst="rect">
            <a:avLst/>
          </a:prstGeom>
        </p:spPr>
        <p:txBody>
          <a:bodyPr lIns="0" rIns="0" tIns="0" bIns="0">
            <a:normAutofit fontScale="1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PlaceHolder 2"/>
          <p:cNvSpPr>
            <a:spLocks noGrp="1"/>
          </p:cNvSpPr>
          <p:nvPr>
            <p:ph type="subTitle"/>
          </p:nvPr>
        </p:nvSpPr>
        <p:spPr>
          <a:xfrm>
            <a:off x="0" y="184320"/>
            <a:ext cx="12801240" cy="8697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12801240" cy="869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869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869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/>
          </p:cNvSpPr>
          <p:nvPr>
            <p:ph type="subTitle"/>
          </p:nvPr>
        </p:nvSpPr>
        <p:spPr>
          <a:xfrm>
            <a:off x="640080" y="307800"/>
            <a:ext cx="11521080" cy="6015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869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PlaceHolder 4"/>
          <p:cNvSpPr>
            <a:spLocks noGrp="1"/>
          </p:cNvSpPr>
          <p:nvPr>
            <p:ph type="body"/>
          </p:nvPr>
        </p:nvSpPr>
        <p:spPr>
          <a:xfrm>
            <a:off x="0" y="63900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869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PlaceHolder 4"/>
          <p:cNvSpPr>
            <a:spLocks noGrp="1"/>
          </p:cNvSpPr>
          <p:nvPr>
            <p:ph type="body"/>
          </p:nvPr>
        </p:nvSpPr>
        <p:spPr>
          <a:xfrm>
            <a:off x="6559560" y="63900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PlaceHolder 4"/>
          <p:cNvSpPr>
            <a:spLocks noGrp="1"/>
          </p:cNvSpPr>
          <p:nvPr>
            <p:ph type="body"/>
          </p:nvPr>
        </p:nvSpPr>
        <p:spPr>
          <a:xfrm>
            <a:off x="0" y="639000"/>
            <a:ext cx="1280124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1280124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PlaceHolder 3"/>
          <p:cNvSpPr>
            <a:spLocks noGrp="1"/>
          </p:cNvSpPr>
          <p:nvPr>
            <p:ph type="body"/>
          </p:nvPr>
        </p:nvSpPr>
        <p:spPr>
          <a:xfrm>
            <a:off x="0" y="639000"/>
            <a:ext cx="1280124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PlaceHolder 4"/>
          <p:cNvSpPr>
            <a:spLocks noGrp="1"/>
          </p:cNvSpPr>
          <p:nvPr>
            <p:ph type="body"/>
          </p:nvPr>
        </p:nvSpPr>
        <p:spPr>
          <a:xfrm>
            <a:off x="0" y="63900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PlaceHolder 5"/>
          <p:cNvSpPr>
            <a:spLocks noGrp="1"/>
          </p:cNvSpPr>
          <p:nvPr>
            <p:ph type="body"/>
          </p:nvPr>
        </p:nvSpPr>
        <p:spPr>
          <a:xfrm>
            <a:off x="6559560" y="63900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4121640" cy="414720"/>
          </a:xfrm>
          <a:prstGeom prst="rect">
            <a:avLst/>
          </a:prstGeom>
        </p:spPr>
        <p:txBody>
          <a:bodyPr lIns="0" rIns="0" tIns="0" bIns="0">
            <a:normAutofit fontScale="1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PlaceHolder 3"/>
          <p:cNvSpPr>
            <a:spLocks noGrp="1"/>
          </p:cNvSpPr>
          <p:nvPr>
            <p:ph type="body"/>
          </p:nvPr>
        </p:nvSpPr>
        <p:spPr>
          <a:xfrm>
            <a:off x="4328280" y="184320"/>
            <a:ext cx="4121640" cy="414720"/>
          </a:xfrm>
          <a:prstGeom prst="rect">
            <a:avLst/>
          </a:prstGeom>
        </p:spPr>
        <p:txBody>
          <a:bodyPr lIns="0" rIns="0" tIns="0" bIns="0">
            <a:normAutofit fontScale="1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PlaceHolder 4"/>
          <p:cNvSpPr>
            <a:spLocks noGrp="1"/>
          </p:cNvSpPr>
          <p:nvPr>
            <p:ph type="body"/>
          </p:nvPr>
        </p:nvSpPr>
        <p:spPr>
          <a:xfrm>
            <a:off x="8656200" y="184320"/>
            <a:ext cx="4121640" cy="414720"/>
          </a:xfrm>
          <a:prstGeom prst="rect">
            <a:avLst/>
          </a:prstGeom>
        </p:spPr>
        <p:txBody>
          <a:bodyPr lIns="0" rIns="0" tIns="0" bIns="0">
            <a:normAutofit fontScale="1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PlaceHolder 5"/>
          <p:cNvSpPr>
            <a:spLocks noGrp="1"/>
          </p:cNvSpPr>
          <p:nvPr>
            <p:ph type="body"/>
          </p:nvPr>
        </p:nvSpPr>
        <p:spPr>
          <a:xfrm>
            <a:off x="0" y="639000"/>
            <a:ext cx="4121640" cy="414720"/>
          </a:xfrm>
          <a:prstGeom prst="rect">
            <a:avLst/>
          </a:prstGeom>
        </p:spPr>
        <p:txBody>
          <a:bodyPr lIns="0" rIns="0" tIns="0" bIns="0">
            <a:normAutofit fontScale="1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PlaceHolder 6"/>
          <p:cNvSpPr>
            <a:spLocks noGrp="1"/>
          </p:cNvSpPr>
          <p:nvPr>
            <p:ph type="body"/>
          </p:nvPr>
        </p:nvSpPr>
        <p:spPr>
          <a:xfrm>
            <a:off x="4328280" y="639000"/>
            <a:ext cx="4121640" cy="414720"/>
          </a:xfrm>
          <a:prstGeom prst="rect">
            <a:avLst/>
          </a:prstGeom>
        </p:spPr>
        <p:txBody>
          <a:bodyPr lIns="0" rIns="0" tIns="0" bIns="0">
            <a:normAutofit fontScale="1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PlaceHolder 7"/>
          <p:cNvSpPr>
            <a:spLocks noGrp="1"/>
          </p:cNvSpPr>
          <p:nvPr>
            <p:ph type="body"/>
          </p:nvPr>
        </p:nvSpPr>
        <p:spPr>
          <a:xfrm>
            <a:off x="8656200" y="639000"/>
            <a:ext cx="4121640" cy="414720"/>
          </a:xfrm>
          <a:prstGeom prst="rect">
            <a:avLst/>
          </a:prstGeom>
        </p:spPr>
        <p:txBody>
          <a:bodyPr lIns="0" rIns="0" tIns="0" bIns="0">
            <a:normAutofit fontScale="1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8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PlaceHolder 2"/>
          <p:cNvSpPr>
            <a:spLocks noGrp="1"/>
          </p:cNvSpPr>
          <p:nvPr>
            <p:ph type="subTitle"/>
          </p:nvPr>
        </p:nvSpPr>
        <p:spPr>
          <a:xfrm>
            <a:off x="0" y="184320"/>
            <a:ext cx="12801240" cy="8697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12801240" cy="869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869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869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PlaceHolder 1"/>
          <p:cNvSpPr>
            <a:spLocks noGrp="1"/>
          </p:cNvSpPr>
          <p:nvPr>
            <p:ph type="subTitle"/>
          </p:nvPr>
        </p:nvSpPr>
        <p:spPr>
          <a:xfrm>
            <a:off x="640080" y="307800"/>
            <a:ext cx="11521080" cy="6015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869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PlaceHolder 4"/>
          <p:cNvSpPr>
            <a:spLocks noGrp="1"/>
          </p:cNvSpPr>
          <p:nvPr>
            <p:ph type="body"/>
          </p:nvPr>
        </p:nvSpPr>
        <p:spPr>
          <a:xfrm>
            <a:off x="0" y="63900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869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PlaceHolder 4"/>
          <p:cNvSpPr>
            <a:spLocks noGrp="1"/>
          </p:cNvSpPr>
          <p:nvPr>
            <p:ph type="body"/>
          </p:nvPr>
        </p:nvSpPr>
        <p:spPr>
          <a:xfrm>
            <a:off x="6559560" y="63900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2" name="PlaceHolder 4"/>
          <p:cNvSpPr>
            <a:spLocks noGrp="1"/>
          </p:cNvSpPr>
          <p:nvPr>
            <p:ph type="body"/>
          </p:nvPr>
        </p:nvSpPr>
        <p:spPr>
          <a:xfrm>
            <a:off x="0" y="639000"/>
            <a:ext cx="1280124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1280124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PlaceHolder 3"/>
          <p:cNvSpPr>
            <a:spLocks noGrp="1"/>
          </p:cNvSpPr>
          <p:nvPr>
            <p:ph type="body"/>
          </p:nvPr>
        </p:nvSpPr>
        <p:spPr>
          <a:xfrm>
            <a:off x="0" y="639000"/>
            <a:ext cx="1280124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PlaceHolder 4"/>
          <p:cNvSpPr>
            <a:spLocks noGrp="1"/>
          </p:cNvSpPr>
          <p:nvPr>
            <p:ph type="body"/>
          </p:nvPr>
        </p:nvSpPr>
        <p:spPr>
          <a:xfrm>
            <a:off x="0" y="63900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PlaceHolder 5"/>
          <p:cNvSpPr>
            <a:spLocks noGrp="1"/>
          </p:cNvSpPr>
          <p:nvPr>
            <p:ph type="body"/>
          </p:nvPr>
        </p:nvSpPr>
        <p:spPr>
          <a:xfrm>
            <a:off x="6559560" y="63900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2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4121640" cy="414720"/>
          </a:xfrm>
          <a:prstGeom prst="rect">
            <a:avLst/>
          </a:prstGeom>
        </p:spPr>
        <p:txBody>
          <a:bodyPr lIns="0" rIns="0" tIns="0" bIns="0">
            <a:normAutofit fontScale="1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PlaceHolder 3"/>
          <p:cNvSpPr>
            <a:spLocks noGrp="1"/>
          </p:cNvSpPr>
          <p:nvPr>
            <p:ph type="body"/>
          </p:nvPr>
        </p:nvSpPr>
        <p:spPr>
          <a:xfrm>
            <a:off x="4328280" y="184320"/>
            <a:ext cx="4121640" cy="414720"/>
          </a:xfrm>
          <a:prstGeom prst="rect">
            <a:avLst/>
          </a:prstGeom>
        </p:spPr>
        <p:txBody>
          <a:bodyPr lIns="0" rIns="0" tIns="0" bIns="0">
            <a:normAutofit fontScale="1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" name="PlaceHolder 4"/>
          <p:cNvSpPr>
            <a:spLocks noGrp="1"/>
          </p:cNvSpPr>
          <p:nvPr>
            <p:ph type="body"/>
          </p:nvPr>
        </p:nvSpPr>
        <p:spPr>
          <a:xfrm>
            <a:off x="8656200" y="184320"/>
            <a:ext cx="4121640" cy="414720"/>
          </a:xfrm>
          <a:prstGeom prst="rect">
            <a:avLst/>
          </a:prstGeom>
        </p:spPr>
        <p:txBody>
          <a:bodyPr lIns="0" rIns="0" tIns="0" bIns="0">
            <a:normAutofit fontScale="1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PlaceHolder 5"/>
          <p:cNvSpPr>
            <a:spLocks noGrp="1"/>
          </p:cNvSpPr>
          <p:nvPr>
            <p:ph type="body"/>
          </p:nvPr>
        </p:nvSpPr>
        <p:spPr>
          <a:xfrm>
            <a:off x="0" y="639000"/>
            <a:ext cx="4121640" cy="414720"/>
          </a:xfrm>
          <a:prstGeom prst="rect">
            <a:avLst/>
          </a:prstGeom>
        </p:spPr>
        <p:txBody>
          <a:bodyPr lIns="0" rIns="0" tIns="0" bIns="0">
            <a:normAutofit fontScale="1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PlaceHolder 6"/>
          <p:cNvSpPr>
            <a:spLocks noGrp="1"/>
          </p:cNvSpPr>
          <p:nvPr>
            <p:ph type="body"/>
          </p:nvPr>
        </p:nvSpPr>
        <p:spPr>
          <a:xfrm>
            <a:off x="4328280" y="639000"/>
            <a:ext cx="4121640" cy="414720"/>
          </a:xfrm>
          <a:prstGeom prst="rect">
            <a:avLst/>
          </a:prstGeom>
        </p:spPr>
        <p:txBody>
          <a:bodyPr lIns="0" rIns="0" tIns="0" bIns="0">
            <a:normAutofit fontScale="1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PlaceHolder 7"/>
          <p:cNvSpPr>
            <a:spLocks noGrp="1"/>
          </p:cNvSpPr>
          <p:nvPr>
            <p:ph type="body"/>
          </p:nvPr>
        </p:nvSpPr>
        <p:spPr>
          <a:xfrm>
            <a:off x="8656200" y="639000"/>
            <a:ext cx="4121640" cy="414720"/>
          </a:xfrm>
          <a:prstGeom prst="rect">
            <a:avLst/>
          </a:prstGeom>
        </p:spPr>
        <p:txBody>
          <a:bodyPr lIns="0" rIns="0" tIns="0" bIns="0">
            <a:normAutofit fontScale="1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9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5" name="PlaceHolder 2"/>
          <p:cNvSpPr>
            <a:spLocks noGrp="1"/>
          </p:cNvSpPr>
          <p:nvPr>
            <p:ph type="subTitle"/>
          </p:nvPr>
        </p:nvSpPr>
        <p:spPr>
          <a:xfrm>
            <a:off x="0" y="184320"/>
            <a:ext cx="12801240" cy="8697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7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12801240" cy="869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9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869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0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869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PlaceHolder 1"/>
          <p:cNvSpPr>
            <a:spLocks noGrp="1"/>
          </p:cNvSpPr>
          <p:nvPr>
            <p:ph type="subTitle"/>
          </p:nvPr>
        </p:nvSpPr>
        <p:spPr>
          <a:xfrm>
            <a:off x="640080" y="307800"/>
            <a:ext cx="11521080" cy="6015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4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5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869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6" name="PlaceHolder 4"/>
          <p:cNvSpPr>
            <a:spLocks noGrp="1"/>
          </p:cNvSpPr>
          <p:nvPr>
            <p:ph type="body"/>
          </p:nvPr>
        </p:nvSpPr>
        <p:spPr>
          <a:xfrm>
            <a:off x="0" y="63900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8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869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9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0" name="PlaceHolder 4"/>
          <p:cNvSpPr>
            <a:spLocks noGrp="1"/>
          </p:cNvSpPr>
          <p:nvPr>
            <p:ph type="body"/>
          </p:nvPr>
        </p:nvSpPr>
        <p:spPr>
          <a:xfrm>
            <a:off x="6559560" y="63900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2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3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4" name="PlaceHolder 4"/>
          <p:cNvSpPr>
            <a:spLocks noGrp="1"/>
          </p:cNvSpPr>
          <p:nvPr>
            <p:ph type="body"/>
          </p:nvPr>
        </p:nvSpPr>
        <p:spPr>
          <a:xfrm>
            <a:off x="0" y="639000"/>
            <a:ext cx="1280124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6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1280124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7" name="PlaceHolder 3"/>
          <p:cNvSpPr>
            <a:spLocks noGrp="1"/>
          </p:cNvSpPr>
          <p:nvPr>
            <p:ph type="body"/>
          </p:nvPr>
        </p:nvSpPr>
        <p:spPr>
          <a:xfrm>
            <a:off x="0" y="639000"/>
            <a:ext cx="1280124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9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0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1" name="PlaceHolder 4"/>
          <p:cNvSpPr>
            <a:spLocks noGrp="1"/>
          </p:cNvSpPr>
          <p:nvPr>
            <p:ph type="body"/>
          </p:nvPr>
        </p:nvSpPr>
        <p:spPr>
          <a:xfrm>
            <a:off x="0" y="63900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2" name="PlaceHolder 5"/>
          <p:cNvSpPr>
            <a:spLocks noGrp="1"/>
          </p:cNvSpPr>
          <p:nvPr>
            <p:ph type="body"/>
          </p:nvPr>
        </p:nvSpPr>
        <p:spPr>
          <a:xfrm>
            <a:off x="6559560" y="63900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4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4121640" cy="414720"/>
          </a:xfrm>
          <a:prstGeom prst="rect">
            <a:avLst/>
          </a:prstGeom>
        </p:spPr>
        <p:txBody>
          <a:bodyPr lIns="0" rIns="0" tIns="0" bIns="0">
            <a:normAutofit fontScale="1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5" name="PlaceHolder 3"/>
          <p:cNvSpPr>
            <a:spLocks noGrp="1"/>
          </p:cNvSpPr>
          <p:nvPr>
            <p:ph type="body"/>
          </p:nvPr>
        </p:nvSpPr>
        <p:spPr>
          <a:xfrm>
            <a:off x="4328280" y="184320"/>
            <a:ext cx="4121640" cy="414720"/>
          </a:xfrm>
          <a:prstGeom prst="rect">
            <a:avLst/>
          </a:prstGeom>
        </p:spPr>
        <p:txBody>
          <a:bodyPr lIns="0" rIns="0" tIns="0" bIns="0">
            <a:normAutofit fontScale="1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6" name="PlaceHolder 4"/>
          <p:cNvSpPr>
            <a:spLocks noGrp="1"/>
          </p:cNvSpPr>
          <p:nvPr>
            <p:ph type="body"/>
          </p:nvPr>
        </p:nvSpPr>
        <p:spPr>
          <a:xfrm>
            <a:off x="8656200" y="184320"/>
            <a:ext cx="4121640" cy="414720"/>
          </a:xfrm>
          <a:prstGeom prst="rect">
            <a:avLst/>
          </a:prstGeom>
        </p:spPr>
        <p:txBody>
          <a:bodyPr lIns="0" rIns="0" tIns="0" bIns="0">
            <a:normAutofit fontScale="1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7" name="PlaceHolder 5"/>
          <p:cNvSpPr>
            <a:spLocks noGrp="1"/>
          </p:cNvSpPr>
          <p:nvPr>
            <p:ph type="body"/>
          </p:nvPr>
        </p:nvSpPr>
        <p:spPr>
          <a:xfrm>
            <a:off x="0" y="639000"/>
            <a:ext cx="4121640" cy="414720"/>
          </a:xfrm>
          <a:prstGeom prst="rect">
            <a:avLst/>
          </a:prstGeom>
        </p:spPr>
        <p:txBody>
          <a:bodyPr lIns="0" rIns="0" tIns="0" bIns="0">
            <a:normAutofit fontScale="1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8" name="PlaceHolder 6"/>
          <p:cNvSpPr>
            <a:spLocks noGrp="1"/>
          </p:cNvSpPr>
          <p:nvPr>
            <p:ph type="body"/>
          </p:nvPr>
        </p:nvSpPr>
        <p:spPr>
          <a:xfrm>
            <a:off x="4328280" y="639000"/>
            <a:ext cx="4121640" cy="414720"/>
          </a:xfrm>
          <a:prstGeom prst="rect">
            <a:avLst/>
          </a:prstGeom>
        </p:spPr>
        <p:txBody>
          <a:bodyPr lIns="0" rIns="0" tIns="0" bIns="0">
            <a:normAutofit fontScale="1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9" name="PlaceHolder 7"/>
          <p:cNvSpPr>
            <a:spLocks noGrp="1"/>
          </p:cNvSpPr>
          <p:nvPr>
            <p:ph type="body"/>
          </p:nvPr>
        </p:nvSpPr>
        <p:spPr>
          <a:xfrm>
            <a:off x="8656200" y="639000"/>
            <a:ext cx="4121640" cy="414720"/>
          </a:xfrm>
          <a:prstGeom prst="rect">
            <a:avLst/>
          </a:prstGeom>
        </p:spPr>
        <p:txBody>
          <a:bodyPr lIns="0" rIns="0" tIns="0" bIns="0">
            <a:normAutofit fontScale="1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3" name="PlaceHolder 2"/>
          <p:cNvSpPr>
            <a:spLocks noGrp="1"/>
          </p:cNvSpPr>
          <p:nvPr>
            <p:ph type="subTitle"/>
          </p:nvPr>
        </p:nvSpPr>
        <p:spPr>
          <a:xfrm>
            <a:off x="0" y="184320"/>
            <a:ext cx="12801240" cy="8697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5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12801240" cy="869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7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869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8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869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PlaceHolder 1"/>
          <p:cNvSpPr>
            <a:spLocks noGrp="1"/>
          </p:cNvSpPr>
          <p:nvPr>
            <p:ph type="subTitle"/>
          </p:nvPr>
        </p:nvSpPr>
        <p:spPr>
          <a:xfrm>
            <a:off x="640080" y="307800"/>
            <a:ext cx="11521080" cy="6015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2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3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869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4" name="PlaceHolder 4"/>
          <p:cNvSpPr>
            <a:spLocks noGrp="1"/>
          </p:cNvSpPr>
          <p:nvPr>
            <p:ph type="body"/>
          </p:nvPr>
        </p:nvSpPr>
        <p:spPr>
          <a:xfrm>
            <a:off x="0" y="63900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6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869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7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8" name="PlaceHolder 4"/>
          <p:cNvSpPr>
            <a:spLocks noGrp="1"/>
          </p:cNvSpPr>
          <p:nvPr>
            <p:ph type="body"/>
          </p:nvPr>
        </p:nvSpPr>
        <p:spPr>
          <a:xfrm>
            <a:off x="6559560" y="63900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0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1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2" name="PlaceHolder 4"/>
          <p:cNvSpPr>
            <a:spLocks noGrp="1"/>
          </p:cNvSpPr>
          <p:nvPr>
            <p:ph type="body"/>
          </p:nvPr>
        </p:nvSpPr>
        <p:spPr>
          <a:xfrm>
            <a:off x="0" y="639000"/>
            <a:ext cx="1280124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4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1280124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5" name="PlaceHolder 3"/>
          <p:cNvSpPr>
            <a:spLocks noGrp="1"/>
          </p:cNvSpPr>
          <p:nvPr>
            <p:ph type="body"/>
          </p:nvPr>
        </p:nvSpPr>
        <p:spPr>
          <a:xfrm>
            <a:off x="0" y="639000"/>
            <a:ext cx="1280124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7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8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9" name="PlaceHolder 4"/>
          <p:cNvSpPr>
            <a:spLocks noGrp="1"/>
          </p:cNvSpPr>
          <p:nvPr>
            <p:ph type="body"/>
          </p:nvPr>
        </p:nvSpPr>
        <p:spPr>
          <a:xfrm>
            <a:off x="0" y="63900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0" name="PlaceHolder 5"/>
          <p:cNvSpPr>
            <a:spLocks noGrp="1"/>
          </p:cNvSpPr>
          <p:nvPr>
            <p:ph type="body"/>
          </p:nvPr>
        </p:nvSpPr>
        <p:spPr>
          <a:xfrm>
            <a:off x="6559560" y="63900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2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4121640" cy="414720"/>
          </a:xfrm>
          <a:prstGeom prst="rect">
            <a:avLst/>
          </a:prstGeom>
        </p:spPr>
        <p:txBody>
          <a:bodyPr lIns="0" rIns="0" tIns="0" bIns="0">
            <a:normAutofit fontScale="1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3" name="PlaceHolder 3"/>
          <p:cNvSpPr>
            <a:spLocks noGrp="1"/>
          </p:cNvSpPr>
          <p:nvPr>
            <p:ph type="body"/>
          </p:nvPr>
        </p:nvSpPr>
        <p:spPr>
          <a:xfrm>
            <a:off x="4328280" y="184320"/>
            <a:ext cx="4121640" cy="414720"/>
          </a:xfrm>
          <a:prstGeom prst="rect">
            <a:avLst/>
          </a:prstGeom>
        </p:spPr>
        <p:txBody>
          <a:bodyPr lIns="0" rIns="0" tIns="0" bIns="0">
            <a:normAutofit fontScale="1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4" name="PlaceHolder 4"/>
          <p:cNvSpPr>
            <a:spLocks noGrp="1"/>
          </p:cNvSpPr>
          <p:nvPr>
            <p:ph type="body"/>
          </p:nvPr>
        </p:nvSpPr>
        <p:spPr>
          <a:xfrm>
            <a:off x="8656200" y="184320"/>
            <a:ext cx="4121640" cy="414720"/>
          </a:xfrm>
          <a:prstGeom prst="rect">
            <a:avLst/>
          </a:prstGeom>
        </p:spPr>
        <p:txBody>
          <a:bodyPr lIns="0" rIns="0" tIns="0" bIns="0">
            <a:normAutofit fontScale="1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5" name="PlaceHolder 5"/>
          <p:cNvSpPr>
            <a:spLocks noGrp="1"/>
          </p:cNvSpPr>
          <p:nvPr>
            <p:ph type="body"/>
          </p:nvPr>
        </p:nvSpPr>
        <p:spPr>
          <a:xfrm>
            <a:off x="0" y="639000"/>
            <a:ext cx="4121640" cy="414720"/>
          </a:xfrm>
          <a:prstGeom prst="rect">
            <a:avLst/>
          </a:prstGeom>
        </p:spPr>
        <p:txBody>
          <a:bodyPr lIns="0" rIns="0" tIns="0" bIns="0">
            <a:normAutofit fontScale="1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6" name="PlaceHolder 6"/>
          <p:cNvSpPr>
            <a:spLocks noGrp="1"/>
          </p:cNvSpPr>
          <p:nvPr>
            <p:ph type="body"/>
          </p:nvPr>
        </p:nvSpPr>
        <p:spPr>
          <a:xfrm>
            <a:off x="4328280" y="639000"/>
            <a:ext cx="4121640" cy="414720"/>
          </a:xfrm>
          <a:prstGeom prst="rect">
            <a:avLst/>
          </a:prstGeom>
        </p:spPr>
        <p:txBody>
          <a:bodyPr lIns="0" rIns="0" tIns="0" bIns="0">
            <a:normAutofit fontScale="1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7" name="PlaceHolder 7"/>
          <p:cNvSpPr>
            <a:spLocks noGrp="1"/>
          </p:cNvSpPr>
          <p:nvPr>
            <p:ph type="body"/>
          </p:nvPr>
        </p:nvSpPr>
        <p:spPr>
          <a:xfrm>
            <a:off x="8656200" y="639000"/>
            <a:ext cx="4121640" cy="414720"/>
          </a:xfrm>
          <a:prstGeom prst="rect">
            <a:avLst/>
          </a:prstGeom>
        </p:spPr>
        <p:txBody>
          <a:bodyPr lIns="0" rIns="0" tIns="0" bIns="0">
            <a:normAutofit fontScale="1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1" name="PlaceHolder 2"/>
          <p:cNvSpPr>
            <a:spLocks noGrp="1"/>
          </p:cNvSpPr>
          <p:nvPr>
            <p:ph type="subTitle"/>
          </p:nvPr>
        </p:nvSpPr>
        <p:spPr>
          <a:xfrm>
            <a:off x="0" y="184320"/>
            <a:ext cx="12801240" cy="8697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3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12801240" cy="869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5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869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6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869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PlaceHolder 1"/>
          <p:cNvSpPr>
            <a:spLocks noGrp="1"/>
          </p:cNvSpPr>
          <p:nvPr>
            <p:ph type="subTitle"/>
          </p:nvPr>
        </p:nvSpPr>
        <p:spPr>
          <a:xfrm>
            <a:off x="640080" y="307800"/>
            <a:ext cx="11521080" cy="6015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0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1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869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2" name="PlaceHolder 4"/>
          <p:cNvSpPr>
            <a:spLocks noGrp="1"/>
          </p:cNvSpPr>
          <p:nvPr>
            <p:ph type="body"/>
          </p:nvPr>
        </p:nvSpPr>
        <p:spPr>
          <a:xfrm>
            <a:off x="0" y="63900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4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869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5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6" name="PlaceHolder 4"/>
          <p:cNvSpPr>
            <a:spLocks noGrp="1"/>
          </p:cNvSpPr>
          <p:nvPr>
            <p:ph type="body"/>
          </p:nvPr>
        </p:nvSpPr>
        <p:spPr>
          <a:xfrm>
            <a:off x="6559560" y="63900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8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9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0" name="PlaceHolder 4"/>
          <p:cNvSpPr>
            <a:spLocks noGrp="1"/>
          </p:cNvSpPr>
          <p:nvPr>
            <p:ph type="body"/>
          </p:nvPr>
        </p:nvSpPr>
        <p:spPr>
          <a:xfrm>
            <a:off x="0" y="639000"/>
            <a:ext cx="1280124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2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1280124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3" name="PlaceHolder 3"/>
          <p:cNvSpPr>
            <a:spLocks noGrp="1"/>
          </p:cNvSpPr>
          <p:nvPr>
            <p:ph type="body"/>
          </p:nvPr>
        </p:nvSpPr>
        <p:spPr>
          <a:xfrm>
            <a:off x="0" y="639000"/>
            <a:ext cx="1280124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5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6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7" name="PlaceHolder 4"/>
          <p:cNvSpPr>
            <a:spLocks noGrp="1"/>
          </p:cNvSpPr>
          <p:nvPr>
            <p:ph type="body"/>
          </p:nvPr>
        </p:nvSpPr>
        <p:spPr>
          <a:xfrm>
            <a:off x="0" y="63900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8" name="PlaceHolder 5"/>
          <p:cNvSpPr>
            <a:spLocks noGrp="1"/>
          </p:cNvSpPr>
          <p:nvPr>
            <p:ph type="body"/>
          </p:nvPr>
        </p:nvSpPr>
        <p:spPr>
          <a:xfrm>
            <a:off x="6559560" y="63900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0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4121640" cy="414720"/>
          </a:xfrm>
          <a:prstGeom prst="rect">
            <a:avLst/>
          </a:prstGeom>
        </p:spPr>
        <p:txBody>
          <a:bodyPr lIns="0" rIns="0" tIns="0" bIns="0">
            <a:normAutofit fontScale="1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1" name="PlaceHolder 3"/>
          <p:cNvSpPr>
            <a:spLocks noGrp="1"/>
          </p:cNvSpPr>
          <p:nvPr>
            <p:ph type="body"/>
          </p:nvPr>
        </p:nvSpPr>
        <p:spPr>
          <a:xfrm>
            <a:off x="4328280" y="184320"/>
            <a:ext cx="4121640" cy="414720"/>
          </a:xfrm>
          <a:prstGeom prst="rect">
            <a:avLst/>
          </a:prstGeom>
        </p:spPr>
        <p:txBody>
          <a:bodyPr lIns="0" rIns="0" tIns="0" bIns="0">
            <a:normAutofit fontScale="1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2" name="PlaceHolder 4"/>
          <p:cNvSpPr>
            <a:spLocks noGrp="1"/>
          </p:cNvSpPr>
          <p:nvPr>
            <p:ph type="body"/>
          </p:nvPr>
        </p:nvSpPr>
        <p:spPr>
          <a:xfrm>
            <a:off x="8656200" y="184320"/>
            <a:ext cx="4121640" cy="414720"/>
          </a:xfrm>
          <a:prstGeom prst="rect">
            <a:avLst/>
          </a:prstGeom>
        </p:spPr>
        <p:txBody>
          <a:bodyPr lIns="0" rIns="0" tIns="0" bIns="0">
            <a:normAutofit fontScale="1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3" name="PlaceHolder 5"/>
          <p:cNvSpPr>
            <a:spLocks noGrp="1"/>
          </p:cNvSpPr>
          <p:nvPr>
            <p:ph type="body"/>
          </p:nvPr>
        </p:nvSpPr>
        <p:spPr>
          <a:xfrm>
            <a:off x="0" y="639000"/>
            <a:ext cx="4121640" cy="414720"/>
          </a:xfrm>
          <a:prstGeom prst="rect">
            <a:avLst/>
          </a:prstGeom>
        </p:spPr>
        <p:txBody>
          <a:bodyPr lIns="0" rIns="0" tIns="0" bIns="0">
            <a:normAutofit fontScale="1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4" name="PlaceHolder 6"/>
          <p:cNvSpPr>
            <a:spLocks noGrp="1"/>
          </p:cNvSpPr>
          <p:nvPr>
            <p:ph type="body"/>
          </p:nvPr>
        </p:nvSpPr>
        <p:spPr>
          <a:xfrm>
            <a:off x="4328280" y="639000"/>
            <a:ext cx="4121640" cy="414720"/>
          </a:xfrm>
          <a:prstGeom prst="rect">
            <a:avLst/>
          </a:prstGeom>
        </p:spPr>
        <p:txBody>
          <a:bodyPr lIns="0" rIns="0" tIns="0" bIns="0">
            <a:normAutofit fontScale="1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5" name="PlaceHolder 7"/>
          <p:cNvSpPr>
            <a:spLocks noGrp="1"/>
          </p:cNvSpPr>
          <p:nvPr>
            <p:ph type="body"/>
          </p:nvPr>
        </p:nvSpPr>
        <p:spPr>
          <a:xfrm>
            <a:off x="8656200" y="639000"/>
            <a:ext cx="4121640" cy="414720"/>
          </a:xfrm>
          <a:prstGeom prst="rect">
            <a:avLst/>
          </a:prstGeom>
        </p:spPr>
        <p:txBody>
          <a:bodyPr lIns="0" rIns="0" tIns="0" bIns="0">
            <a:normAutofit fontScale="1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2" name="PlaceHolder 2"/>
          <p:cNvSpPr>
            <a:spLocks noGrp="1"/>
          </p:cNvSpPr>
          <p:nvPr>
            <p:ph type="subTitle"/>
          </p:nvPr>
        </p:nvSpPr>
        <p:spPr>
          <a:xfrm>
            <a:off x="0" y="184320"/>
            <a:ext cx="12801240" cy="8697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4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12801240" cy="869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6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869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7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869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PlaceHolder 1"/>
          <p:cNvSpPr>
            <a:spLocks noGrp="1"/>
          </p:cNvSpPr>
          <p:nvPr>
            <p:ph type="subTitle"/>
          </p:nvPr>
        </p:nvSpPr>
        <p:spPr>
          <a:xfrm>
            <a:off x="640080" y="307800"/>
            <a:ext cx="11521080" cy="6015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1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2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869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3" name="PlaceHolder 4"/>
          <p:cNvSpPr>
            <a:spLocks noGrp="1"/>
          </p:cNvSpPr>
          <p:nvPr>
            <p:ph type="body"/>
          </p:nvPr>
        </p:nvSpPr>
        <p:spPr>
          <a:xfrm>
            <a:off x="0" y="63900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5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869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6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7" name="PlaceHolder 4"/>
          <p:cNvSpPr>
            <a:spLocks noGrp="1"/>
          </p:cNvSpPr>
          <p:nvPr>
            <p:ph type="body"/>
          </p:nvPr>
        </p:nvSpPr>
        <p:spPr>
          <a:xfrm>
            <a:off x="6559560" y="63900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9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0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1" name="PlaceHolder 4"/>
          <p:cNvSpPr>
            <a:spLocks noGrp="1"/>
          </p:cNvSpPr>
          <p:nvPr>
            <p:ph type="body"/>
          </p:nvPr>
        </p:nvSpPr>
        <p:spPr>
          <a:xfrm>
            <a:off x="0" y="639000"/>
            <a:ext cx="1280124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3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1280124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4" name="PlaceHolder 3"/>
          <p:cNvSpPr>
            <a:spLocks noGrp="1"/>
          </p:cNvSpPr>
          <p:nvPr>
            <p:ph type="body"/>
          </p:nvPr>
        </p:nvSpPr>
        <p:spPr>
          <a:xfrm>
            <a:off x="0" y="639000"/>
            <a:ext cx="1280124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6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7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8" name="PlaceHolder 4"/>
          <p:cNvSpPr>
            <a:spLocks noGrp="1"/>
          </p:cNvSpPr>
          <p:nvPr>
            <p:ph type="body"/>
          </p:nvPr>
        </p:nvSpPr>
        <p:spPr>
          <a:xfrm>
            <a:off x="0" y="63900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9" name="PlaceHolder 5"/>
          <p:cNvSpPr>
            <a:spLocks noGrp="1"/>
          </p:cNvSpPr>
          <p:nvPr>
            <p:ph type="body"/>
          </p:nvPr>
        </p:nvSpPr>
        <p:spPr>
          <a:xfrm>
            <a:off x="6559560" y="63900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1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4121640" cy="414720"/>
          </a:xfrm>
          <a:prstGeom prst="rect">
            <a:avLst/>
          </a:prstGeom>
        </p:spPr>
        <p:txBody>
          <a:bodyPr lIns="0" rIns="0" tIns="0" bIns="0">
            <a:normAutofit fontScale="1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2" name="PlaceHolder 3"/>
          <p:cNvSpPr>
            <a:spLocks noGrp="1"/>
          </p:cNvSpPr>
          <p:nvPr>
            <p:ph type="body"/>
          </p:nvPr>
        </p:nvSpPr>
        <p:spPr>
          <a:xfrm>
            <a:off x="4328280" y="184320"/>
            <a:ext cx="4121640" cy="414720"/>
          </a:xfrm>
          <a:prstGeom prst="rect">
            <a:avLst/>
          </a:prstGeom>
        </p:spPr>
        <p:txBody>
          <a:bodyPr lIns="0" rIns="0" tIns="0" bIns="0">
            <a:normAutofit fontScale="1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3" name="PlaceHolder 4"/>
          <p:cNvSpPr>
            <a:spLocks noGrp="1"/>
          </p:cNvSpPr>
          <p:nvPr>
            <p:ph type="body"/>
          </p:nvPr>
        </p:nvSpPr>
        <p:spPr>
          <a:xfrm>
            <a:off x="8656200" y="184320"/>
            <a:ext cx="4121640" cy="414720"/>
          </a:xfrm>
          <a:prstGeom prst="rect">
            <a:avLst/>
          </a:prstGeom>
        </p:spPr>
        <p:txBody>
          <a:bodyPr lIns="0" rIns="0" tIns="0" bIns="0">
            <a:normAutofit fontScale="1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4" name="PlaceHolder 5"/>
          <p:cNvSpPr>
            <a:spLocks noGrp="1"/>
          </p:cNvSpPr>
          <p:nvPr>
            <p:ph type="body"/>
          </p:nvPr>
        </p:nvSpPr>
        <p:spPr>
          <a:xfrm>
            <a:off x="0" y="639000"/>
            <a:ext cx="4121640" cy="414720"/>
          </a:xfrm>
          <a:prstGeom prst="rect">
            <a:avLst/>
          </a:prstGeom>
        </p:spPr>
        <p:txBody>
          <a:bodyPr lIns="0" rIns="0" tIns="0" bIns="0">
            <a:normAutofit fontScale="1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5" name="PlaceHolder 6"/>
          <p:cNvSpPr>
            <a:spLocks noGrp="1"/>
          </p:cNvSpPr>
          <p:nvPr>
            <p:ph type="body"/>
          </p:nvPr>
        </p:nvSpPr>
        <p:spPr>
          <a:xfrm>
            <a:off x="4328280" y="639000"/>
            <a:ext cx="4121640" cy="414720"/>
          </a:xfrm>
          <a:prstGeom prst="rect">
            <a:avLst/>
          </a:prstGeom>
        </p:spPr>
        <p:txBody>
          <a:bodyPr lIns="0" rIns="0" tIns="0" bIns="0">
            <a:normAutofit fontScale="1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6" name="PlaceHolder 7"/>
          <p:cNvSpPr>
            <a:spLocks noGrp="1"/>
          </p:cNvSpPr>
          <p:nvPr>
            <p:ph type="body"/>
          </p:nvPr>
        </p:nvSpPr>
        <p:spPr>
          <a:xfrm>
            <a:off x="8656200" y="639000"/>
            <a:ext cx="4121640" cy="414720"/>
          </a:xfrm>
          <a:prstGeom prst="rect">
            <a:avLst/>
          </a:prstGeom>
        </p:spPr>
        <p:txBody>
          <a:bodyPr lIns="0" rIns="0" tIns="0" bIns="0">
            <a:normAutofit fontScale="1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4" name="PlaceHolder 2"/>
          <p:cNvSpPr>
            <a:spLocks noGrp="1"/>
          </p:cNvSpPr>
          <p:nvPr>
            <p:ph type="subTitle"/>
          </p:nvPr>
        </p:nvSpPr>
        <p:spPr>
          <a:xfrm>
            <a:off x="0" y="184320"/>
            <a:ext cx="12801240" cy="8697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6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12801240" cy="869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8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869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9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869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PlaceHolder 1"/>
          <p:cNvSpPr>
            <a:spLocks noGrp="1"/>
          </p:cNvSpPr>
          <p:nvPr>
            <p:ph type="subTitle"/>
          </p:nvPr>
        </p:nvSpPr>
        <p:spPr>
          <a:xfrm>
            <a:off x="640080" y="307800"/>
            <a:ext cx="11521080" cy="6015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3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4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869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5" name="PlaceHolder 4"/>
          <p:cNvSpPr>
            <a:spLocks noGrp="1"/>
          </p:cNvSpPr>
          <p:nvPr>
            <p:ph type="body"/>
          </p:nvPr>
        </p:nvSpPr>
        <p:spPr>
          <a:xfrm>
            <a:off x="0" y="63900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7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869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8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9" name="PlaceHolder 4"/>
          <p:cNvSpPr>
            <a:spLocks noGrp="1"/>
          </p:cNvSpPr>
          <p:nvPr>
            <p:ph type="body"/>
          </p:nvPr>
        </p:nvSpPr>
        <p:spPr>
          <a:xfrm>
            <a:off x="6559560" y="63900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1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2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3" name="PlaceHolder 4"/>
          <p:cNvSpPr>
            <a:spLocks noGrp="1"/>
          </p:cNvSpPr>
          <p:nvPr>
            <p:ph type="body"/>
          </p:nvPr>
        </p:nvSpPr>
        <p:spPr>
          <a:xfrm>
            <a:off x="0" y="639000"/>
            <a:ext cx="1280124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5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1280124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6" name="PlaceHolder 3"/>
          <p:cNvSpPr>
            <a:spLocks noGrp="1"/>
          </p:cNvSpPr>
          <p:nvPr>
            <p:ph type="body"/>
          </p:nvPr>
        </p:nvSpPr>
        <p:spPr>
          <a:xfrm>
            <a:off x="0" y="639000"/>
            <a:ext cx="1280124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8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9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0" name="PlaceHolder 4"/>
          <p:cNvSpPr>
            <a:spLocks noGrp="1"/>
          </p:cNvSpPr>
          <p:nvPr>
            <p:ph type="body"/>
          </p:nvPr>
        </p:nvSpPr>
        <p:spPr>
          <a:xfrm>
            <a:off x="0" y="63900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1" name="PlaceHolder 5"/>
          <p:cNvSpPr>
            <a:spLocks noGrp="1"/>
          </p:cNvSpPr>
          <p:nvPr>
            <p:ph type="body"/>
          </p:nvPr>
        </p:nvSpPr>
        <p:spPr>
          <a:xfrm>
            <a:off x="6559560" y="63900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3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4121640" cy="414720"/>
          </a:xfrm>
          <a:prstGeom prst="rect">
            <a:avLst/>
          </a:prstGeom>
        </p:spPr>
        <p:txBody>
          <a:bodyPr lIns="0" rIns="0" tIns="0" bIns="0">
            <a:normAutofit fontScale="1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4" name="PlaceHolder 3"/>
          <p:cNvSpPr>
            <a:spLocks noGrp="1"/>
          </p:cNvSpPr>
          <p:nvPr>
            <p:ph type="body"/>
          </p:nvPr>
        </p:nvSpPr>
        <p:spPr>
          <a:xfrm>
            <a:off x="4328280" y="184320"/>
            <a:ext cx="4121640" cy="414720"/>
          </a:xfrm>
          <a:prstGeom prst="rect">
            <a:avLst/>
          </a:prstGeom>
        </p:spPr>
        <p:txBody>
          <a:bodyPr lIns="0" rIns="0" tIns="0" bIns="0">
            <a:normAutofit fontScale="1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5" name="PlaceHolder 4"/>
          <p:cNvSpPr>
            <a:spLocks noGrp="1"/>
          </p:cNvSpPr>
          <p:nvPr>
            <p:ph type="body"/>
          </p:nvPr>
        </p:nvSpPr>
        <p:spPr>
          <a:xfrm>
            <a:off x="8656200" y="184320"/>
            <a:ext cx="4121640" cy="414720"/>
          </a:xfrm>
          <a:prstGeom prst="rect">
            <a:avLst/>
          </a:prstGeom>
        </p:spPr>
        <p:txBody>
          <a:bodyPr lIns="0" rIns="0" tIns="0" bIns="0">
            <a:normAutofit fontScale="1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6" name="PlaceHolder 5"/>
          <p:cNvSpPr>
            <a:spLocks noGrp="1"/>
          </p:cNvSpPr>
          <p:nvPr>
            <p:ph type="body"/>
          </p:nvPr>
        </p:nvSpPr>
        <p:spPr>
          <a:xfrm>
            <a:off x="0" y="639000"/>
            <a:ext cx="4121640" cy="414720"/>
          </a:xfrm>
          <a:prstGeom prst="rect">
            <a:avLst/>
          </a:prstGeom>
        </p:spPr>
        <p:txBody>
          <a:bodyPr lIns="0" rIns="0" tIns="0" bIns="0">
            <a:normAutofit fontScale="1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7" name="PlaceHolder 6"/>
          <p:cNvSpPr>
            <a:spLocks noGrp="1"/>
          </p:cNvSpPr>
          <p:nvPr>
            <p:ph type="body"/>
          </p:nvPr>
        </p:nvSpPr>
        <p:spPr>
          <a:xfrm>
            <a:off x="4328280" y="639000"/>
            <a:ext cx="4121640" cy="414720"/>
          </a:xfrm>
          <a:prstGeom prst="rect">
            <a:avLst/>
          </a:prstGeom>
        </p:spPr>
        <p:txBody>
          <a:bodyPr lIns="0" rIns="0" tIns="0" bIns="0">
            <a:normAutofit fontScale="1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8" name="PlaceHolder 7"/>
          <p:cNvSpPr>
            <a:spLocks noGrp="1"/>
          </p:cNvSpPr>
          <p:nvPr>
            <p:ph type="body"/>
          </p:nvPr>
        </p:nvSpPr>
        <p:spPr>
          <a:xfrm>
            <a:off x="8656200" y="639000"/>
            <a:ext cx="4121640" cy="414720"/>
          </a:xfrm>
          <a:prstGeom prst="rect">
            <a:avLst/>
          </a:prstGeom>
        </p:spPr>
        <p:txBody>
          <a:bodyPr lIns="0" rIns="0" tIns="0" bIns="0">
            <a:normAutofit fontScale="1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5" name="PlaceHolder 2"/>
          <p:cNvSpPr>
            <a:spLocks noGrp="1"/>
          </p:cNvSpPr>
          <p:nvPr>
            <p:ph type="subTitle"/>
          </p:nvPr>
        </p:nvSpPr>
        <p:spPr>
          <a:xfrm>
            <a:off x="0" y="184320"/>
            <a:ext cx="12801240" cy="8697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7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12801240" cy="869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9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869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0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869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PlaceHolder 1"/>
          <p:cNvSpPr>
            <a:spLocks noGrp="1"/>
          </p:cNvSpPr>
          <p:nvPr>
            <p:ph type="subTitle"/>
          </p:nvPr>
        </p:nvSpPr>
        <p:spPr>
          <a:xfrm>
            <a:off x="640080" y="307800"/>
            <a:ext cx="11521080" cy="6015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4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5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869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6" name="PlaceHolder 4"/>
          <p:cNvSpPr>
            <a:spLocks noGrp="1"/>
          </p:cNvSpPr>
          <p:nvPr>
            <p:ph type="body"/>
          </p:nvPr>
        </p:nvSpPr>
        <p:spPr>
          <a:xfrm>
            <a:off x="0" y="63900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8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869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9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0" name="PlaceHolder 4"/>
          <p:cNvSpPr>
            <a:spLocks noGrp="1"/>
          </p:cNvSpPr>
          <p:nvPr>
            <p:ph type="body"/>
          </p:nvPr>
        </p:nvSpPr>
        <p:spPr>
          <a:xfrm>
            <a:off x="6559560" y="63900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2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3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4" name="PlaceHolder 4"/>
          <p:cNvSpPr>
            <a:spLocks noGrp="1"/>
          </p:cNvSpPr>
          <p:nvPr>
            <p:ph type="body"/>
          </p:nvPr>
        </p:nvSpPr>
        <p:spPr>
          <a:xfrm>
            <a:off x="0" y="639000"/>
            <a:ext cx="1280124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6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1280124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7" name="PlaceHolder 3"/>
          <p:cNvSpPr>
            <a:spLocks noGrp="1"/>
          </p:cNvSpPr>
          <p:nvPr>
            <p:ph type="body"/>
          </p:nvPr>
        </p:nvSpPr>
        <p:spPr>
          <a:xfrm>
            <a:off x="0" y="639000"/>
            <a:ext cx="1280124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9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0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1" name="PlaceHolder 4"/>
          <p:cNvSpPr>
            <a:spLocks noGrp="1"/>
          </p:cNvSpPr>
          <p:nvPr>
            <p:ph type="body"/>
          </p:nvPr>
        </p:nvSpPr>
        <p:spPr>
          <a:xfrm>
            <a:off x="0" y="63900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2" name="PlaceHolder 5"/>
          <p:cNvSpPr>
            <a:spLocks noGrp="1"/>
          </p:cNvSpPr>
          <p:nvPr>
            <p:ph type="body"/>
          </p:nvPr>
        </p:nvSpPr>
        <p:spPr>
          <a:xfrm>
            <a:off x="6559560" y="63900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4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4121640" cy="414720"/>
          </a:xfrm>
          <a:prstGeom prst="rect">
            <a:avLst/>
          </a:prstGeom>
        </p:spPr>
        <p:txBody>
          <a:bodyPr lIns="0" rIns="0" tIns="0" bIns="0">
            <a:normAutofit fontScale="1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5" name="PlaceHolder 3"/>
          <p:cNvSpPr>
            <a:spLocks noGrp="1"/>
          </p:cNvSpPr>
          <p:nvPr>
            <p:ph type="body"/>
          </p:nvPr>
        </p:nvSpPr>
        <p:spPr>
          <a:xfrm>
            <a:off x="4328280" y="184320"/>
            <a:ext cx="4121640" cy="414720"/>
          </a:xfrm>
          <a:prstGeom prst="rect">
            <a:avLst/>
          </a:prstGeom>
        </p:spPr>
        <p:txBody>
          <a:bodyPr lIns="0" rIns="0" tIns="0" bIns="0">
            <a:normAutofit fontScale="1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6" name="PlaceHolder 4"/>
          <p:cNvSpPr>
            <a:spLocks noGrp="1"/>
          </p:cNvSpPr>
          <p:nvPr>
            <p:ph type="body"/>
          </p:nvPr>
        </p:nvSpPr>
        <p:spPr>
          <a:xfrm>
            <a:off x="8656200" y="184320"/>
            <a:ext cx="4121640" cy="414720"/>
          </a:xfrm>
          <a:prstGeom prst="rect">
            <a:avLst/>
          </a:prstGeom>
        </p:spPr>
        <p:txBody>
          <a:bodyPr lIns="0" rIns="0" tIns="0" bIns="0">
            <a:normAutofit fontScale="1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7" name="PlaceHolder 5"/>
          <p:cNvSpPr>
            <a:spLocks noGrp="1"/>
          </p:cNvSpPr>
          <p:nvPr>
            <p:ph type="body"/>
          </p:nvPr>
        </p:nvSpPr>
        <p:spPr>
          <a:xfrm>
            <a:off x="0" y="639000"/>
            <a:ext cx="4121640" cy="414720"/>
          </a:xfrm>
          <a:prstGeom prst="rect">
            <a:avLst/>
          </a:prstGeom>
        </p:spPr>
        <p:txBody>
          <a:bodyPr lIns="0" rIns="0" tIns="0" bIns="0">
            <a:normAutofit fontScale="1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8" name="PlaceHolder 6"/>
          <p:cNvSpPr>
            <a:spLocks noGrp="1"/>
          </p:cNvSpPr>
          <p:nvPr>
            <p:ph type="body"/>
          </p:nvPr>
        </p:nvSpPr>
        <p:spPr>
          <a:xfrm>
            <a:off x="4328280" y="639000"/>
            <a:ext cx="4121640" cy="414720"/>
          </a:xfrm>
          <a:prstGeom prst="rect">
            <a:avLst/>
          </a:prstGeom>
        </p:spPr>
        <p:txBody>
          <a:bodyPr lIns="0" rIns="0" tIns="0" bIns="0">
            <a:normAutofit fontScale="1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9" name="PlaceHolder 7"/>
          <p:cNvSpPr>
            <a:spLocks noGrp="1"/>
          </p:cNvSpPr>
          <p:nvPr>
            <p:ph type="body"/>
          </p:nvPr>
        </p:nvSpPr>
        <p:spPr>
          <a:xfrm>
            <a:off x="8656200" y="639000"/>
            <a:ext cx="4121640" cy="414720"/>
          </a:xfrm>
          <a:prstGeom prst="rect">
            <a:avLst/>
          </a:prstGeom>
        </p:spPr>
        <p:txBody>
          <a:bodyPr lIns="0" rIns="0" tIns="0" bIns="0">
            <a:normAutofit fontScale="1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7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5" name="PlaceHolder 2"/>
          <p:cNvSpPr>
            <a:spLocks noGrp="1"/>
          </p:cNvSpPr>
          <p:nvPr>
            <p:ph type="subTitle"/>
          </p:nvPr>
        </p:nvSpPr>
        <p:spPr>
          <a:xfrm>
            <a:off x="0" y="184320"/>
            <a:ext cx="12801240" cy="8697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7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7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12801240" cy="869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7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9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869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0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869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7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7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PlaceHolder 1"/>
          <p:cNvSpPr>
            <a:spLocks noGrp="1"/>
          </p:cNvSpPr>
          <p:nvPr>
            <p:ph type="subTitle"/>
          </p:nvPr>
        </p:nvSpPr>
        <p:spPr>
          <a:xfrm>
            <a:off x="640080" y="307800"/>
            <a:ext cx="11521080" cy="6015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7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4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5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869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6" name="PlaceHolder 4"/>
          <p:cNvSpPr>
            <a:spLocks noGrp="1"/>
          </p:cNvSpPr>
          <p:nvPr>
            <p:ph type="body"/>
          </p:nvPr>
        </p:nvSpPr>
        <p:spPr>
          <a:xfrm>
            <a:off x="0" y="63900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7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8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869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9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0" name="PlaceHolder 4"/>
          <p:cNvSpPr>
            <a:spLocks noGrp="1"/>
          </p:cNvSpPr>
          <p:nvPr>
            <p:ph type="body"/>
          </p:nvPr>
        </p:nvSpPr>
        <p:spPr>
          <a:xfrm>
            <a:off x="6559560" y="63900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7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2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3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4" name="PlaceHolder 4"/>
          <p:cNvSpPr>
            <a:spLocks noGrp="1"/>
          </p:cNvSpPr>
          <p:nvPr>
            <p:ph type="body"/>
          </p:nvPr>
        </p:nvSpPr>
        <p:spPr>
          <a:xfrm>
            <a:off x="0" y="639000"/>
            <a:ext cx="1280124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7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6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1280124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7" name="PlaceHolder 3"/>
          <p:cNvSpPr>
            <a:spLocks noGrp="1"/>
          </p:cNvSpPr>
          <p:nvPr>
            <p:ph type="body"/>
          </p:nvPr>
        </p:nvSpPr>
        <p:spPr>
          <a:xfrm>
            <a:off x="0" y="639000"/>
            <a:ext cx="1280124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7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9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0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1" name="PlaceHolder 4"/>
          <p:cNvSpPr>
            <a:spLocks noGrp="1"/>
          </p:cNvSpPr>
          <p:nvPr>
            <p:ph type="body"/>
          </p:nvPr>
        </p:nvSpPr>
        <p:spPr>
          <a:xfrm>
            <a:off x="0" y="63900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2" name="PlaceHolder 5"/>
          <p:cNvSpPr>
            <a:spLocks noGrp="1"/>
          </p:cNvSpPr>
          <p:nvPr>
            <p:ph type="body"/>
          </p:nvPr>
        </p:nvSpPr>
        <p:spPr>
          <a:xfrm>
            <a:off x="6559560" y="63900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8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4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4121640" cy="414720"/>
          </a:xfrm>
          <a:prstGeom prst="rect">
            <a:avLst/>
          </a:prstGeom>
        </p:spPr>
        <p:txBody>
          <a:bodyPr lIns="0" rIns="0" tIns="0" bIns="0">
            <a:normAutofit fontScale="1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5" name="PlaceHolder 3"/>
          <p:cNvSpPr>
            <a:spLocks noGrp="1"/>
          </p:cNvSpPr>
          <p:nvPr>
            <p:ph type="body"/>
          </p:nvPr>
        </p:nvSpPr>
        <p:spPr>
          <a:xfrm>
            <a:off x="4328280" y="184320"/>
            <a:ext cx="4121640" cy="414720"/>
          </a:xfrm>
          <a:prstGeom prst="rect">
            <a:avLst/>
          </a:prstGeom>
        </p:spPr>
        <p:txBody>
          <a:bodyPr lIns="0" rIns="0" tIns="0" bIns="0">
            <a:normAutofit fontScale="1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6" name="PlaceHolder 4"/>
          <p:cNvSpPr>
            <a:spLocks noGrp="1"/>
          </p:cNvSpPr>
          <p:nvPr>
            <p:ph type="body"/>
          </p:nvPr>
        </p:nvSpPr>
        <p:spPr>
          <a:xfrm>
            <a:off x="8656200" y="184320"/>
            <a:ext cx="4121640" cy="414720"/>
          </a:xfrm>
          <a:prstGeom prst="rect">
            <a:avLst/>
          </a:prstGeom>
        </p:spPr>
        <p:txBody>
          <a:bodyPr lIns="0" rIns="0" tIns="0" bIns="0">
            <a:normAutofit fontScale="1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7" name="PlaceHolder 5"/>
          <p:cNvSpPr>
            <a:spLocks noGrp="1"/>
          </p:cNvSpPr>
          <p:nvPr>
            <p:ph type="body"/>
          </p:nvPr>
        </p:nvSpPr>
        <p:spPr>
          <a:xfrm>
            <a:off x="0" y="639000"/>
            <a:ext cx="4121640" cy="414720"/>
          </a:xfrm>
          <a:prstGeom prst="rect">
            <a:avLst/>
          </a:prstGeom>
        </p:spPr>
        <p:txBody>
          <a:bodyPr lIns="0" rIns="0" tIns="0" bIns="0">
            <a:normAutofit fontScale="1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8" name="PlaceHolder 6"/>
          <p:cNvSpPr>
            <a:spLocks noGrp="1"/>
          </p:cNvSpPr>
          <p:nvPr>
            <p:ph type="body"/>
          </p:nvPr>
        </p:nvSpPr>
        <p:spPr>
          <a:xfrm>
            <a:off x="4328280" y="639000"/>
            <a:ext cx="4121640" cy="414720"/>
          </a:xfrm>
          <a:prstGeom prst="rect">
            <a:avLst/>
          </a:prstGeom>
        </p:spPr>
        <p:txBody>
          <a:bodyPr lIns="0" rIns="0" tIns="0" bIns="0">
            <a:normAutofit fontScale="1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9" name="PlaceHolder 7"/>
          <p:cNvSpPr>
            <a:spLocks noGrp="1"/>
          </p:cNvSpPr>
          <p:nvPr>
            <p:ph type="body"/>
          </p:nvPr>
        </p:nvSpPr>
        <p:spPr>
          <a:xfrm>
            <a:off x="8656200" y="639000"/>
            <a:ext cx="4121640" cy="414720"/>
          </a:xfrm>
          <a:prstGeom prst="rect">
            <a:avLst/>
          </a:prstGeom>
        </p:spPr>
        <p:txBody>
          <a:bodyPr lIns="0" rIns="0" tIns="0" bIns="0">
            <a:normAutofit fontScale="1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8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8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2" name="PlaceHolder 2"/>
          <p:cNvSpPr>
            <a:spLocks noGrp="1"/>
          </p:cNvSpPr>
          <p:nvPr>
            <p:ph type="subTitle"/>
          </p:nvPr>
        </p:nvSpPr>
        <p:spPr>
          <a:xfrm>
            <a:off x="0" y="184320"/>
            <a:ext cx="12801240" cy="8697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8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4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12801240" cy="869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8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6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869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7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869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8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8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PlaceHolder 1"/>
          <p:cNvSpPr>
            <a:spLocks noGrp="1"/>
          </p:cNvSpPr>
          <p:nvPr>
            <p:ph type="subTitle"/>
          </p:nvPr>
        </p:nvSpPr>
        <p:spPr>
          <a:xfrm>
            <a:off x="640080" y="307800"/>
            <a:ext cx="11521080" cy="6015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8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1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2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869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3" name="PlaceHolder 4"/>
          <p:cNvSpPr>
            <a:spLocks noGrp="1"/>
          </p:cNvSpPr>
          <p:nvPr>
            <p:ph type="body"/>
          </p:nvPr>
        </p:nvSpPr>
        <p:spPr>
          <a:xfrm>
            <a:off x="0" y="63900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8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5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869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6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7" name="PlaceHolder 4"/>
          <p:cNvSpPr>
            <a:spLocks noGrp="1"/>
          </p:cNvSpPr>
          <p:nvPr>
            <p:ph type="body"/>
          </p:nvPr>
        </p:nvSpPr>
        <p:spPr>
          <a:xfrm>
            <a:off x="6559560" y="63900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8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9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0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1" name="PlaceHolder 4"/>
          <p:cNvSpPr>
            <a:spLocks noGrp="1"/>
          </p:cNvSpPr>
          <p:nvPr>
            <p:ph type="body"/>
          </p:nvPr>
        </p:nvSpPr>
        <p:spPr>
          <a:xfrm>
            <a:off x="0" y="639000"/>
            <a:ext cx="1280124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9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3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1280124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4" name="PlaceHolder 3"/>
          <p:cNvSpPr>
            <a:spLocks noGrp="1"/>
          </p:cNvSpPr>
          <p:nvPr>
            <p:ph type="body"/>
          </p:nvPr>
        </p:nvSpPr>
        <p:spPr>
          <a:xfrm>
            <a:off x="0" y="639000"/>
            <a:ext cx="1280124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9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6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7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8" name="PlaceHolder 4"/>
          <p:cNvSpPr>
            <a:spLocks noGrp="1"/>
          </p:cNvSpPr>
          <p:nvPr>
            <p:ph type="body"/>
          </p:nvPr>
        </p:nvSpPr>
        <p:spPr>
          <a:xfrm>
            <a:off x="0" y="63900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9" name="PlaceHolder 5"/>
          <p:cNvSpPr>
            <a:spLocks noGrp="1"/>
          </p:cNvSpPr>
          <p:nvPr>
            <p:ph type="body"/>
          </p:nvPr>
        </p:nvSpPr>
        <p:spPr>
          <a:xfrm>
            <a:off x="6559560" y="63900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9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1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4121640" cy="414720"/>
          </a:xfrm>
          <a:prstGeom prst="rect">
            <a:avLst/>
          </a:prstGeom>
        </p:spPr>
        <p:txBody>
          <a:bodyPr lIns="0" rIns="0" tIns="0" bIns="0">
            <a:normAutofit fontScale="1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2" name="PlaceHolder 3"/>
          <p:cNvSpPr>
            <a:spLocks noGrp="1"/>
          </p:cNvSpPr>
          <p:nvPr>
            <p:ph type="body"/>
          </p:nvPr>
        </p:nvSpPr>
        <p:spPr>
          <a:xfrm>
            <a:off x="4328280" y="184320"/>
            <a:ext cx="4121640" cy="414720"/>
          </a:xfrm>
          <a:prstGeom prst="rect">
            <a:avLst/>
          </a:prstGeom>
        </p:spPr>
        <p:txBody>
          <a:bodyPr lIns="0" rIns="0" tIns="0" bIns="0">
            <a:normAutofit fontScale="1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3" name="PlaceHolder 4"/>
          <p:cNvSpPr>
            <a:spLocks noGrp="1"/>
          </p:cNvSpPr>
          <p:nvPr>
            <p:ph type="body"/>
          </p:nvPr>
        </p:nvSpPr>
        <p:spPr>
          <a:xfrm>
            <a:off x="8656200" y="184320"/>
            <a:ext cx="4121640" cy="414720"/>
          </a:xfrm>
          <a:prstGeom prst="rect">
            <a:avLst/>
          </a:prstGeom>
        </p:spPr>
        <p:txBody>
          <a:bodyPr lIns="0" rIns="0" tIns="0" bIns="0">
            <a:normAutofit fontScale="1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4" name="PlaceHolder 5"/>
          <p:cNvSpPr>
            <a:spLocks noGrp="1"/>
          </p:cNvSpPr>
          <p:nvPr>
            <p:ph type="body"/>
          </p:nvPr>
        </p:nvSpPr>
        <p:spPr>
          <a:xfrm>
            <a:off x="0" y="639000"/>
            <a:ext cx="4121640" cy="414720"/>
          </a:xfrm>
          <a:prstGeom prst="rect">
            <a:avLst/>
          </a:prstGeom>
        </p:spPr>
        <p:txBody>
          <a:bodyPr lIns="0" rIns="0" tIns="0" bIns="0">
            <a:normAutofit fontScale="1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5" name="PlaceHolder 6"/>
          <p:cNvSpPr>
            <a:spLocks noGrp="1"/>
          </p:cNvSpPr>
          <p:nvPr>
            <p:ph type="body"/>
          </p:nvPr>
        </p:nvSpPr>
        <p:spPr>
          <a:xfrm>
            <a:off x="4328280" y="639000"/>
            <a:ext cx="4121640" cy="414720"/>
          </a:xfrm>
          <a:prstGeom prst="rect">
            <a:avLst/>
          </a:prstGeom>
        </p:spPr>
        <p:txBody>
          <a:bodyPr lIns="0" rIns="0" tIns="0" bIns="0">
            <a:normAutofit fontScale="1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6" name="PlaceHolder 7"/>
          <p:cNvSpPr>
            <a:spLocks noGrp="1"/>
          </p:cNvSpPr>
          <p:nvPr>
            <p:ph type="body"/>
          </p:nvPr>
        </p:nvSpPr>
        <p:spPr>
          <a:xfrm>
            <a:off x="8656200" y="639000"/>
            <a:ext cx="4121640" cy="414720"/>
          </a:xfrm>
          <a:prstGeom prst="rect">
            <a:avLst/>
          </a:prstGeom>
        </p:spPr>
        <p:txBody>
          <a:bodyPr lIns="0" rIns="0" tIns="0" bIns="0">
            <a:normAutofit fontScale="1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9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9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0" name="PlaceHolder 2"/>
          <p:cNvSpPr>
            <a:spLocks noGrp="1"/>
          </p:cNvSpPr>
          <p:nvPr>
            <p:ph type="subTitle"/>
          </p:nvPr>
        </p:nvSpPr>
        <p:spPr>
          <a:xfrm>
            <a:off x="0" y="184320"/>
            <a:ext cx="12801240" cy="8697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9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2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12801240" cy="869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9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4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869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5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869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9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9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PlaceHolder 1"/>
          <p:cNvSpPr>
            <a:spLocks noGrp="1"/>
          </p:cNvSpPr>
          <p:nvPr>
            <p:ph type="subTitle"/>
          </p:nvPr>
        </p:nvSpPr>
        <p:spPr>
          <a:xfrm>
            <a:off x="640080" y="307800"/>
            <a:ext cx="11521080" cy="6015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9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9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0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869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1" name="PlaceHolder 4"/>
          <p:cNvSpPr>
            <a:spLocks noGrp="1"/>
          </p:cNvSpPr>
          <p:nvPr>
            <p:ph type="body"/>
          </p:nvPr>
        </p:nvSpPr>
        <p:spPr>
          <a:xfrm>
            <a:off x="0" y="63900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0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3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869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4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5" name="PlaceHolder 4"/>
          <p:cNvSpPr>
            <a:spLocks noGrp="1"/>
          </p:cNvSpPr>
          <p:nvPr>
            <p:ph type="body"/>
          </p:nvPr>
        </p:nvSpPr>
        <p:spPr>
          <a:xfrm>
            <a:off x="6559560" y="63900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0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7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8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9" name="PlaceHolder 4"/>
          <p:cNvSpPr>
            <a:spLocks noGrp="1"/>
          </p:cNvSpPr>
          <p:nvPr>
            <p:ph type="body"/>
          </p:nvPr>
        </p:nvSpPr>
        <p:spPr>
          <a:xfrm>
            <a:off x="0" y="639000"/>
            <a:ext cx="1280124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0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1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1280124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2" name="PlaceHolder 3"/>
          <p:cNvSpPr>
            <a:spLocks noGrp="1"/>
          </p:cNvSpPr>
          <p:nvPr>
            <p:ph type="body"/>
          </p:nvPr>
        </p:nvSpPr>
        <p:spPr>
          <a:xfrm>
            <a:off x="0" y="639000"/>
            <a:ext cx="1280124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0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4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5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6" name="PlaceHolder 4"/>
          <p:cNvSpPr>
            <a:spLocks noGrp="1"/>
          </p:cNvSpPr>
          <p:nvPr>
            <p:ph type="body"/>
          </p:nvPr>
        </p:nvSpPr>
        <p:spPr>
          <a:xfrm>
            <a:off x="0" y="63900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7" name="PlaceHolder 5"/>
          <p:cNvSpPr>
            <a:spLocks noGrp="1"/>
          </p:cNvSpPr>
          <p:nvPr>
            <p:ph type="body"/>
          </p:nvPr>
        </p:nvSpPr>
        <p:spPr>
          <a:xfrm>
            <a:off x="6559560" y="63900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0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9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4121640" cy="414720"/>
          </a:xfrm>
          <a:prstGeom prst="rect">
            <a:avLst/>
          </a:prstGeom>
        </p:spPr>
        <p:txBody>
          <a:bodyPr lIns="0" rIns="0" tIns="0" bIns="0">
            <a:normAutofit fontScale="1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0" name="PlaceHolder 3"/>
          <p:cNvSpPr>
            <a:spLocks noGrp="1"/>
          </p:cNvSpPr>
          <p:nvPr>
            <p:ph type="body"/>
          </p:nvPr>
        </p:nvSpPr>
        <p:spPr>
          <a:xfrm>
            <a:off x="4328280" y="184320"/>
            <a:ext cx="4121640" cy="414720"/>
          </a:xfrm>
          <a:prstGeom prst="rect">
            <a:avLst/>
          </a:prstGeom>
        </p:spPr>
        <p:txBody>
          <a:bodyPr lIns="0" rIns="0" tIns="0" bIns="0">
            <a:normAutofit fontScale="1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1" name="PlaceHolder 4"/>
          <p:cNvSpPr>
            <a:spLocks noGrp="1"/>
          </p:cNvSpPr>
          <p:nvPr>
            <p:ph type="body"/>
          </p:nvPr>
        </p:nvSpPr>
        <p:spPr>
          <a:xfrm>
            <a:off x="8656200" y="184320"/>
            <a:ext cx="4121640" cy="414720"/>
          </a:xfrm>
          <a:prstGeom prst="rect">
            <a:avLst/>
          </a:prstGeom>
        </p:spPr>
        <p:txBody>
          <a:bodyPr lIns="0" rIns="0" tIns="0" bIns="0">
            <a:normAutofit fontScale="1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2" name="PlaceHolder 5"/>
          <p:cNvSpPr>
            <a:spLocks noGrp="1"/>
          </p:cNvSpPr>
          <p:nvPr>
            <p:ph type="body"/>
          </p:nvPr>
        </p:nvSpPr>
        <p:spPr>
          <a:xfrm>
            <a:off x="0" y="639000"/>
            <a:ext cx="4121640" cy="414720"/>
          </a:xfrm>
          <a:prstGeom prst="rect">
            <a:avLst/>
          </a:prstGeom>
        </p:spPr>
        <p:txBody>
          <a:bodyPr lIns="0" rIns="0" tIns="0" bIns="0">
            <a:normAutofit fontScale="1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3" name="PlaceHolder 6"/>
          <p:cNvSpPr>
            <a:spLocks noGrp="1"/>
          </p:cNvSpPr>
          <p:nvPr>
            <p:ph type="body"/>
          </p:nvPr>
        </p:nvSpPr>
        <p:spPr>
          <a:xfrm>
            <a:off x="4328280" y="639000"/>
            <a:ext cx="4121640" cy="414720"/>
          </a:xfrm>
          <a:prstGeom prst="rect">
            <a:avLst/>
          </a:prstGeom>
        </p:spPr>
        <p:txBody>
          <a:bodyPr lIns="0" rIns="0" tIns="0" bIns="0">
            <a:normAutofit fontScale="1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4" name="PlaceHolder 7"/>
          <p:cNvSpPr>
            <a:spLocks noGrp="1"/>
          </p:cNvSpPr>
          <p:nvPr>
            <p:ph type="body"/>
          </p:nvPr>
        </p:nvSpPr>
        <p:spPr>
          <a:xfrm>
            <a:off x="8656200" y="639000"/>
            <a:ext cx="4121640" cy="414720"/>
          </a:xfrm>
          <a:prstGeom prst="rect">
            <a:avLst/>
          </a:prstGeom>
        </p:spPr>
        <p:txBody>
          <a:bodyPr lIns="0" rIns="0" tIns="0" bIns="0">
            <a:normAutofit fontScale="1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0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0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8" name="PlaceHolder 2"/>
          <p:cNvSpPr>
            <a:spLocks noGrp="1"/>
          </p:cNvSpPr>
          <p:nvPr>
            <p:ph type="subTitle"/>
          </p:nvPr>
        </p:nvSpPr>
        <p:spPr>
          <a:xfrm>
            <a:off x="0" y="184320"/>
            <a:ext cx="12801240" cy="8697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0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0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12801240" cy="869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0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2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869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3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869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0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PlaceHolder 1"/>
          <p:cNvSpPr>
            <a:spLocks noGrp="1"/>
          </p:cNvSpPr>
          <p:nvPr>
            <p:ph type="subTitle"/>
          </p:nvPr>
        </p:nvSpPr>
        <p:spPr>
          <a:xfrm>
            <a:off x="640080" y="307800"/>
            <a:ext cx="11521080" cy="6015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7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8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869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9" name="PlaceHolder 4"/>
          <p:cNvSpPr>
            <a:spLocks noGrp="1"/>
          </p:cNvSpPr>
          <p:nvPr>
            <p:ph type="body"/>
          </p:nvPr>
        </p:nvSpPr>
        <p:spPr>
          <a:xfrm>
            <a:off x="0" y="63900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1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869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2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3" name="PlaceHolder 4"/>
          <p:cNvSpPr>
            <a:spLocks noGrp="1"/>
          </p:cNvSpPr>
          <p:nvPr>
            <p:ph type="body"/>
          </p:nvPr>
        </p:nvSpPr>
        <p:spPr>
          <a:xfrm>
            <a:off x="6559560" y="63900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5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6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7" name="PlaceHolder 4"/>
          <p:cNvSpPr>
            <a:spLocks noGrp="1"/>
          </p:cNvSpPr>
          <p:nvPr>
            <p:ph type="body"/>
          </p:nvPr>
        </p:nvSpPr>
        <p:spPr>
          <a:xfrm>
            <a:off x="0" y="639000"/>
            <a:ext cx="1280124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9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1280124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0" name="PlaceHolder 3"/>
          <p:cNvSpPr>
            <a:spLocks noGrp="1"/>
          </p:cNvSpPr>
          <p:nvPr>
            <p:ph type="body"/>
          </p:nvPr>
        </p:nvSpPr>
        <p:spPr>
          <a:xfrm>
            <a:off x="0" y="639000"/>
            <a:ext cx="1280124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2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3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4" name="PlaceHolder 4"/>
          <p:cNvSpPr>
            <a:spLocks noGrp="1"/>
          </p:cNvSpPr>
          <p:nvPr>
            <p:ph type="body"/>
          </p:nvPr>
        </p:nvSpPr>
        <p:spPr>
          <a:xfrm>
            <a:off x="0" y="63900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5" name="PlaceHolder 5"/>
          <p:cNvSpPr>
            <a:spLocks noGrp="1"/>
          </p:cNvSpPr>
          <p:nvPr>
            <p:ph type="body"/>
          </p:nvPr>
        </p:nvSpPr>
        <p:spPr>
          <a:xfrm>
            <a:off x="6559560" y="63900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7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4121640" cy="414720"/>
          </a:xfrm>
          <a:prstGeom prst="rect">
            <a:avLst/>
          </a:prstGeom>
        </p:spPr>
        <p:txBody>
          <a:bodyPr lIns="0" rIns="0" tIns="0" bIns="0">
            <a:normAutofit fontScale="1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8" name="PlaceHolder 3"/>
          <p:cNvSpPr>
            <a:spLocks noGrp="1"/>
          </p:cNvSpPr>
          <p:nvPr>
            <p:ph type="body"/>
          </p:nvPr>
        </p:nvSpPr>
        <p:spPr>
          <a:xfrm>
            <a:off x="4328280" y="184320"/>
            <a:ext cx="4121640" cy="414720"/>
          </a:xfrm>
          <a:prstGeom prst="rect">
            <a:avLst/>
          </a:prstGeom>
        </p:spPr>
        <p:txBody>
          <a:bodyPr lIns="0" rIns="0" tIns="0" bIns="0">
            <a:normAutofit fontScale="1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9" name="PlaceHolder 4"/>
          <p:cNvSpPr>
            <a:spLocks noGrp="1"/>
          </p:cNvSpPr>
          <p:nvPr>
            <p:ph type="body"/>
          </p:nvPr>
        </p:nvSpPr>
        <p:spPr>
          <a:xfrm>
            <a:off x="8656200" y="184320"/>
            <a:ext cx="4121640" cy="414720"/>
          </a:xfrm>
          <a:prstGeom prst="rect">
            <a:avLst/>
          </a:prstGeom>
        </p:spPr>
        <p:txBody>
          <a:bodyPr lIns="0" rIns="0" tIns="0" bIns="0">
            <a:normAutofit fontScale="1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0" name="PlaceHolder 5"/>
          <p:cNvSpPr>
            <a:spLocks noGrp="1"/>
          </p:cNvSpPr>
          <p:nvPr>
            <p:ph type="body"/>
          </p:nvPr>
        </p:nvSpPr>
        <p:spPr>
          <a:xfrm>
            <a:off x="0" y="639000"/>
            <a:ext cx="4121640" cy="414720"/>
          </a:xfrm>
          <a:prstGeom prst="rect">
            <a:avLst/>
          </a:prstGeom>
        </p:spPr>
        <p:txBody>
          <a:bodyPr lIns="0" rIns="0" tIns="0" bIns="0">
            <a:normAutofit fontScale="1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1" name="PlaceHolder 6"/>
          <p:cNvSpPr>
            <a:spLocks noGrp="1"/>
          </p:cNvSpPr>
          <p:nvPr>
            <p:ph type="body"/>
          </p:nvPr>
        </p:nvSpPr>
        <p:spPr>
          <a:xfrm>
            <a:off x="4328280" y="639000"/>
            <a:ext cx="4121640" cy="414720"/>
          </a:xfrm>
          <a:prstGeom prst="rect">
            <a:avLst/>
          </a:prstGeom>
        </p:spPr>
        <p:txBody>
          <a:bodyPr lIns="0" rIns="0" tIns="0" bIns="0">
            <a:normAutofit fontScale="1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2" name="PlaceHolder 7"/>
          <p:cNvSpPr>
            <a:spLocks noGrp="1"/>
          </p:cNvSpPr>
          <p:nvPr>
            <p:ph type="body"/>
          </p:nvPr>
        </p:nvSpPr>
        <p:spPr>
          <a:xfrm>
            <a:off x="8656200" y="639000"/>
            <a:ext cx="4121640" cy="414720"/>
          </a:xfrm>
          <a:prstGeom prst="rect">
            <a:avLst/>
          </a:prstGeom>
        </p:spPr>
        <p:txBody>
          <a:bodyPr lIns="0" rIns="0" tIns="0" bIns="0">
            <a:normAutofit fontScale="1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9" name="PlaceHolder 2"/>
          <p:cNvSpPr>
            <a:spLocks noGrp="1"/>
          </p:cNvSpPr>
          <p:nvPr>
            <p:ph type="subTitle"/>
          </p:nvPr>
        </p:nvSpPr>
        <p:spPr>
          <a:xfrm>
            <a:off x="0" y="184320"/>
            <a:ext cx="12801240" cy="8697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1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12801240" cy="869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3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869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4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869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PlaceHolder 1"/>
          <p:cNvSpPr>
            <a:spLocks noGrp="1"/>
          </p:cNvSpPr>
          <p:nvPr>
            <p:ph type="subTitle"/>
          </p:nvPr>
        </p:nvSpPr>
        <p:spPr>
          <a:xfrm>
            <a:off x="640080" y="307800"/>
            <a:ext cx="11521080" cy="6015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8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9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869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0" name="PlaceHolder 4"/>
          <p:cNvSpPr>
            <a:spLocks noGrp="1"/>
          </p:cNvSpPr>
          <p:nvPr>
            <p:ph type="body"/>
          </p:nvPr>
        </p:nvSpPr>
        <p:spPr>
          <a:xfrm>
            <a:off x="0" y="63900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2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869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3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4" name="PlaceHolder 4"/>
          <p:cNvSpPr>
            <a:spLocks noGrp="1"/>
          </p:cNvSpPr>
          <p:nvPr>
            <p:ph type="body"/>
          </p:nvPr>
        </p:nvSpPr>
        <p:spPr>
          <a:xfrm>
            <a:off x="6559560" y="63900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6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7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8" name="PlaceHolder 4"/>
          <p:cNvSpPr>
            <a:spLocks noGrp="1"/>
          </p:cNvSpPr>
          <p:nvPr>
            <p:ph type="body"/>
          </p:nvPr>
        </p:nvSpPr>
        <p:spPr>
          <a:xfrm>
            <a:off x="0" y="639000"/>
            <a:ext cx="1280124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0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1280124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1" name="PlaceHolder 3"/>
          <p:cNvSpPr>
            <a:spLocks noGrp="1"/>
          </p:cNvSpPr>
          <p:nvPr>
            <p:ph type="body"/>
          </p:nvPr>
        </p:nvSpPr>
        <p:spPr>
          <a:xfrm>
            <a:off x="0" y="639000"/>
            <a:ext cx="1280124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3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4" name="PlaceHolder 3"/>
          <p:cNvSpPr>
            <a:spLocks noGrp="1"/>
          </p:cNvSpPr>
          <p:nvPr>
            <p:ph type="body"/>
          </p:nvPr>
        </p:nvSpPr>
        <p:spPr>
          <a:xfrm>
            <a:off x="6559560" y="18432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5" name="PlaceHolder 4"/>
          <p:cNvSpPr>
            <a:spLocks noGrp="1"/>
          </p:cNvSpPr>
          <p:nvPr>
            <p:ph type="body"/>
          </p:nvPr>
        </p:nvSpPr>
        <p:spPr>
          <a:xfrm>
            <a:off x="0" y="63900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6" name="PlaceHolder 5"/>
          <p:cNvSpPr>
            <a:spLocks noGrp="1"/>
          </p:cNvSpPr>
          <p:nvPr>
            <p:ph type="body"/>
          </p:nvPr>
        </p:nvSpPr>
        <p:spPr>
          <a:xfrm>
            <a:off x="6559560" y="639000"/>
            <a:ext cx="6246720" cy="414720"/>
          </a:xfrm>
          <a:prstGeom prst="rect">
            <a:avLst/>
          </a:prstGeom>
        </p:spPr>
        <p:txBody>
          <a:bodyPr lIns="0" rIns="0" tIns="0" bIns="0">
            <a:normAutofit fontScale="4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8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4121640" cy="414720"/>
          </a:xfrm>
          <a:prstGeom prst="rect">
            <a:avLst/>
          </a:prstGeom>
        </p:spPr>
        <p:txBody>
          <a:bodyPr lIns="0" rIns="0" tIns="0" bIns="0">
            <a:normAutofit fontScale="1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9" name="PlaceHolder 3"/>
          <p:cNvSpPr>
            <a:spLocks noGrp="1"/>
          </p:cNvSpPr>
          <p:nvPr>
            <p:ph type="body"/>
          </p:nvPr>
        </p:nvSpPr>
        <p:spPr>
          <a:xfrm>
            <a:off x="4328280" y="184320"/>
            <a:ext cx="4121640" cy="414720"/>
          </a:xfrm>
          <a:prstGeom prst="rect">
            <a:avLst/>
          </a:prstGeom>
        </p:spPr>
        <p:txBody>
          <a:bodyPr lIns="0" rIns="0" tIns="0" bIns="0">
            <a:normAutofit fontScale="1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0" name="PlaceHolder 4"/>
          <p:cNvSpPr>
            <a:spLocks noGrp="1"/>
          </p:cNvSpPr>
          <p:nvPr>
            <p:ph type="body"/>
          </p:nvPr>
        </p:nvSpPr>
        <p:spPr>
          <a:xfrm>
            <a:off x="8656200" y="184320"/>
            <a:ext cx="4121640" cy="414720"/>
          </a:xfrm>
          <a:prstGeom prst="rect">
            <a:avLst/>
          </a:prstGeom>
        </p:spPr>
        <p:txBody>
          <a:bodyPr lIns="0" rIns="0" tIns="0" bIns="0">
            <a:normAutofit fontScale="1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1" name="PlaceHolder 5"/>
          <p:cNvSpPr>
            <a:spLocks noGrp="1"/>
          </p:cNvSpPr>
          <p:nvPr>
            <p:ph type="body"/>
          </p:nvPr>
        </p:nvSpPr>
        <p:spPr>
          <a:xfrm>
            <a:off x="0" y="639000"/>
            <a:ext cx="4121640" cy="414720"/>
          </a:xfrm>
          <a:prstGeom prst="rect">
            <a:avLst/>
          </a:prstGeom>
        </p:spPr>
        <p:txBody>
          <a:bodyPr lIns="0" rIns="0" tIns="0" bIns="0">
            <a:normAutofit fontScale="1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2" name="PlaceHolder 6"/>
          <p:cNvSpPr>
            <a:spLocks noGrp="1"/>
          </p:cNvSpPr>
          <p:nvPr>
            <p:ph type="body"/>
          </p:nvPr>
        </p:nvSpPr>
        <p:spPr>
          <a:xfrm>
            <a:off x="4328280" y="639000"/>
            <a:ext cx="4121640" cy="414720"/>
          </a:xfrm>
          <a:prstGeom prst="rect">
            <a:avLst/>
          </a:prstGeom>
        </p:spPr>
        <p:txBody>
          <a:bodyPr lIns="0" rIns="0" tIns="0" bIns="0">
            <a:normAutofit fontScale="1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3" name="PlaceHolder 7"/>
          <p:cNvSpPr>
            <a:spLocks noGrp="1"/>
          </p:cNvSpPr>
          <p:nvPr>
            <p:ph type="body"/>
          </p:nvPr>
        </p:nvSpPr>
        <p:spPr>
          <a:xfrm>
            <a:off x="8656200" y="639000"/>
            <a:ext cx="4121640" cy="414720"/>
          </a:xfrm>
          <a:prstGeom prst="rect">
            <a:avLst/>
          </a:prstGeom>
        </p:spPr>
        <p:txBody>
          <a:bodyPr lIns="0" rIns="0" tIns="0" bIns="0">
            <a:normAutofit fontScale="16000"/>
          </a:bodyPr>
          <a:p>
            <a:endParaRPr b="0" lang="en-US" sz="48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49.xml"/><Relationship Id="rId3" Type="http://schemas.openxmlformats.org/officeDocument/2006/relationships/slideLayout" Target="../slideLayouts/slideLayout50.xml"/><Relationship Id="rId4" Type="http://schemas.openxmlformats.org/officeDocument/2006/relationships/slideLayout" Target="../slideLayouts/slideLayout51.xml"/><Relationship Id="rId5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4.xml"/><Relationship Id="rId8" Type="http://schemas.openxmlformats.org/officeDocument/2006/relationships/slideLayout" Target="../slideLayouts/slideLayout55.xml"/><Relationship Id="rId9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0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3" Type="http://schemas.openxmlformats.org/officeDocument/2006/relationships/slideLayout" Target="../slideLayouts/slideLayout62.xml"/><Relationship Id="rId4" Type="http://schemas.openxmlformats.org/officeDocument/2006/relationships/slideLayout" Target="../slideLayouts/slideLayout63.xml"/><Relationship Id="rId5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6.xml"/><Relationship Id="rId8" Type="http://schemas.openxmlformats.org/officeDocument/2006/relationships/slideLayout" Target="../slideLayouts/slideLayout67.xml"/><Relationship Id="rId9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69.xml"/><Relationship Id="rId11" Type="http://schemas.openxmlformats.org/officeDocument/2006/relationships/slideLayout" Target="../slideLayouts/slideLayout70.xml"/><Relationship Id="rId12" Type="http://schemas.openxmlformats.org/officeDocument/2006/relationships/slideLayout" Target="../slideLayouts/slideLayout71.xml"/><Relationship Id="rId13" Type="http://schemas.openxmlformats.org/officeDocument/2006/relationships/slideLayout" Target="../slideLayouts/slideLayout72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3.xml"/><Relationship Id="rId3" Type="http://schemas.openxmlformats.org/officeDocument/2006/relationships/slideLayout" Target="../slideLayouts/slideLayout74.xml"/><Relationship Id="rId4" Type="http://schemas.openxmlformats.org/officeDocument/2006/relationships/slideLayout" Target="../slideLayouts/slideLayout75.xml"/><Relationship Id="rId5" Type="http://schemas.openxmlformats.org/officeDocument/2006/relationships/slideLayout" Target="../slideLayouts/slideLayout76.xml"/><Relationship Id="rId6" Type="http://schemas.openxmlformats.org/officeDocument/2006/relationships/slideLayout" Target="../slideLayouts/slideLayout77.xml"/><Relationship Id="rId7" Type="http://schemas.openxmlformats.org/officeDocument/2006/relationships/slideLayout" Target="../slideLayouts/slideLayout78.xml"/><Relationship Id="rId8" Type="http://schemas.openxmlformats.org/officeDocument/2006/relationships/slideLayout" Target="../slideLayouts/slideLayout79.xml"/><Relationship Id="rId9" Type="http://schemas.openxmlformats.org/officeDocument/2006/relationships/slideLayout" Target="../slideLayouts/slideLayout80.xml"/><Relationship Id="rId10" Type="http://schemas.openxmlformats.org/officeDocument/2006/relationships/slideLayout" Target="../slideLayouts/slideLayout81.xml"/><Relationship Id="rId11" Type="http://schemas.openxmlformats.org/officeDocument/2006/relationships/slideLayout" Target="../slideLayouts/slideLayout82.xml"/><Relationship Id="rId12" Type="http://schemas.openxmlformats.org/officeDocument/2006/relationships/slideLayout" Target="../slideLayouts/slideLayout83.xml"/><Relationship Id="rId13" Type="http://schemas.openxmlformats.org/officeDocument/2006/relationships/slideLayout" Target="../slideLayouts/slideLayout84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5.xml"/><Relationship Id="rId3" Type="http://schemas.openxmlformats.org/officeDocument/2006/relationships/slideLayout" Target="../slideLayouts/slideLayout86.xml"/><Relationship Id="rId4" Type="http://schemas.openxmlformats.org/officeDocument/2006/relationships/slideLayout" Target="../slideLayouts/slideLayout87.xml"/><Relationship Id="rId5" Type="http://schemas.openxmlformats.org/officeDocument/2006/relationships/slideLayout" Target="../slideLayouts/slideLayout88.xml"/><Relationship Id="rId6" Type="http://schemas.openxmlformats.org/officeDocument/2006/relationships/slideLayout" Target="../slideLayouts/slideLayout89.xml"/><Relationship Id="rId7" Type="http://schemas.openxmlformats.org/officeDocument/2006/relationships/slideLayout" Target="../slideLayouts/slideLayout90.xml"/><Relationship Id="rId8" Type="http://schemas.openxmlformats.org/officeDocument/2006/relationships/slideLayout" Target="../slideLayouts/slideLayout91.xml"/><Relationship Id="rId9" Type="http://schemas.openxmlformats.org/officeDocument/2006/relationships/slideLayout" Target="../slideLayouts/slideLayout92.xml"/><Relationship Id="rId10" Type="http://schemas.openxmlformats.org/officeDocument/2006/relationships/slideLayout" Target="../slideLayouts/slideLayout93.xml"/><Relationship Id="rId11" Type="http://schemas.openxmlformats.org/officeDocument/2006/relationships/slideLayout" Target="../slideLayouts/slideLayout94.xml"/><Relationship Id="rId12" Type="http://schemas.openxmlformats.org/officeDocument/2006/relationships/slideLayout" Target="../slideLayouts/slideLayout95.xml"/><Relationship Id="rId13" Type="http://schemas.openxmlformats.org/officeDocument/2006/relationships/slideLayout" Target="../slideLayouts/slideLayout96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97.xml"/><Relationship Id="rId4" Type="http://schemas.openxmlformats.org/officeDocument/2006/relationships/slideLayout" Target="../slideLayouts/slideLayout98.xml"/><Relationship Id="rId5" Type="http://schemas.openxmlformats.org/officeDocument/2006/relationships/slideLayout" Target="../slideLayouts/slideLayout99.xml"/><Relationship Id="rId6" Type="http://schemas.openxmlformats.org/officeDocument/2006/relationships/slideLayout" Target="../slideLayouts/slideLayout100.xml"/><Relationship Id="rId7" Type="http://schemas.openxmlformats.org/officeDocument/2006/relationships/slideLayout" Target="../slideLayouts/slideLayout101.xml"/><Relationship Id="rId8" Type="http://schemas.openxmlformats.org/officeDocument/2006/relationships/slideLayout" Target="../slideLayouts/slideLayout102.xml"/><Relationship Id="rId9" Type="http://schemas.openxmlformats.org/officeDocument/2006/relationships/slideLayout" Target="../slideLayouts/slideLayout103.xml"/><Relationship Id="rId10" Type="http://schemas.openxmlformats.org/officeDocument/2006/relationships/slideLayout" Target="../slideLayouts/slideLayout104.xml"/><Relationship Id="rId11" Type="http://schemas.openxmlformats.org/officeDocument/2006/relationships/slideLayout" Target="../slideLayouts/slideLayout105.xml"/><Relationship Id="rId12" Type="http://schemas.openxmlformats.org/officeDocument/2006/relationships/slideLayout" Target="../slideLayouts/slideLayout106.xml"/><Relationship Id="rId13" Type="http://schemas.openxmlformats.org/officeDocument/2006/relationships/slideLayout" Target="../slideLayouts/slideLayout107.xml"/><Relationship Id="rId14" Type="http://schemas.openxmlformats.org/officeDocument/2006/relationships/slideLayout" Target="../slideLayouts/slideLayout108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9.xml"/><Relationship Id="rId3" Type="http://schemas.openxmlformats.org/officeDocument/2006/relationships/slideLayout" Target="../slideLayouts/slideLayout110.xml"/><Relationship Id="rId4" Type="http://schemas.openxmlformats.org/officeDocument/2006/relationships/slideLayout" Target="../slideLayouts/slideLayout111.xml"/><Relationship Id="rId5" Type="http://schemas.openxmlformats.org/officeDocument/2006/relationships/slideLayout" Target="../slideLayouts/slideLayout112.xml"/><Relationship Id="rId6" Type="http://schemas.openxmlformats.org/officeDocument/2006/relationships/slideLayout" Target="../slideLayouts/slideLayout113.xml"/><Relationship Id="rId7" Type="http://schemas.openxmlformats.org/officeDocument/2006/relationships/slideLayout" Target="../slideLayouts/slideLayout114.xml"/><Relationship Id="rId8" Type="http://schemas.openxmlformats.org/officeDocument/2006/relationships/slideLayout" Target="../slideLayouts/slideLayout115.xml"/><Relationship Id="rId9" Type="http://schemas.openxmlformats.org/officeDocument/2006/relationships/slideLayout" Target="../slideLayouts/slideLayout116.xml"/><Relationship Id="rId10" Type="http://schemas.openxmlformats.org/officeDocument/2006/relationships/slideLayout" Target="../slideLayouts/slideLayout117.xml"/><Relationship Id="rId11" Type="http://schemas.openxmlformats.org/officeDocument/2006/relationships/slideLayout" Target="../slideLayouts/slideLayout118.xml"/><Relationship Id="rId12" Type="http://schemas.openxmlformats.org/officeDocument/2006/relationships/slideLayout" Target="../slideLayouts/slideLayout119.xml"/><Relationship Id="rId13" Type="http://schemas.openxmlformats.org/officeDocument/2006/relationships/slideLayout" Target="../slideLayouts/slideLayout12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21.xml"/><Relationship Id="rId3" Type="http://schemas.openxmlformats.org/officeDocument/2006/relationships/slideLayout" Target="../slideLayouts/slideLayout122.xml"/><Relationship Id="rId4" Type="http://schemas.openxmlformats.org/officeDocument/2006/relationships/slideLayout" Target="../slideLayouts/slideLayout123.xml"/><Relationship Id="rId5" Type="http://schemas.openxmlformats.org/officeDocument/2006/relationships/slideLayout" Target="../slideLayouts/slideLayout124.xml"/><Relationship Id="rId6" Type="http://schemas.openxmlformats.org/officeDocument/2006/relationships/slideLayout" Target="../slideLayouts/slideLayout125.xml"/><Relationship Id="rId7" Type="http://schemas.openxmlformats.org/officeDocument/2006/relationships/slideLayout" Target="../slideLayouts/slideLayout126.xml"/><Relationship Id="rId8" Type="http://schemas.openxmlformats.org/officeDocument/2006/relationships/slideLayout" Target="../slideLayouts/slideLayout127.xml"/><Relationship Id="rId9" Type="http://schemas.openxmlformats.org/officeDocument/2006/relationships/slideLayout" Target="../slideLayouts/slideLayout128.xml"/><Relationship Id="rId10" Type="http://schemas.openxmlformats.org/officeDocument/2006/relationships/slideLayout" Target="../slideLayouts/slideLayout129.xml"/><Relationship Id="rId11" Type="http://schemas.openxmlformats.org/officeDocument/2006/relationships/slideLayout" Target="../slideLayouts/slideLayout130.xml"/><Relationship Id="rId12" Type="http://schemas.openxmlformats.org/officeDocument/2006/relationships/slideLayout" Target="../slideLayouts/slideLayout131.xml"/><Relationship Id="rId13" Type="http://schemas.openxmlformats.org/officeDocument/2006/relationships/slideLayout" Target="../slideLayouts/slideLayout132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33.xml"/><Relationship Id="rId3" Type="http://schemas.openxmlformats.org/officeDocument/2006/relationships/slideLayout" Target="../slideLayouts/slideLayout134.xml"/><Relationship Id="rId4" Type="http://schemas.openxmlformats.org/officeDocument/2006/relationships/slideLayout" Target="../slideLayouts/slideLayout135.xml"/><Relationship Id="rId5" Type="http://schemas.openxmlformats.org/officeDocument/2006/relationships/slideLayout" Target="../slideLayouts/slideLayout136.xml"/><Relationship Id="rId6" Type="http://schemas.openxmlformats.org/officeDocument/2006/relationships/slideLayout" Target="../slideLayouts/slideLayout137.xml"/><Relationship Id="rId7" Type="http://schemas.openxmlformats.org/officeDocument/2006/relationships/slideLayout" Target="../slideLayouts/slideLayout138.xml"/><Relationship Id="rId8" Type="http://schemas.openxmlformats.org/officeDocument/2006/relationships/slideLayout" Target="../slideLayouts/slideLayout139.xml"/><Relationship Id="rId9" Type="http://schemas.openxmlformats.org/officeDocument/2006/relationships/slideLayout" Target="../slideLayouts/slideLayout140.xml"/><Relationship Id="rId10" Type="http://schemas.openxmlformats.org/officeDocument/2006/relationships/slideLayout" Target="../slideLayouts/slideLayout141.xml"/><Relationship Id="rId11" Type="http://schemas.openxmlformats.org/officeDocument/2006/relationships/slideLayout" Target="../slideLayouts/slideLayout142.xml"/><Relationship Id="rId12" Type="http://schemas.openxmlformats.org/officeDocument/2006/relationships/slideLayout" Target="../slideLayouts/slideLayout143.xml"/><Relationship Id="rId13" Type="http://schemas.openxmlformats.org/officeDocument/2006/relationships/slideLayout" Target="../slideLayouts/slideLayout144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45.xml"/><Relationship Id="rId4" Type="http://schemas.openxmlformats.org/officeDocument/2006/relationships/slideLayout" Target="../slideLayouts/slideLayout146.xml"/><Relationship Id="rId5" Type="http://schemas.openxmlformats.org/officeDocument/2006/relationships/slideLayout" Target="../slideLayouts/slideLayout147.xml"/><Relationship Id="rId6" Type="http://schemas.openxmlformats.org/officeDocument/2006/relationships/slideLayout" Target="../slideLayouts/slideLayout148.xml"/><Relationship Id="rId7" Type="http://schemas.openxmlformats.org/officeDocument/2006/relationships/slideLayout" Target="../slideLayouts/slideLayout149.xml"/><Relationship Id="rId8" Type="http://schemas.openxmlformats.org/officeDocument/2006/relationships/slideLayout" Target="../slideLayouts/slideLayout150.xml"/><Relationship Id="rId9" Type="http://schemas.openxmlformats.org/officeDocument/2006/relationships/slideLayout" Target="../slideLayouts/slideLayout151.xml"/><Relationship Id="rId10" Type="http://schemas.openxmlformats.org/officeDocument/2006/relationships/slideLayout" Target="../slideLayouts/slideLayout152.xml"/><Relationship Id="rId11" Type="http://schemas.openxmlformats.org/officeDocument/2006/relationships/slideLayout" Target="../slideLayouts/slideLayout153.xml"/><Relationship Id="rId12" Type="http://schemas.openxmlformats.org/officeDocument/2006/relationships/slideLayout" Target="../slideLayouts/slideLayout154.xml"/><Relationship Id="rId13" Type="http://schemas.openxmlformats.org/officeDocument/2006/relationships/slideLayout" Target="../slideLayouts/slideLayout155.xml"/><Relationship Id="rId14" Type="http://schemas.openxmlformats.org/officeDocument/2006/relationships/slideLayout" Target="../slideLayouts/slideLayout156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157.xml"/><Relationship Id="rId3" Type="http://schemas.openxmlformats.org/officeDocument/2006/relationships/slideLayout" Target="../slideLayouts/slideLayout158.xml"/><Relationship Id="rId4" Type="http://schemas.openxmlformats.org/officeDocument/2006/relationships/slideLayout" Target="../slideLayouts/slideLayout159.xml"/><Relationship Id="rId5" Type="http://schemas.openxmlformats.org/officeDocument/2006/relationships/slideLayout" Target="../slideLayouts/slideLayout160.xml"/><Relationship Id="rId6" Type="http://schemas.openxmlformats.org/officeDocument/2006/relationships/slideLayout" Target="../slideLayouts/slideLayout161.xml"/><Relationship Id="rId7" Type="http://schemas.openxmlformats.org/officeDocument/2006/relationships/slideLayout" Target="../slideLayouts/slideLayout162.xml"/><Relationship Id="rId8" Type="http://schemas.openxmlformats.org/officeDocument/2006/relationships/slideLayout" Target="../slideLayouts/slideLayout163.xml"/><Relationship Id="rId9" Type="http://schemas.openxmlformats.org/officeDocument/2006/relationships/slideLayout" Target="../slideLayouts/slideLayout164.xml"/><Relationship Id="rId10" Type="http://schemas.openxmlformats.org/officeDocument/2006/relationships/slideLayout" Target="../slideLayouts/slideLayout165.xml"/><Relationship Id="rId11" Type="http://schemas.openxmlformats.org/officeDocument/2006/relationships/slideLayout" Target="../slideLayouts/slideLayout166.xml"/><Relationship Id="rId12" Type="http://schemas.openxmlformats.org/officeDocument/2006/relationships/slideLayout" Target="../slideLayouts/slideLayout167.xml"/><Relationship Id="rId13" Type="http://schemas.openxmlformats.org/officeDocument/2006/relationships/slideLayout" Target="../slideLayouts/slideLayout168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slideLayout" Target="../slideLayouts/slideLayout169.xml"/><Relationship Id="rId3" Type="http://schemas.openxmlformats.org/officeDocument/2006/relationships/slideLayout" Target="../slideLayouts/slideLayout170.xml"/><Relationship Id="rId4" Type="http://schemas.openxmlformats.org/officeDocument/2006/relationships/slideLayout" Target="../slideLayouts/slideLayout171.xml"/><Relationship Id="rId5" Type="http://schemas.openxmlformats.org/officeDocument/2006/relationships/slideLayout" Target="../slideLayouts/slideLayout172.xml"/><Relationship Id="rId6" Type="http://schemas.openxmlformats.org/officeDocument/2006/relationships/slideLayout" Target="../slideLayouts/slideLayout173.xml"/><Relationship Id="rId7" Type="http://schemas.openxmlformats.org/officeDocument/2006/relationships/slideLayout" Target="../slideLayouts/slideLayout174.xml"/><Relationship Id="rId8" Type="http://schemas.openxmlformats.org/officeDocument/2006/relationships/slideLayout" Target="../slideLayouts/slideLayout175.xml"/><Relationship Id="rId9" Type="http://schemas.openxmlformats.org/officeDocument/2006/relationships/slideLayout" Target="../slideLayouts/slideLayout176.xml"/><Relationship Id="rId10" Type="http://schemas.openxmlformats.org/officeDocument/2006/relationships/slideLayout" Target="../slideLayouts/slideLayout177.xml"/><Relationship Id="rId11" Type="http://schemas.openxmlformats.org/officeDocument/2006/relationships/slideLayout" Target="../slideLayouts/slideLayout178.xml"/><Relationship Id="rId12" Type="http://schemas.openxmlformats.org/officeDocument/2006/relationships/slideLayout" Target="../slideLayouts/slideLayout179.xml"/><Relationship Id="rId13" Type="http://schemas.openxmlformats.org/officeDocument/2006/relationships/slideLayout" Target="../slideLayouts/slideLayout180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slideLayout" Target="../slideLayouts/slideLayout181.xml"/><Relationship Id="rId3" Type="http://schemas.openxmlformats.org/officeDocument/2006/relationships/slideLayout" Target="../slideLayouts/slideLayout182.xml"/><Relationship Id="rId4" Type="http://schemas.openxmlformats.org/officeDocument/2006/relationships/slideLayout" Target="../slideLayouts/slideLayout183.xml"/><Relationship Id="rId5" Type="http://schemas.openxmlformats.org/officeDocument/2006/relationships/slideLayout" Target="../slideLayouts/slideLayout184.xml"/><Relationship Id="rId6" Type="http://schemas.openxmlformats.org/officeDocument/2006/relationships/slideLayout" Target="../slideLayouts/slideLayout185.xml"/><Relationship Id="rId7" Type="http://schemas.openxmlformats.org/officeDocument/2006/relationships/slideLayout" Target="../slideLayouts/slideLayout186.xml"/><Relationship Id="rId8" Type="http://schemas.openxmlformats.org/officeDocument/2006/relationships/slideLayout" Target="../slideLayouts/slideLayout187.xml"/><Relationship Id="rId9" Type="http://schemas.openxmlformats.org/officeDocument/2006/relationships/slideLayout" Target="../slideLayouts/slideLayout188.xml"/><Relationship Id="rId10" Type="http://schemas.openxmlformats.org/officeDocument/2006/relationships/slideLayout" Target="../slideLayouts/slideLayout189.xml"/><Relationship Id="rId11" Type="http://schemas.openxmlformats.org/officeDocument/2006/relationships/slideLayout" Target="../slideLayouts/slideLayout190.xml"/><Relationship Id="rId12" Type="http://schemas.openxmlformats.org/officeDocument/2006/relationships/slideLayout" Target="../slideLayouts/slideLayout191.xml"/><Relationship Id="rId13" Type="http://schemas.openxmlformats.org/officeDocument/2006/relationships/slideLayout" Target="../slideLayouts/slideLayout192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slideLayout" Target="../slideLayouts/slideLayout193.xml"/><Relationship Id="rId3" Type="http://schemas.openxmlformats.org/officeDocument/2006/relationships/slideLayout" Target="../slideLayouts/slideLayout194.xml"/><Relationship Id="rId4" Type="http://schemas.openxmlformats.org/officeDocument/2006/relationships/slideLayout" Target="../slideLayouts/slideLayout195.xml"/><Relationship Id="rId5" Type="http://schemas.openxmlformats.org/officeDocument/2006/relationships/slideLayout" Target="../slideLayouts/slideLayout196.xml"/><Relationship Id="rId6" Type="http://schemas.openxmlformats.org/officeDocument/2006/relationships/slideLayout" Target="../slideLayouts/slideLayout197.xml"/><Relationship Id="rId7" Type="http://schemas.openxmlformats.org/officeDocument/2006/relationships/slideLayout" Target="../slideLayouts/slideLayout198.xml"/><Relationship Id="rId8" Type="http://schemas.openxmlformats.org/officeDocument/2006/relationships/slideLayout" Target="../slideLayouts/slideLayout199.xml"/><Relationship Id="rId9" Type="http://schemas.openxmlformats.org/officeDocument/2006/relationships/slideLayout" Target="../slideLayouts/slideLayout200.xml"/><Relationship Id="rId10" Type="http://schemas.openxmlformats.org/officeDocument/2006/relationships/slideLayout" Target="../slideLayouts/slideLayout201.xml"/><Relationship Id="rId11" Type="http://schemas.openxmlformats.org/officeDocument/2006/relationships/slideLayout" Target="../slideLayouts/slideLayout202.xml"/><Relationship Id="rId12" Type="http://schemas.openxmlformats.org/officeDocument/2006/relationships/slideLayout" Target="../slideLayouts/slideLayout203.xml"/><Relationship Id="rId13" Type="http://schemas.openxmlformats.org/officeDocument/2006/relationships/slideLayout" Target="../slideLayouts/slideLayout204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image" Target="../media/image3.jpeg"/><Relationship Id="rId3" Type="http://schemas.openxmlformats.org/officeDocument/2006/relationships/slideLayout" Target="../slideLayouts/slideLayout205.xml"/><Relationship Id="rId4" Type="http://schemas.openxmlformats.org/officeDocument/2006/relationships/slideLayout" Target="../slideLayouts/slideLayout206.xml"/><Relationship Id="rId5" Type="http://schemas.openxmlformats.org/officeDocument/2006/relationships/slideLayout" Target="../slideLayouts/slideLayout207.xml"/><Relationship Id="rId6" Type="http://schemas.openxmlformats.org/officeDocument/2006/relationships/slideLayout" Target="../slideLayouts/slideLayout208.xml"/><Relationship Id="rId7" Type="http://schemas.openxmlformats.org/officeDocument/2006/relationships/slideLayout" Target="../slideLayouts/slideLayout209.xml"/><Relationship Id="rId8" Type="http://schemas.openxmlformats.org/officeDocument/2006/relationships/slideLayout" Target="../slideLayouts/slideLayout210.xml"/><Relationship Id="rId9" Type="http://schemas.openxmlformats.org/officeDocument/2006/relationships/slideLayout" Target="../slideLayouts/slideLayout211.xml"/><Relationship Id="rId10" Type="http://schemas.openxmlformats.org/officeDocument/2006/relationships/slideLayout" Target="../slideLayouts/slideLayout212.xml"/><Relationship Id="rId11" Type="http://schemas.openxmlformats.org/officeDocument/2006/relationships/slideLayout" Target="../slideLayouts/slideLayout213.xml"/><Relationship Id="rId12" Type="http://schemas.openxmlformats.org/officeDocument/2006/relationships/slideLayout" Target="../slideLayouts/slideLayout214.xml"/><Relationship Id="rId13" Type="http://schemas.openxmlformats.org/officeDocument/2006/relationships/slideLayout" Target="../slideLayouts/slideLayout215.xml"/><Relationship Id="rId14" Type="http://schemas.openxmlformats.org/officeDocument/2006/relationships/slideLayout" Target="../slideLayouts/slideLayout216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slideLayout" Target="../slideLayouts/slideLayout217.xml"/><Relationship Id="rId3" Type="http://schemas.openxmlformats.org/officeDocument/2006/relationships/slideLayout" Target="../slideLayouts/slideLayout218.xml"/><Relationship Id="rId4" Type="http://schemas.openxmlformats.org/officeDocument/2006/relationships/slideLayout" Target="../slideLayouts/slideLayout219.xml"/><Relationship Id="rId5" Type="http://schemas.openxmlformats.org/officeDocument/2006/relationships/slideLayout" Target="../slideLayouts/slideLayout220.xml"/><Relationship Id="rId6" Type="http://schemas.openxmlformats.org/officeDocument/2006/relationships/slideLayout" Target="../slideLayouts/slideLayout221.xml"/><Relationship Id="rId7" Type="http://schemas.openxmlformats.org/officeDocument/2006/relationships/slideLayout" Target="../slideLayouts/slideLayout222.xml"/><Relationship Id="rId8" Type="http://schemas.openxmlformats.org/officeDocument/2006/relationships/slideLayout" Target="../slideLayouts/slideLayout223.xml"/><Relationship Id="rId9" Type="http://schemas.openxmlformats.org/officeDocument/2006/relationships/slideLayout" Target="../slideLayouts/slideLayout224.xml"/><Relationship Id="rId10" Type="http://schemas.openxmlformats.org/officeDocument/2006/relationships/slideLayout" Target="../slideLayouts/slideLayout225.xml"/><Relationship Id="rId11" Type="http://schemas.openxmlformats.org/officeDocument/2006/relationships/slideLayout" Target="../slideLayouts/slideLayout226.xml"/><Relationship Id="rId12" Type="http://schemas.openxmlformats.org/officeDocument/2006/relationships/slideLayout" Target="../slideLayouts/slideLayout227.xml"/><Relationship Id="rId13" Type="http://schemas.openxmlformats.org/officeDocument/2006/relationships/slideLayout" Target="../slideLayouts/slideLayout22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ce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CustomShape 1"/>
          <p:cNvSpPr/>
          <p:nvPr/>
        </p:nvSpPr>
        <p:spPr>
          <a:xfrm>
            <a:off x="360" y="0"/>
            <a:ext cx="12801240" cy="20354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1" name="Group 2"/>
          <p:cNvGrpSpPr/>
          <p:nvPr/>
        </p:nvGrpSpPr>
        <p:grpSpPr>
          <a:xfrm>
            <a:off x="6399360" y="582480"/>
            <a:ext cx="6397200" cy="7187040"/>
            <a:chOff x="6399360" y="582480"/>
            <a:chExt cx="6397200" cy="7187040"/>
          </a:xfrm>
        </p:grpSpPr>
        <p:sp>
          <p:nvSpPr>
            <p:cNvPr id="2" name="CustomShape 3"/>
            <p:cNvSpPr/>
            <p:nvPr/>
          </p:nvSpPr>
          <p:spPr>
            <a:xfrm>
              <a:off x="6399360" y="2126880"/>
              <a:ext cx="6397200" cy="5642640"/>
            </a:xfrm>
            <a:custGeom>
              <a:avLst/>
              <a:gdLst/>
              <a:ahLst/>
              <a:rect l="l" t="t" r="r" b="b"/>
              <a:pathLst>
                <a:path w="4569687" h="3734730">
                  <a:moveTo>
                    <a:pt x="2611712" y="0"/>
                  </a:moveTo>
                  <a:lnTo>
                    <a:pt x="2927539" y="0"/>
                  </a:lnTo>
                  <a:lnTo>
                    <a:pt x="3010471" y="662843"/>
                  </a:lnTo>
                  <a:lnTo>
                    <a:pt x="3062414" y="672782"/>
                  </a:lnTo>
                  <a:cubicBezTo>
                    <a:pt x="3191764" y="706062"/>
                    <a:pt x="3302353" y="786083"/>
                    <a:pt x="3375104" y="893768"/>
                  </a:cubicBezTo>
                  <a:lnTo>
                    <a:pt x="3401966" y="943258"/>
                  </a:lnTo>
                  <a:lnTo>
                    <a:pt x="3444529" y="938967"/>
                  </a:lnTo>
                  <a:cubicBezTo>
                    <a:pt x="3668109" y="938967"/>
                    <a:pt x="3859940" y="1074903"/>
                    <a:pt x="3941882" y="1268635"/>
                  </a:cubicBezTo>
                  <a:lnTo>
                    <a:pt x="3950232" y="1295533"/>
                  </a:lnTo>
                  <a:lnTo>
                    <a:pt x="3968452" y="1289878"/>
                  </a:lnTo>
                  <a:cubicBezTo>
                    <a:pt x="3992135" y="1285031"/>
                    <a:pt x="4016657" y="1282486"/>
                    <a:pt x="4041773" y="1282486"/>
                  </a:cubicBezTo>
                  <a:cubicBezTo>
                    <a:pt x="4217586" y="1282486"/>
                    <a:pt x="4364272" y="1407196"/>
                    <a:pt x="4398197" y="1572980"/>
                  </a:cubicBezTo>
                  <a:lnTo>
                    <a:pt x="4401113" y="1601912"/>
                  </a:lnTo>
                  <a:lnTo>
                    <a:pt x="4509768" y="1612865"/>
                  </a:lnTo>
                  <a:lnTo>
                    <a:pt x="4569687" y="1630661"/>
                  </a:lnTo>
                  <a:lnTo>
                    <a:pt x="4569687" y="3685776"/>
                  </a:lnTo>
                  <a:lnTo>
                    <a:pt x="4479175" y="3694900"/>
                  </a:lnTo>
                  <a:cubicBezTo>
                    <a:pt x="4332673" y="3694900"/>
                    <a:pt x="4196572" y="3650364"/>
                    <a:pt x="4083674" y="3574092"/>
                  </a:cubicBezTo>
                  <a:lnTo>
                    <a:pt x="4051094" y="3547210"/>
                  </a:lnTo>
                  <a:lnTo>
                    <a:pt x="4009782" y="3581295"/>
                  </a:lnTo>
                  <a:cubicBezTo>
                    <a:pt x="3944790" y="3625203"/>
                    <a:pt x="3866441" y="3650841"/>
                    <a:pt x="3782104" y="3650841"/>
                  </a:cubicBezTo>
                  <a:cubicBezTo>
                    <a:pt x="3669655" y="3650841"/>
                    <a:pt x="3567851" y="3605262"/>
                    <a:pt x="3494159" y="3531570"/>
                  </a:cubicBezTo>
                  <a:lnTo>
                    <a:pt x="3452428" y="3480992"/>
                  </a:lnTo>
                  <a:lnTo>
                    <a:pt x="3441126" y="3501813"/>
                  </a:lnTo>
                  <a:cubicBezTo>
                    <a:pt x="3367946" y="3610134"/>
                    <a:pt x="3244018" y="3681351"/>
                    <a:pt x="3103456" y="3681351"/>
                  </a:cubicBezTo>
                  <a:cubicBezTo>
                    <a:pt x="2991007" y="3681351"/>
                    <a:pt x="2889203" y="3635772"/>
                    <a:pt x="2815511" y="3562080"/>
                  </a:cubicBezTo>
                  <a:lnTo>
                    <a:pt x="2772231" y="3509625"/>
                  </a:lnTo>
                  <a:lnTo>
                    <a:pt x="2697608" y="3571194"/>
                  </a:lnTo>
                  <a:cubicBezTo>
                    <a:pt x="2544873" y="3674380"/>
                    <a:pt x="2382991" y="3737583"/>
                    <a:pt x="2162552" y="3734631"/>
                  </a:cubicBezTo>
                  <a:cubicBezTo>
                    <a:pt x="1740716" y="3728982"/>
                    <a:pt x="1534323" y="3547967"/>
                    <a:pt x="1390478" y="3368488"/>
                  </a:cubicBezTo>
                  <a:cubicBezTo>
                    <a:pt x="1316786" y="3442180"/>
                    <a:pt x="1170122" y="3498625"/>
                    <a:pt x="1046262" y="3459623"/>
                  </a:cubicBezTo>
                  <a:cubicBezTo>
                    <a:pt x="922402" y="3420621"/>
                    <a:pt x="685290" y="3320037"/>
                    <a:pt x="647319" y="3134475"/>
                  </a:cubicBezTo>
                  <a:lnTo>
                    <a:pt x="642925" y="3090891"/>
                  </a:lnTo>
                  <a:lnTo>
                    <a:pt x="634894" y="3098188"/>
                  </a:lnTo>
                  <a:cubicBezTo>
                    <a:pt x="569902" y="3142096"/>
                    <a:pt x="491553" y="3167734"/>
                    <a:pt x="407216" y="3167734"/>
                  </a:cubicBezTo>
                  <a:cubicBezTo>
                    <a:pt x="182317" y="3167734"/>
                    <a:pt x="0" y="2985417"/>
                    <a:pt x="0" y="2760518"/>
                  </a:cubicBezTo>
                  <a:cubicBezTo>
                    <a:pt x="0" y="2535619"/>
                    <a:pt x="182317" y="2353302"/>
                    <a:pt x="407216" y="2353302"/>
                  </a:cubicBezTo>
                  <a:cubicBezTo>
                    <a:pt x="435328" y="2353302"/>
                    <a:pt x="462775" y="2356151"/>
                    <a:pt x="489284" y="2361575"/>
                  </a:cubicBezTo>
                  <a:lnTo>
                    <a:pt x="508084" y="2367411"/>
                  </a:lnTo>
                  <a:lnTo>
                    <a:pt x="503849" y="2325400"/>
                  </a:lnTo>
                  <a:cubicBezTo>
                    <a:pt x="503849" y="1984177"/>
                    <a:pt x="780465" y="1707561"/>
                    <a:pt x="1121688" y="1707561"/>
                  </a:cubicBezTo>
                  <a:cubicBezTo>
                    <a:pt x="1164341" y="1707561"/>
                    <a:pt x="1205984" y="1711883"/>
                    <a:pt x="1246204" y="1720113"/>
                  </a:cubicBezTo>
                  <a:lnTo>
                    <a:pt x="1284356" y="1731957"/>
                  </a:lnTo>
                  <a:lnTo>
                    <a:pt x="1305976" y="1705754"/>
                  </a:lnTo>
                  <a:cubicBezTo>
                    <a:pt x="1417783" y="1593947"/>
                    <a:pt x="1572242" y="1524793"/>
                    <a:pt x="1742854" y="1524793"/>
                  </a:cubicBezTo>
                  <a:lnTo>
                    <a:pt x="1760288" y="1526551"/>
                  </a:lnTo>
                  <a:lnTo>
                    <a:pt x="1748032" y="1487068"/>
                  </a:lnTo>
                  <a:cubicBezTo>
                    <a:pt x="1744637" y="1470476"/>
                    <a:pt x="1742854" y="1453297"/>
                    <a:pt x="1742854" y="1435701"/>
                  </a:cubicBezTo>
                  <a:cubicBezTo>
                    <a:pt x="1742854" y="1312531"/>
                    <a:pt x="1830222" y="1209766"/>
                    <a:pt x="1946367" y="1185999"/>
                  </a:cubicBezTo>
                  <a:lnTo>
                    <a:pt x="1956892" y="1184938"/>
                  </a:lnTo>
                  <a:lnTo>
                    <a:pt x="1963928" y="1115143"/>
                  </a:lnTo>
                  <a:cubicBezTo>
                    <a:pt x="2010227" y="888886"/>
                    <a:pt x="2210419" y="718687"/>
                    <a:pt x="2450363" y="718687"/>
                  </a:cubicBezTo>
                  <a:lnTo>
                    <a:pt x="2520904" y="725798"/>
                  </a:lnTo>
                  <a:lnTo>
                    <a:pt x="2611712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grpSp>
          <p:nvGrpSpPr>
            <p:cNvPr id="3" name="Group 4"/>
            <p:cNvGrpSpPr/>
            <p:nvPr/>
          </p:nvGrpSpPr>
          <p:grpSpPr>
            <a:xfrm>
              <a:off x="9788040" y="582480"/>
              <a:ext cx="984960" cy="2047320"/>
              <a:chOff x="9788040" y="582480"/>
              <a:chExt cx="984960" cy="2047320"/>
            </a:xfrm>
          </p:grpSpPr>
          <p:grpSp>
            <p:nvGrpSpPr>
              <p:cNvPr id="4" name="Group 5"/>
              <p:cNvGrpSpPr/>
              <p:nvPr/>
            </p:nvGrpSpPr>
            <p:grpSpPr>
              <a:xfrm>
                <a:off x="9897480" y="582480"/>
                <a:ext cx="758520" cy="1735560"/>
                <a:chOff x="9897480" y="582480"/>
                <a:chExt cx="758520" cy="1735560"/>
              </a:xfrm>
            </p:grpSpPr>
            <p:sp>
              <p:nvSpPr>
                <p:cNvPr id="5" name="CustomShape 6"/>
                <p:cNvSpPr/>
                <p:nvPr/>
              </p:nvSpPr>
              <p:spPr>
                <a:xfrm>
                  <a:off x="9897480" y="587520"/>
                  <a:ext cx="758520" cy="1730520"/>
                </a:xfrm>
                <a:custGeom>
                  <a:avLst/>
                  <a:gdLst/>
                  <a:ahLst/>
                  <a:rect l="l" t="t" r="r" b="b"/>
                  <a:pathLst>
                    <a:path w="495969" h="1049255">
                      <a:moveTo>
                        <a:pt x="95257" y="1049255"/>
                      </a:moveTo>
                      <a:cubicBezTo>
                        <a:pt x="6676" y="723357"/>
                        <a:pt x="-121664" y="317947"/>
                        <a:pt x="250929" y="0"/>
                      </a:cubicBezTo>
                      <a:cubicBezTo>
                        <a:pt x="612920" y="328549"/>
                        <a:pt x="489882" y="781667"/>
                        <a:pt x="406601" y="1049255"/>
                      </a:cubicBezTo>
                      <a:lnTo>
                        <a:pt x="95257" y="1049255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</p:sp>
            <p:sp>
              <p:nvSpPr>
                <p:cNvPr id="6" name="CustomShape 7"/>
                <p:cNvSpPr/>
                <p:nvPr/>
              </p:nvSpPr>
              <p:spPr>
                <a:xfrm>
                  <a:off x="10006560" y="2164680"/>
                  <a:ext cx="555840" cy="153360"/>
                </a:xfrm>
                <a:custGeom>
                  <a:avLst/>
                  <a:gdLst/>
                  <a:ahLst/>
                  <a:rect l="l" t="t" r="r" b="b"/>
                  <a:pathLst>
                    <a:path w="364003" h="92935">
                      <a:moveTo>
                        <a:pt x="0" y="0"/>
                      </a:moveTo>
                      <a:lnTo>
                        <a:pt x="364003" y="0"/>
                      </a:lnTo>
                      <a:lnTo>
                        <a:pt x="336518" y="92935"/>
                      </a:lnTo>
                      <a:lnTo>
                        <a:pt x="25174" y="92935"/>
                      </a:ln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</p:sp>
            <p:sp>
              <p:nvSpPr>
                <p:cNvPr id="7" name="CustomShape 8"/>
                <p:cNvSpPr/>
                <p:nvPr/>
              </p:nvSpPr>
              <p:spPr>
                <a:xfrm>
                  <a:off x="9937440" y="582480"/>
                  <a:ext cx="676800" cy="577440"/>
                </a:xfrm>
                <a:custGeom>
                  <a:avLst/>
                  <a:gdLst/>
                  <a:ahLst/>
                  <a:rect l="l" t="t" r="r" b="b"/>
                  <a:pathLst>
                    <a:path w="444279" h="350537">
                      <a:moveTo>
                        <a:pt x="227272" y="0"/>
                      </a:moveTo>
                      <a:cubicBezTo>
                        <a:pt x="340394" y="102672"/>
                        <a:pt x="406151" y="217508"/>
                        <a:pt x="440556" y="335046"/>
                      </a:cubicBezTo>
                      <a:lnTo>
                        <a:pt x="444279" y="350537"/>
                      </a:lnTo>
                      <a:lnTo>
                        <a:pt x="0" y="350537"/>
                      </a:lnTo>
                      <a:lnTo>
                        <a:pt x="8223" y="318604"/>
                      </a:lnTo>
                      <a:cubicBezTo>
                        <a:pt x="43321" y="207258"/>
                        <a:pt x="110837" y="99358"/>
                        <a:pt x="227272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</p:sp>
          </p:grpSp>
          <p:sp>
            <p:nvSpPr>
              <p:cNvPr id="8" name="CustomShape 9"/>
              <p:cNvSpPr/>
              <p:nvPr/>
            </p:nvSpPr>
            <p:spPr>
              <a:xfrm>
                <a:off x="10140120" y="1305720"/>
                <a:ext cx="274320" cy="29664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75000"/>
                  </a:schemeClr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9" name="CustomShape 10"/>
              <p:cNvSpPr/>
              <p:nvPr/>
            </p:nvSpPr>
            <p:spPr>
              <a:xfrm flipH="1">
                <a:off x="10260720" y="1895400"/>
                <a:ext cx="32040" cy="71244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0" name="CustomShape 11"/>
              <p:cNvSpPr/>
              <p:nvPr/>
            </p:nvSpPr>
            <p:spPr>
              <a:xfrm>
                <a:off x="9788040" y="1882800"/>
                <a:ext cx="217800" cy="747000"/>
              </a:xfrm>
              <a:custGeom>
                <a:avLst/>
                <a:gdLst/>
                <a:ahLst/>
                <a:rect l="l" t="t" r="r" b="b"/>
                <a:pathLst>
                  <a:path w="143653" h="453224">
                    <a:moveTo>
                      <a:pt x="98595" y="0"/>
                    </a:moveTo>
                    <a:lnTo>
                      <a:pt x="143653" y="145774"/>
                    </a:lnTo>
                    <a:cubicBezTo>
                      <a:pt x="38518" y="232356"/>
                      <a:pt x="50005" y="387847"/>
                      <a:pt x="27034" y="453224"/>
                    </a:cubicBezTo>
                    <a:cubicBezTo>
                      <a:pt x="5831" y="365759"/>
                      <a:pt x="-47179" y="100716"/>
                      <a:pt x="98595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1" name="CustomShape 12"/>
              <p:cNvSpPr/>
              <p:nvPr/>
            </p:nvSpPr>
            <p:spPr>
              <a:xfrm flipH="1">
                <a:off x="10554120" y="1882800"/>
                <a:ext cx="218880" cy="747000"/>
              </a:xfrm>
              <a:custGeom>
                <a:avLst/>
                <a:gdLst/>
                <a:ahLst/>
                <a:rect l="l" t="t" r="r" b="b"/>
                <a:pathLst>
                  <a:path w="143653" h="453224">
                    <a:moveTo>
                      <a:pt x="98595" y="0"/>
                    </a:moveTo>
                    <a:lnTo>
                      <a:pt x="143653" y="145774"/>
                    </a:lnTo>
                    <a:cubicBezTo>
                      <a:pt x="38518" y="232356"/>
                      <a:pt x="50005" y="387847"/>
                      <a:pt x="27034" y="453224"/>
                    </a:cubicBezTo>
                    <a:cubicBezTo>
                      <a:pt x="5831" y="365759"/>
                      <a:pt x="-47179" y="100716"/>
                      <a:pt x="98595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</p:grpSp>
      <p:sp>
        <p:nvSpPr>
          <p:cNvPr id="12" name="PlaceHolder 13"/>
          <p:cNvSpPr>
            <a:spLocks noGrp="1"/>
          </p:cNvSpPr>
          <p:nvPr>
            <p:ph type="body"/>
          </p:nvPr>
        </p:nvSpPr>
        <p:spPr>
          <a:xfrm>
            <a:off x="450360" y="4209840"/>
            <a:ext cx="5343480" cy="1631880"/>
          </a:xfrm>
          <a:prstGeom prst="rect">
            <a:avLst/>
          </a:prstGeom>
        </p:spPr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404040"/>
                </a:solidFill>
                <a:latin typeface="Arial"/>
                <a:ea typeface="맑은 고딕"/>
              </a:rPr>
              <a:t>FREE PPT 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404040"/>
                </a:solidFill>
                <a:latin typeface="Arial"/>
                <a:ea typeface="맑은 고딕"/>
              </a:rPr>
              <a:t>TEMPLATES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14"/>
          <p:cNvSpPr>
            <a:spLocks noGrp="1"/>
          </p:cNvSpPr>
          <p:nvPr>
            <p:ph type="body"/>
          </p:nvPr>
        </p:nvSpPr>
        <p:spPr>
          <a:xfrm>
            <a:off x="450360" y="5842800"/>
            <a:ext cx="5343480" cy="761040"/>
          </a:xfrm>
          <a:prstGeom prst="rect">
            <a:avLst/>
          </a:prstGeom>
        </p:spPr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404040"/>
                </a:solidFill>
                <a:latin typeface="Arial"/>
                <a:ea typeface="맑은 고딕"/>
              </a:rPr>
              <a:t>INSERT THE TITLE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404040"/>
                </a:solidFill>
                <a:latin typeface="Arial"/>
                <a:ea typeface="맑은 고딕"/>
              </a:rPr>
              <a:t>OF YOUR PRESENTATION HERE   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CustomShape 15"/>
          <p:cNvSpPr/>
          <p:nvPr/>
        </p:nvSpPr>
        <p:spPr>
          <a:xfrm>
            <a:off x="360" y="7148520"/>
            <a:ext cx="12801240" cy="62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5" name="PlaceHolder 16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en-US" sz="27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ce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en-US" sz="27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640080" y="1816560"/>
            <a:ext cx="11521080" cy="45072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21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82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482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68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609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3609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126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01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301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836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01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301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41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41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41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ce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Group 1"/>
          <p:cNvGrpSpPr/>
          <p:nvPr/>
        </p:nvGrpSpPr>
        <p:grpSpPr>
          <a:xfrm>
            <a:off x="1098000" y="1682280"/>
            <a:ext cx="3249000" cy="4122360"/>
            <a:chOff x="1098000" y="1682280"/>
            <a:chExt cx="3249000" cy="4122360"/>
          </a:xfrm>
        </p:grpSpPr>
        <p:sp>
          <p:nvSpPr>
            <p:cNvPr id="91" name="CustomShape 2"/>
            <p:cNvSpPr/>
            <p:nvPr/>
          </p:nvSpPr>
          <p:spPr>
            <a:xfrm>
              <a:off x="1148040" y="2741040"/>
              <a:ext cx="3165120" cy="3063600"/>
            </a:xfrm>
            <a:custGeom>
              <a:avLst/>
              <a:gdLst/>
              <a:ahLst/>
              <a:rect l="l" t="t" r="r" b="b"/>
              <a:pathLst>
                <a:path w="2261257" h="2028159">
                  <a:moveTo>
                    <a:pt x="1012851" y="0"/>
                  </a:moveTo>
                  <a:lnTo>
                    <a:pt x="1226850" y="0"/>
                  </a:lnTo>
                  <a:lnTo>
                    <a:pt x="1283043" y="449131"/>
                  </a:lnTo>
                  <a:lnTo>
                    <a:pt x="1318239" y="455866"/>
                  </a:lnTo>
                  <a:cubicBezTo>
                    <a:pt x="1405884" y="478416"/>
                    <a:pt x="1480818" y="532637"/>
                    <a:pt x="1530113" y="605602"/>
                  </a:cubicBezTo>
                  <a:lnTo>
                    <a:pt x="1548314" y="639136"/>
                  </a:lnTo>
                  <a:lnTo>
                    <a:pt x="1577154" y="636229"/>
                  </a:lnTo>
                  <a:cubicBezTo>
                    <a:pt x="1728648" y="636229"/>
                    <a:pt x="1858629" y="728337"/>
                    <a:pt x="1914152" y="859606"/>
                  </a:cubicBezTo>
                  <a:lnTo>
                    <a:pt x="1919810" y="877832"/>
                  </a:lnTo>
                  <a:lnTo>
                    <a:pt x="1932155" y="874000"/>
                  </a:lnTo>
                  <a:cubicBezTo>
                    <a:pt x="1948202" y="870716"/>
                    <a:pt x="1964818" y="868991"/>
                    <a:pt x="1981836" y="868991"/>
                  </a:cubicBezTo>
                  <a:cubicBezTo>
                    <a:pt x="2100964" y="868991"/>
                    <a:pt x="2200356" y="953493"/>
                    <a:pt x="2223343" y="1065825"/>
                  </a:cubicBezTo>
                  <a:lnTo>
                    <a:pt x="2225319" y="1085429"/>
                  </a:lnTo>
                  <a:lnTo>
                    <a:pt x="2261257" y="1089052"/>
                  </a:lnTo>
                  <a:lnTo>
                    <a:pt x="2259340" y="1101612"/>
                  </a:lnTo>
                  <a:cubicBezTo>
                    <a:pt x="2151136" y="1630392"/>
                    <a:pt x="1683273" y="2028159"/>
                    <a:pt x="1122505" y="2028159"/>
                  </a:cubicBezTo>
                  <a:cubicBezTo>
                    <a:pt x="601793" y="2028159"/>
                    <a:pt x="161186" y="1685186"/>
                    <a:pt x="14265" y="1212820"/>
                  </a:cubicBezTo>
                  <a:lnTo>
                    <a:pt x="0" y="1157341"/>
                  </a:lnTo>
                  <a:lnTo>
                    <a:pt x="3235" y="1157015"/>
                  </a:lnTo>
                  <a:cubicBezTo>
                    <a:pt x="32136" y="1157015"/>
                    <a:pt x="60353" y="1159944"/>
                    <a:pt x="87605" y="1165520"/>
                  </a:cubicBezTo>
                  <a:lnTo>
                    <a:pt x="113456" y="1173545"/>
                  </a:lnTo>
                  <a:lnTo>
                    <a:pt x="128106" y="1155791"/>
                  </a:lnTo>
                  <a:cubicBezTo>
                    <a:pt x="203864" y="1080032"/>
                    <a:pt x="308523" y="1033175"/>
                    <a:pt x="424127" y="1033175"/>
                  </a:cubicBezTo>
                  <a:lnTo>
                    <a:pt x="435940" y="1034366"/>
                  </a:lnTo>
                  <a:lnTo>
                    <a:pt x="427636" y="1007613"/>
                  </a:lnTo>
                  <a:cubicBezTo>
                    <a:pt x="425335" y="996370"/>
                    <a:pt x="424127" y="984730"/>
                    <a:pt x="424127" y="972807"/>
                  </a:cubicBezTo>
                  <a:cubicBezTo>
                    <a:pt x="424127" y="889349"/>
                    <a:pt x="483326" y="819717"/>
                    <a:pt x="562024" y="803613"/>
                  </a:cubicBezTo>
                  <a:lnTo>
                    <a:pt x="569156" y="802894"/>
                  </a:lnTo>
                  <a:lnTo>
                    <a:pt x="573923" y="755602"/>
                  </a:lnTo>
                  <a:cubicBezTo>
                    <a:pt x="605295" y="602294"/>
                    <a:pt x="740941" y="486970"/>
                    <a:pt x="903523" y="486970"/>
                  </a:cubicBezTo>
                  <a:lnTo>
                    <a:pt x="951321" y="49178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92" name="CustomShape 3"/>
            <p:cNvSpPr/>
            <p:nvPr/>
          </p:nvSpPr>
          <p:spPr>
            <a:xfrm>
              <a:off x="1098000" y="2298240"/>
              <a:ext cx="3249000" cy="3506400"/>
            </a:xfrm>
            <a:prstGeom prst="ellipse">
              <a:avLst/>
            </a:prstGeom>
            <a:noFill/>
            <a:ln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grpSp>
          <p:nvGrpSpPr>
            <p:cNvPr id="93" name="Group 4"/>
            <p:cNvGrpSpPr/>
            <p:nvPr/>
          </p:nvGrpSpPr>
          <p:grpSpPr>
            <a:xfrm>
              <a:off x="2382480" y="1682280"/>
              <a:ext cx="667080" cy="1387080"/>
              <a:chOff x="2382480" y="1682280"/>
              <a:chExt cx="667080" cy="1387080"/>
            </a:xfrm>
          </p:grpSpPr>
          <p:grpSp>
            <p:nvGrpSpPr>
              <p:cNvPr id="94" name="Group 5"/>
              <p:cNvGrpSpPr/>
              <p:nvPr/>
            </p:nvGrpSpPr>
            <p:grpSpPr>
              <a:xfrm>
                <a:off x="2455560" y="1682280"/>
                <a:ext cx="513360" cy="1175760"/>
                <a:chOff x="2455560" y="1682280"/>
                <a:chExt cx="513360" cy="1175760"/>
              </a:xfrm>
            </p:grpSpPr>
            <p:sp>
              <p:nvSpPr>
                <p:cNvPr id="95" name="CustomShape 6"/>
                <p:cNvSpPr/>
                <p:nvPr/>
              </p:nvSpPr>
              <p:spPr>
                <a:xfrm>
                  <a:off x="2455560" y="1686240"/>
                  <a:ext cx="513360" cy="1171800"/>
                </a:xfrm>
                <a:custGeom>
                  <a:avLst/>
                  <a:gdLst/>
                  <a:ahLst/>
                  <a:rect l="l" t="t" r="r" b="b"/>
                  <a:pathLst>
                    <a:path w="495969" h="1049255">
                      <a:moveTo>
                        <a:pt x="95257" y="1049255"/>
                      </a:moveTo>
                      <a:cubicBezTo>
                        <a:pt x="6676" y="723357"/>
                        <a:pt x="-121664" y="317947"/>
                        <a:pt x="250929" y="0"/>
                      </a:cubicBezTo>
                      <a:cubicBezTo>
                        <a:pt x="612920" y="328549"/>
                        <a:pt x="489882" y="781667"/>
                        <a:pt x="406601" y="1049255"/>
                      </a:cubicBezTo>
                      <a:lnTo>
                        <a:pt x="95257" y="1049255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</p:sp>
            <p:sp>
              <p:nvSpPr>
                <p:cNvPr id="96" name="CustomShape 7"/>
                <p:cNvSpPr/>
                <p:nvPr/>
              </p:nvSpPr>
              <p:spPr>
                <a:xfrm>
                  <a:off x="2530800" y="2755080"/>
                  <a:ext cx="376200" cy="102960"/>
                </a:xfrm>
                <a:custGeom>
                  <a:avLst/>
                  <a:gdLst/>
                  <a:ahLst/>
                  <a:rect l="l" t="t" r="r" b="b"/>
                  <a:pathLst>
                    <a:path w="364003" h="92935">
                      <a:moveTo>
                        <a:pt x="0" y="0"/>
                      </a:moveTo>
                      <a:lnTo>
                        <a:pt x="364003" y="0"/>
                      </a:lnTo>
                      <a:lnTo>
                        <a:pt x="336518" y="92935"/>
                      </a:lnTo>
                      <a:lnTo>
                        <a:pt x="25174" y="92935"/>
                      </a:ln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</p:sp>
            <p:sp>
              <p:nvSpPr>
                <p:cNvPr id="97" name="CustomShape 8"/>
                <p:cNvSpPr/>
                <p:nvPr/>
              </p:nvSpPr>
              <p:spPr>
                <a:xfrm>
                  <a:off x="2483280" y="1682280"/>
                  <a:ext cx="459000" cy="391680"/>
                </a:xfrm>
                <a:custGeom>
                  <a:avLst/>
                  <a:gdLst/>
                  <a:ahLst/>
                  <a:rect l="l" t="t" r="r" b="b"/>
                  <a:pathLst>
                    <a:path w="444279" h="350537">
                      <a:moveTo>
                        <a:pt x="227272" y="0"/>
                      </a:moveTo>
                      <a:cubicBezTo>
                        <a:pt x="340394" y="102672"/>
                        <a:pt x="406151" y="217508"/>
                        <a:pt x="440556" y="335046"/>
                      </a:cubicBezTo>
                      <a:lnTo>
                        <a:pt x="444279" y="350537"/>
                      </a:lnTo>
                      <a:lnTo>
                        <a:pt x="0" y="350537"/>
                      </a:lnTo>
                      <a:lnTo>
                        <a:pt x="8223" y="318604"/>
                      </a:lnTo>
                      <a:cubicBezTo>
                        <a:pt x="43321" y="207258"/>
                        <a:pt x="110837" y="99358"/>
                        <a:pt x="227272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</p:sp>
          </p:grpSp>
          <p:sp>
            <p:nvSpPr>
              <p:cNvPr id="98" name="CustomShape 9"/>
              <p:cNvSpPr/>
              <p:nvPr/>
            </p:nvSpPr>
            <p:spPr>
              <a:xfrm>
                <a:off x="2619720" y="2171880"/>
                <a:ext cx="186840" cy="20088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75000"/>
                  </a:schemeClr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99" name="CustomShape 10"/>
              <p:cNvSpPr/>
              <p:nvPr/>
            </p:nvSpPr>
            <p:spPr>
              <a:xfrm flipH="1">
                <a:off x="2701440" y="2571840"/>
                <a:ext cx="21960" cy="4824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00" name="CustomShape 11"/>
              <p:cNvSpPr/>
              <p:nvPr/>
            </p:nvSpPr>
            <p:spPr>
              <a:xfrm>
                <a:off x="2382480" y="2563560"/>
                <a:ext cx="147240" cy="505800"/>
              </a:xfrm>
              <a:custGeom>
                <a:avLst/>
                <a:gdLst/>
                <a:ahLst/>
                <a:rect l="l" t="t" r="r" b="b"/>
                <a:pathLst>
                  <a:path w="143653" h="453224">
                    <a:moveTo>
                      <a:pt x="98595" y="0"/>
                    </a:moveTo>
                    <a:lnTo>
                      <a:pt x="143653" y="145774"/>
                    </a:lnTo>
                    <a:cubicBezTo>
                      <a:pt x="38518" y="232356"/>
                      <a:pt x="50005" y="387847"/>
                      <a:pt x="27034" y="453224"/>
                    </a:cubicBezTo>
                    <a:cubicBezTo>
                      <a:pt x="5831" y="365759"/>
                      <a:pt x="-47179" y="100716"/>
                      <a:pt x="98595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01" name="CustomShape 12"/>
              <p:cNvSpPr/>
              <p:nvPr/>
            </p:nvSpPr>
            <p:spPr>
              <a:xfrm flipH="1">
                <a:off x="2901240" y="2563560"/>
                <a:ext cx="147960" cy="505800"/>
              </a:xfrm>
              <a:custGeom>
                <a:avLst/>
                <a:gdLst/>
                <a:ahLst/>
                <a:rect l="l" t="t" r="r" b="b"/>
                <a:pathLst>
                  <a:path w="143653" h="453224">
                    <a:moveTo>
                      <a:pt x="98595" y="0"/>
                    </a:moveTo>
                    <a:lnTo>
                      <a:pt x="143653" y="145774"/>
                    </a:lnTo>
                    <a:cubicBezTo>
                      <a:pt x="38518" y="232356"/>
                      <a:pt x="50005" y="387847"/>
                      <a:pt x="27034" y="453224"/>
                    </a:cubicBezTo>
                    <a:cubicBezTo>
                      <a:pt x="5831" y="365759"/>
                      <a:pt x="-47179" y="100716"/>
                      <a:pt x="98595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</p:grpSp>
      <p:sp>
        <p:nvSpPr>
          <p:cNvPr id="102" name="CustomShape 13"/>
          <p:cNvSpPr/>
          <p:nvPr/>
        </p:nvSpPr>
        <p:spPr>
          <a:xfrm>
            <a:off x="5391000" y="2861640"/>
            <a:ext cx="7407360" cy="2066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3" name="PlaceHolder 14"/>
          <p:cNvSpPr>
            <a:spLocks noGrp="1"/>
          </p:cNvSpPr>
          <p:nvPr>
            <p:ph type="body"/>
          </p:nvPr>
        </p:nvSpPr>
        <p:spPr>
          <a:xfrm>
            <a:off x="5772960" y="3253680"/>
            <a:ext cx="7025760" cy="869760"/>
          </a:xfrm>
          <a:prstGeom prst="rect">
            <a:avLst/>
          </a:prstGeom>
        </p:spPr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spcBef>
                <a:spcPts val="720"/>
              </a:spcBef>
              <a:tabLst>
                <a:tab algn="l" pos="0"/>
              </a:tabLst>
            </a:pPr>
            <a:r>
              <a:rPr b="0" lang="en-US" sz="3600" spc="-1" strike="noStrike">
                <a:solidFill>
                  <a:srgbClr val="404040"/>
                </a:solidFill>
                <a:latin typeface="Arial"/>
                <a:ea typeface="Arial Unicode MS"/>
              </a:rPr>
              <a:t>SECTION BREAK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PlaceHolder 15"/>
          <p:cNvSpPr>
            <a:spLocks noGrp="1"/>
          </p:cNvSpPr>
          <p:nvPr>
            <p:ph type="body"/>
          </p:nvPr>
        </p:nvSpPr>
        <p:spPr>
          <a:xfrm>
            <a:off x="5772960" y="4124520"/>
            <a:ext cx="7025760" cy="434520"/>
          </a:xfrm>
          <a:prstGeom prst="rect">
            <a:avLst/>
          </a:prstGeom>
        </p:spPr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spcBef>
                <a:spcPts val="281"/>
              </a:spcBef>
              <a:tabLst>
                <a:tab algn="l" pos="0"/>
              </a:tabLst>
            </a:pPr>
            <a:r>
              <a:rPr b="0" lang="en-US" sz="1400" spc="-1" strike="noStrike">
                <a:solidFill>
                  <a:srgbClr val="404040"/>
                </a:solidFill>
                <a:latin typeface="Arial"/>
                <a:ea typeface="Arial Unicode MS"/>
              </a:rPr>
              <a:t>Insert the title of your subtitle Here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16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en-US" sz="27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ce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CustomShape 1"/>
          <p:cNvSpPr/>
          <p:nvPr/>
        </p:nvSpPr>
        <p:spPr>
          <a:xfrm>
            <a:off x="360" y="0"/>
            <a:ext cx="12801240" cy="20354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143" name="Group 2"/>
          <p:cNvGrpSpPr/>
          <p:nvPr/>
        </p:nvGrpSpPr>
        <p:grpSpPr>
          <a:xfrm>
            <a:off x="2661480" y="349920"/>
            <a:ext cx="7867800" cy="7008480"/>
            <a:chOff x="2661480" y="349920"/>
            <a:chExt cx="7867800" cy="7008480"/>
          </a:xfrm>
        </p:grpSpPr>
        <p:grpSp>
          <p:nvGrpSpPr>
            <p:cNvPr id="144" name="Group 3"/>
            <p:cNvGrpSpPr/>
            <p:nvPr/>
          </p:nvGrpSpPr>
          <p:grpSpPr>
            <a:xfrm>
              <a:off x="2661480" y="1921320"/>
              <a:ext cx="7867800" cy="5437080"/>
              <a:chOff x="2661480" y="1921320"/>
              <a:chExt cx="7867800" cy="5437080"/>
            </a:xfrm>
          </p:grpSpPr>
          <p:sp>
            <p:nvSpPr>
              <p:cNvPr id="145" name="CustomShape 4"/>
              <p:cNvSpPr/>
              <p:nvPr/>
            </p:nvSpPr>
            <p:spPr>
              <a:xfrm>
                <a:off x="5297040" y="2967840"/>
                <a:ext cx="1339920" cy="14454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46" name="CustomShape 5"/>
              <p:cNvSpPr/>
              <p:nvPr/>
            </p:nvSpPr>
            <p:spPr>
              <a:xfrm>
                <a:off x="5012280" y="3641400"/>
                <a:ext cx="687240" cy="7408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47" name="CustomShape 6"/>
              <p:cNvSpPr/>
              <p:nvPr/>
            </p:nvSpPr>
            <p:spPr>
              <a:xfrm>
                <a:off x="4179600" y="4141440"/>
                <a:ext cx="1665000" cy="17989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48" name="CustomShape 7"/>
              <p:cNvSpPr/>
              <p:nvPr/>
            </p:nvSpPr>
            <p:spPr>
              <a:xfrm>
                <a:off x="3341880" y="4406760"/>
                <a:ext cx="1666080" cy="179964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49" name="CustomShape 8"/>
              <p:cNvSpPr/>
              <p:nvPr/>
            </p:nvSpPr>
            <p:spPr>
              <a:xfrm>
                <a:off x="2661480" y="5348520"/>
                <a:ext cx="1097640" cy="11854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0" name="CustomShape 9"/>
              <p:cNvSpPr/>
              <p:nvPr/>
            </p:nvSpPr>
            <p:spPr>
              <a:xfrm>
                <a:off x="3524400" y="5772960"/>
                <a:ext cx="1098720" cy="118476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1" name="CustomShape 10"/>
              <p:cNvSpPr/>
              <p:nvPr/>
            </p:nvSpPr>
            <p:spPr>
              <a:xfrm>
                <a:off x="4287960" y="4572720"/>
                <a:ext cx="2580840" cy="27856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2" name="CustomShape 11"/>
              <p:cNvSpPr/>
              <p:nvPr/>
            </p:nvSpPr>
            <p:spPr>
              <a:xfrm>
                <a:off x="6298920" y="6095520"/>
                <a:ext cx="1098000" cy="118584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3" name="CustomShape 12"/>
              <p:cNvSpPr/>
              <p:nvPr/>
            </p:nvSpPr>
            <p:spPr>
              <a:xfrm>
                <a:off x="7214760" y="6051240"/>
                <a:ext cx="1098000" cy="118584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4" name="CustomShape 13"/>
              <p:cNvSpPr/>
              <p:nvPr/>
            </p:nvSpPr>
            <p:spPr>
              <a:xfrm>
                <a:off x="7750440" y="5241960"/>
                <a:ext cx="1907640" cy="20592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5" name="CustomShape 14"/>
              <p:cNvSpPr/>
              <p:nvPr/>
            </p:nvSpPr>
            <p:spPr>
              <a:xfrm>
                <a:off x="9152640" y="5669640"/>
                <a:ext cx="1097280" cy="118584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6" name="CustomShape 15"/>
              <p:cNvSpPr/>
              <p:nvPr/>
            </p:nvSpPr>
            <p:spPr>
              <a:xfrm>
                <a:off x="8622000" y="4153680"/>
                <a:ext cx="1907280" cy="20592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7" name="CustomShape 16"/>
              <p:cNvSpPr/>
              <p:nvPr/>
            </p:nvSpPr>
            <p:spPr>
              <a:xfrm>
                <a:off x="5883480" y="2876040"/>
                <a:ext cx="1454760" cy="15703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8" name="CustomShape 17"/>
              <p:cNvSpPr/>
              <p:nvPr/>
            </p:nvSpPr>
            <p:spPr>
              <a:xfrm>
                <a:off x="6579720" y="3288240"/>
                <a:ext cx="1455840" cy="157104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9" name="CustomShape 18"/>
              <p:cNvSpPr/>
              <p:nvPr/>
            </p:nvSpPr>
            <p:spPr>
              <a:xfrm>
                <a:off x="7622640" y="3789000"/>
                <a:ext cx="981360" cy="10594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0" name="CustomShape 19"/>
              <p:cNvSpPr/>
              <p:nvPr/>
            </p:nvSpPr>
            <p:spPr>
              <a:xfrm>
                <a:off x="7870680" y="4253760"/>
                <a:ext cx="1455480" cy="15706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1" name="CustomShape 20"/>
              <p:cNvSpPr/>
              <p:nvPr/>
            </p:nvSpPr>
            <p:spPr>
              <a:xfrm>
                <a:off x="5251680" y="3615480"/>
                <a:ext cx="2990160" cy="32263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2" name="CustomShape 21"/>
              <p:cNvSpPr/>
              <p:nvPr/>
            </p:nvSpPr>
            <p:spPr>
              <a:xfrm>
                <a:off x="5971680" y="1921320"/>
                <a:ext cx="851400" cy="1837440"/>
              </a:xfrm>
              <a:prstGeom prst="trapezoid">
                <a:avLst>
                  <a:gd name="adj" fmla="val 25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grpSp>
          <p:nvGrpSpPr>
            <p:cNvPr id="163" name="Group 22"/>
            <p:cNvGrpSpPr/>
            <p:nvPr/>
          </p:nvGrpSpPr>
          <p:grpSpPr>
            <a:xfrm>
              <a:off x="5946480" y="349920"/>
              <a:ext cx="904320" cy="1875960"/>
              <a:chOff x="5946480" y="349920"/>
              <a:chExt cx="904320" cy="1875960"/>
            </a:xfrm>
          </p:grpSpPr>
          <p:grpSp>
            <p:nvGrpSpPr>
              <p:cNvPr id="164" name="Group 23"/>
              <p:cNvGrpSpPr/>
              <p:nvPr/>
            </p:nvGrpSpPr>
            <p:grpSpPr>
              <a:xfrm>
                <a:off x="6047280" y="349920"/>
                <a:ext cx="694800" cy="1590480"/>
                <a:chOff x="6047280" y="349920"/>
                <a:chExt cx="694800" cy="1590480"/>
              </a:xfrm>
            </p:grpSpPr>
            <p:sp>
              <p:nvSpPr>
                <p:cNvPr id="165" name="CustomShape 24"/>
                <p:cNvSpPr/>
                <p:nvPr/>
              </p:nvSpPr>
              <p:spPr>
                <a:xfrm>
                  <a:off x="6047280" y="355680"/>
                  <a:ext cx="694800" cy="1584720"/>
                </a:xfrm>
                <a:custGeom>
                  <a:avLst/>
                  <a:gdLst/>
                  <a:ahLst/>
                  <a:rect l="l" t="t" r="r" b="b"/>
                  <a:pathLst>
                    <a:path w="495969" h="1049255">
                      <a:moveTo>
                        <a:pt x="95257" y="1049255"/>
                      </a:moveTo>
                      <a:cubicBezTo>
                        <a:pt x="6676" y="723357"/>
                        <a:pt x="-121664" y="317947"/>
                        <a:pt x="250929" y="0"/>
                      </a:cubicBezTo>
                      <a:cubicBezTo>
                        <a:pt x="612920" y="328549"/>
                        <a:pt x="489882" y="781667"/>
                        <a:pt x="406601" y="1049255"/>
                      </a:cubicBezTo>
                      <a:lnTo>
                        <a:pt x="95257" y="1049255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</p:sp>
            <p:sp>
              <p:nvSpPr>
                <p:cNvPr id="166" name="CustomShape 25"/>
                <p:cNvSpPr/>
                <p:nvPr/>
              </p:nvSpPr>
              <p:spPr>
                <a:xfrm>
                  <a:off x="6147720" y="1799640"/>
                  <a:ext cx="509400" cy="140040"/>
                </a:xfrm>
                <a:custGeom>
                  <a:avLst/>
                  <a:gdLst/>
                  <a:ahLst/>
                  <a:rect l="l" t="t" r="r" b="b"/>
                  <a:pathLst>
                    <a:path w="364003" h="92935">
                      <a:moveTo>
                        <a:pt x="0" y="0"/>
                      </a:moveTo>
                      <a:lnTo>
                        <a:pt x="364003" y="0"/>
                      </a:lnTo>
                      <a:lnTo>
                        <a:pt x="336518" y="92935"/>
                      </a:lnTo>
                      <a:lnTo>
                        <a:pt x="25174" y="92935"/>
                      </a:ln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</p:sp>
            <p:sp>
              <p:nvSpPr>
                <p:cNvPr id="167" name="CustomShape 26"/>
                <p:cNvSpPr/>
                <p:nvPr/>
              </p:nvSpPr>
              <p:spPr>
                <a:xfrm>
                  <a:off x="6084720" y="349920"/>
                  <a:ext cx="620280" cy="528840"/>
                </a:xfrm>
                <a:custGeom>
                  <a:avLst/>
                  <a:gdLst/>
                  <a:ahLst/>
                  <a:rect l="l" t="t" r="r" b="b"/>
                  <a:pathLst>
                    <a:path w="444279" h="350537">
                      <a:moveTo>
                        <a:pt x="227272" y="0"/>
                      </a:moveTo>
                      <a:cubicBezTo>
                        <a:pt x="340394" y="102672"/>
                        <a:pt x="406151" y="217508"/>
                        <a:pt x="440556" y="335046"/>
                      </a:cubicBezTo>
                      <a:lnTo>
                        <a:pt x="444279" y="350537"/>
                      </a:lnTo>
                      <a:lnTo>
                        <a:pt x="0" y="350537"/>
                      </a:lnTo>
                      <a:lnTo>
                        <a:pt x="8223" y="318604"/>
                      </a:lnTo>
                      <a:cubicBezTo>
                        <a:pt x="43321" y="207258"/>
                        <a:pt x="110837" y="99358"/>
                        <a:pt x="227272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</p:sp>
          </p:grpSp>
          <p:sp>
            <p:nvSpPr>
              <p:cNvPr id="168" name="CustomShape 27"/>
              <p:cNvSpPr/>
              <p:nvPr/>
            </p:nvSpPr>
            <p:spPr>
              <a:xfrm>
                <a:off x="6269040" y="1012680"/>
                <a:ext cx="251640" cy="27108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75000"/>
                  </a:schemeClr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9" name="CustomShape 28"/>
              <p:cNvSpPr/>
              <p:nvPr/>
            </p:nvSpPr>
            <p:spPr>
              <a:xfrm flipH="1">
                <a:off x="6378840" y="1554120"/>
                <a:ext cx="29880" cy="65196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0" name="CustomShape 29"/>
              <p:cNvSpPr/>
              <p:nvPr/>
            </p:nvSpPr>
            <p:spPr>
              <a:xfrm>
                <a:off x="5946480" y="1541520"/>
                <a:ext cx="201240" cy="684360"/>
              </a:xfrm>
              <a:custGeom>
                <a:avLst/>
                <a:gdLst/>
                <a:ahLst/>
                <a:rect l="l" t="t" r="r" b="b"/>
                <a:pathLst>
                  <a:path w="143653" h="453224">
                    <a:moveTo>
                      <a:pt x="98595" y="0"/>
                    </a:moveTo>
                    <a:lnTo>
                      <a:pt x="143653" y="145774"/>
                    </a:lnTo>
                    <a:cubicBezTo>
                      <a:pt x="38518" y="232356"/>
                      <a:pt x="50005" y="387847"/>
                      <a:pt x="27034" y="453224"/>
                    </a:cubicBezTo>
                    <a:cubicBezTo>
                      <a:pt x="5831" y="365759"/>
                      <a:pt x="-47179" y="100716"/>
                      <a:pt x="98595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1" name="CustomShape 30"/>
              <p:cNvSpPr/>
              <p:nvPr/>
            </p:nvSpPr>
            <p:spPr>
              <a:xfrm flipH="1">
                <a:off x="6649920" y="1541520"/>
                <a:ext cx="200880" cy="684360"/>
              </a:xfrm>
              <a:custGeom>
                <a:avLst/>
                <a:gdLst/>
                <a:ahLst/>
                <a:rect l="l" t="t" r="r" b="b"/>
                <a:pathLst>
                  <a:path w="143653" h="453224">
                    <a:moveTo>
                      <a:pt x="98595" y="0"/>
                    </a:moveTo>
                    <a:lnTo>
                      <a:pt x="143653" y="145774"/>
                    </a:lnTo>
                    <a:cubicBezTo>
                      <a:pt x="38518" y="232356"/>
                      <a:pt x="50005" y="387847"/>
                      <a:pt x="27034" y="453224"/>
                    </a:cubicBezTo>
                    <a:cubicBezTo>
                      <a:pt x="5831" y="365759"/>
                      <a:pt x="-47179" y="100716"/>
                      <a:pt x="98595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</p:grpSp>
      <p:sp>
        <p:nvSpPr>
          <p:cNvPr id="172" name="PlaceHolder 31"/>
          <p:cNvSpPr>
            <a:spLocks noGrp="1"/>
          </p:cNvSpPr>
          <p:nvPr>
            <p:ph type="body"/>
          </p:nvPr>
        </p:nvSpPr>
        <p:spPr>
          <a:xfrm>
            <a:off x="3660120" y="4428000"/>
            <a:ext cx="5452200" cy="869760"/>
          </a:xfrm>
          <a:prstGeom prst="rect">
            <a:avLst/>
          </a:prstGeom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720"/>
              </a:spcBef>
              <a:tabLst>
                <a:tab algn="l" pos="0"/>
              </a:tabLst>
            </a:pPr>
            <a:r>
              <a:rPr b="1" lang="en-US" sz="3600" spc="-1" strike="noStrike">
                <a:solidFill>
                  <a:srgbClr val="404040"/>
                </a:solidFill>
                <a:latin typeface="Arial"/>
                <a:ea typeface="Arial Unicode MS"/>
              </a:rPr>
              <a:t>Thank you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PlaceHolder 32"/>
          <p:cNvSpPr>
            <a:spLocks noGrp="1"/>
          </p:cNvSpPr>
          <p:nvPr>
            <p:ph type="body"/>
          </p:nvPr>
        </p:nvSpPr>
        <p:spPr>
          <a:xfrm>
            <a:off x="3659400" y="5407200"/>
            <a:ext cx="5452200" cy="434520"/>
          </a:xfrm>
          <a:prstGeom prst="rect">
            <a:avLst/>
          </a:prstGeom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281"/>
              </a:spcBef>
              <a:tabLst>
                <a:tab algn="l" pos="0"/>
              </a:tabLst>
            </a:pPr>
            <a:r>
              <a:rPr b="0" lang="en-US" sz="1400" spc="-1" strike="noStrike">
                <a:solidFill>
                  <a:srgbClr val="404040"/>
                </a:solidFill>
                <a:latin typeface="Arial"/>
                <a:ea typeface="Arial Unicode MS"/>
              </a:rPr>
              <a:t>Insert the title of your subtitle Here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74" name="Group 33"/>
          <p:cNvGrpSpPr/>
          <p:nvPr/>
        </p:nvGrpSpPr>
        <p:grpSpPr>
          <a:xfrm>
            <a:off x="9146880" y="1667160"/>
            <a:ext cx="941760" cy="734040"/>
            <a:chOff x="9146880" y="1667160"/>
            <a:chExt cx="941760" cy="734040"/>
          </a:xfrm>
        </p:grpSpPr>
        <p:sp>
          <p:nvSpPr>
            <p:cNvPr id="175" name="CustomShape 34"/>
            <p:cNvSpPr/>
            <p:nvPr/>
          </p:nvSpPr>
          <p:spPr>
            <a:xfrm>
              <a:off x="9276120" y="1667160"/>
              <a:ext cx="604800" cy="652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76" name="CustomShape 35"/>
            <p:cNvSpPr/>
            <p:nvPr/>
          </p:nvSpPr>
          <p:spPr>
            <a:xfrm>
              <a:off x="9673560" y="1869480"/>
              <a:ext cx="415080" cy="44676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77" name="CustomShape 36"/>
            <p:cNvSpPr/>
            <p:nvPr/>
          </p:nvSpPr>
          <p:spPr>
            <a:xfrm>
              <a:off x="9146880" y="1993320"/>
              <a:ext cx="379080" cy="40788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78" name="CustomShape 37"/>
            <p:cNvSpPr/>
            <p:nvPr/>
          </p:nvSpPr>
          <p:spPr>
            <a:xfrm>
              <a:off x="9430920" y="1993320"/>
              <a:ext cx="379080" cy="40788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179" name="Group 38"/>
          <p:cNvGrpSpPr/>
          <p:nvPr/>
        </p:nvGrpSpPr>
        <p:grpSpPr>
          <a:xfrm>
            <a:off x="2935440" y="3296880"/>
            <a:ext cx="734400" cy="572400"/>
            <a:chOff x="2935440" y="3296880"/>
            <a:chExt cx="734400" cy="572400"/>
          </a:xfrm>
        </p:grpSpPr>
        <p:sp>
          <p:nvSpPr>
            <p:cNvPr id="180" name="CustomShape 39"/>
            <p:cNvSpPr/>
            <p:nvPr/>
          </p:nvSpPr>
          <p:spPr>
            <a:xfrm>
              <a:off x="3036600" y="3296880"/>
              <a:ext cx="471600" cy="50868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81" name="CustomShape 40"/>
            <p:cNvSpPr/>
            <p:nvPr/>
          </p:nvSpPr>
          <p:spPr>
            <a:xfrm>
              <a:off x="3346920" y="3454200"/>
              <a:ext cx="322920" cy="34956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82" name="CustomShape 41"/>
            <p:cNvSpPr/>
            <p:nvPr/>
          </p:nvSpPr>
          <p:spPr>
            <a:xfrm>
              <a:off x="2935440" y="3551040"/>
              <a:ext cx="295200" cy="31824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83" name="CustomShape 42"/>
            <p:cNvSpPr/>
            <p:nvPr/>
          </p:nvSpPr>
          <p:spPr>
            <a:xfrm>
              <a:off x="3158280" y="3551040"/>
              <a:ext cx="293040" cy="31824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184" name="PlaceHolder 43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en-US" sz="27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ce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body"/>
          </p:nvPr>
        </p:nvSpPr>
        <p:spPr>
          <a:xfrm>
            <a:off x="0" y="184320"/>
            <a:ext cx="12801240" cy="869760"/>
          </a:xfrm>
          <a:prstGeom prst="rect">
            <a:avLst/>
          </a:prstGeom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720"/>
              </a:spcBef>
              <a:tabLst>
                <a:tab algn="l" pos="0"/>
              </a:tabLst>
            </a:pPr>
            <a:r>
              <a:rPr b="0" lang="en-US" sz="3600" spc="-1" strike="noStrike">
                <a:solidFill>
                  <a:srgbClr val="404040"/>
                </a:solidFill>
                <a:latin typeface="Arial"/>
                <a:ea typeface="Arial Unicode MS"/>
              </a:rPr>
              <a:t>BASIC LAYOUT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PlaceHolder 2"/>
          <p:cNvSpPr>
            <a:spLocks noGrp="1"/>
          </p:cNvSpPr>
          <p:nvPr>
            <p:ph type="body"/>
          </p:nvPr>
        </p:nvSpPr>
        <p:spPr>
          <a:xfrm>
            <a:off x="0" y="1054440"/>
            <a:ext cx="12801240" cy="434520"/>
          </a:xfrm>
          <a:prstGeom prst="rect">
            <a:avLst/>
          </a:prstGeom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281"/>
              </a:spcBef>
              <a:tabLst>
                <a:tab algn="l" pos="0"/>
              </a:tabLst>
            </a:pPr>
            <a:r>
              <a:rPr b="0" lang="en-US" sz="1400" spc="-1" strike="noStrike">
                <a:solidFill>
                  <a:srgbClr val="404040"/>
                </a:solidFill>
                <a:latin typeface="Arial"/>
                <a:ea typeface="Arial Unicode MS"/>
              </a:rPr>
              <a:t>Insert the title of your subtitle Here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CustomShape 3"/>
          <p:cNvSpPr/>
          <p:nvPr/>
        </p:nvSpPr>
        <p:spPr>
          <a:xfrm>
            <a:off x="360" y="7474320"/>
            <a:ext cx="12801240" cy="3261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224" name="Group 4"/>
          <p:cNvGrpSpPr/>
          <p:nvPr/>
        </p:nvGrpSpPr>
        <p:grpSpPr>
          <a:xfrm>
            <a:off x="11199960" y="5952240"/>
            <a:ext cx="1598760" cy="1795320"/>
            <a:chOff x="11199960" y="5952240"/>
            <a:chExt cx="1598760" cy="1795320"/>
          </a:xfrm>
        </p:grpSpPr>
        <p:sp>
          <p:nvSpPr>
            <p:cNvPr id="225" name="CustomShape 5"/>
            <p:cNvSpPr/>
            <p:nvPr/>
          </p:nvSpPr>
          <p:spPr>
            <a:xfrm>
              <a:off x="11199960" y="6337800"/>
              <a:ext cx="1598760" cy="1409760"/>
            </a:xfrm>
            <a:custGeom>
              <a:avLst/>
              <a:gdLst/>
              <a:ahLst/>
              <a:rect l="l" t="t" r="r" b="b"/>
              <a:pathLst>
                <a:path w="4569687" h="3734730">
                  <a:moveTo>
                    <a:pt x="2611712" y="0"/>
                  </a:moveTo>
                  <a:lnTo>
                    <a:pt x="2927539" y="0"/>
                  </a:lnTo>
                  <a:lnTo>
                    <a:pt x="3010471" y="662843"/>
                  </a:lnTo>
                  <a:lnTo>
                    <a:pt x="3062414" y="672782"/>
                  </a:lnTo>
                  <a:cubicBezTo>
                    <a:pt x="3191764" y="706062"/>
                    <a:pt x="3302353" y="786083"/>
                    <a:pt x="3375104" y="893768"/>
                  </a:cubicBezTo>
                  <a:lnTo>
                    <a:pt x="3401966" y="943258"/>
                  </a:lnTo>
                  <a:lnTo>
                    <a:pt x="3444529" y="938967"/>
                  </a:lnTo>
                  <a:cubicBezTo>
                    <a:pt x="3668109" y="938967"/>
                    <a:pt x="3859940" y="1074903"/>
                    <a:pt x="3941882" y="1268635"/>
                  </a:cubicBezTo>
                  <a:lnTo>
                    <a:pt x="3950232" y="1295533"/>
                  </a:lnTo>
                  <a:lnTo>
                    <a:pt x="3968452" y="1289878"/>
                  </a:lnTo>
                  <a:cubicBezTo>
                    <a:pt x="3992135" y="1285031"/>
                    <a:pt x="4016657" y="1282486"/>
                    <a:pt x="4041773" y="1282486"/>
                  </a:cubicBezTo>
                  <a:cubicBezTo>
                    <a:pt x="4217586" y="1282486"/>
                    <a:pt x="4364272" y="1407196"/>
                    <a:pt x="4398197" y="1572980"/>
                  </a:cubicBezTo>
                  <a:lnTo>
                    <a:pt x="4401113" y="1601912"/>
                  </a:lnTo>
                  <a:lnTo>
                    <a:pt x="4509768" y="1612865"/>
                  </a:lnTo>
                  <a:lnTo>
                    <a:pt x="4569687" y="1630661"/>
                  </a:lnTo>
                  <a:lnTo>
                    <a:pt x="4569687" y="3685776"/>
                  </a:lnTo>
                  <a:lnTo>
                    <a:pt x="4479175" y="3694900"/>
                  </a:lnTo>
                  <a:cubicBezTo>
                    <a:pt x="4332673" y="3694900"/>
                    <a:pt x="4196572" y="3650364"/>
                    <a:pt x="4083674" y="3574092"/>
                  </a:cubicBezTo>
                  <a:lnTo>
                    <a:pt x="4051094" y="3547210"/>
                  </a:lnTo>
                  <a:lnTo>
                    <a:pt x="4009782" y="3581295"/>
                  </a:lnTo>
                  <a:cubicBezTo>
                    <a:pt x="3944790" y="3625203"/>
                    <a:pt x="3866441" y="3650841"/>
                    <a:pt x="3782104" y="3650841"/>
                  </a:cubicBezTo>
                  <a:cubicBezTo>
                    <a:pt x="3669655" y="3650841"/>
                    <a:pt x="3567851" y="3605262"/>
                    <a:pt x="3494159" y="3531570"/>
                  </a:cubicBezTo>
                  <a:lnTo>
                    <a:pt x="3452428" y="3480992"/>
                  </a:lnTo>
                  <a:lnTo>
                    <a:pt x="3441126" y="3501813"/>
                  </a:lnTo>
                  <a:cubicBezTo>
                    <a:pt x="3367946" y="3610134"/>
                    <a:pt x="3244018" y="3681351"/>
                    <a:pt x="3103456" y="3681351"/>
                  </a:cubicBezTo>
                  <a:cubicBezTo>
                    <a:pt x="2991007" y="3681351"/>
                    <a:pt x="2889203" y="3635772"/>
                    <a:pt x="2815511" y="3562080"/>
                  </a:cubicBezTo>
                  <a:lnTo>
                    <a:pt x="2772231" y="3509625"/>
                  </a:lnTo>
                  <a:lnTo>
                    <a:pt x="2697608" y="3571194"/>
                  </a:lnTo>
                  <a:cubicBezTo>
                    <a:pt x="2544873" y="3674380"/>
                    <a:pt x="2382991" y="3737583"/>
                    <a:pt x="2162552" y="3734631"/>
                  </a:cubicBezTo>
                  <a:cubicBezTo>
                    <a:pt x="1740716" y="3728982"/>
                    <a:pt x="1534323" y="3547967"/>
                    <a:pt x="1390478" y="3368488"/>
                  </a:cubicBezTo>
                  <a:cubicBezTo>
                    <a:pt x="1316786" y="3442180"/>
                    <a:pt x="1170122" y="3498625"/>
                    <a:pt x="1046262" y="3459623"/>
                  </a:cubicBezTo>
                  <a:cubicBezTo>
                    <a:pt x="922402" y="3420621"/>
                    <a:pt x="685290" y="3320037"/>
                    <a:pt x="647319" y="3134475"/>
                  </a:cubicBezTo>
                  <a:lnTo>
                    <a:pt x="642925" y="3090891"/>
                  </a:lnTo>
                  <a:lnTo>
                    <a:pt x="634894" y="3098188"/>
                  </a:lnTo>
                  <a:cubicBezTo>
                    <a:pt x="569902" y="3142096"/>
                    <a:pt x="491553" y="3167734"/>
                    <a:pt x="407216" y="3167734"/>
                  </a:cubicBezTo>
                  <a:cubicBezTo>
                    <a:pt x="182317" y="3167734"/>
                    <a:pt x="0" y="2985417"/>
                    <a:pt x="0" y="2760518"/>
                  </a:cubicBezTo>
                  <a:cubicBezTo>
                    <a:pt x="0" y="2535619"/>
                    <a:pt x="182317" y="2353302"/>
                    <a:pt x="407216" y="2353302"/>
                  </a:cubicBezTo>
                  <a:cubicBezTo>
                    <a:pt x="435328" y="2353302"/>
                    <a:pt x="462775" y="2356151"/>
                    <a:pt x="489284" y="2361575"/>
                  </a:cubicBezTo>
                  <a:lnTo>
                    <a:pt x="508084" y="2367411"/>
                  </a:lnTo>
                  <a:lnTo>
                    <a:pt x="503849" y="2325400"/>
                  </a:lnTo>
                  <a:cubicBezTo>
                    <a:pt x="503849" y="1984177"/>
                    <a:pt x="780465" y="1707561"/>
                    <a:pt x="1121688" y="1707561"/>
                  </a:cubicBezTo>
                  <a:cubicBezTo>
                    <a:pt x="1164341" y="1707561"/>
                    <a:pt x="1205984" y="1711883"/>
                    <a:pt x="1246204" y="1720113"/>
                  </a:cubicBezTo>
                  <a:lnTo>
                    <a:pt x="1284356" y="1731957"/>
                  </a:lnTo>
                  <a:lnTo>
                    <a:pt x="1305976" y="1705754"/>
                  </a:lnTo>
                  <a:cubicBezTo>
                    <a:pt x="1417783" y="1593947"/>
                    <a:pt x="1572242" y="1524793"/>
                    <a:pt x="1742854" y="1524793"/>
                  </a:cubicBezTo>
                  <a:lnTo>
                    <a:pt x="1760288" y="1526551"/>
                  </a:lnTo>
                  <a:lnTo>
                    <a:pt x="1748032" y="1487068"/>
                  </a:lnTo>
                  <a:cubicBezTo>
                    <a:pt x="1744637" y="1470476"/>
                    <a:pt x="1742854" y="1453297"/>
                    <a:pt x="1742854" y="1435701"/>
                  </a:cubicBezTo>
                  <a:cubicBezTo>
                    <a:pt x="1742854" y="1312531"/>
                    <a:pt x="1830222" y="1209766"/>
                    <a:pt x="1946367" y="1185999"/>
                  </a:cubicBezTo>
                  <a:lnTo>
                    <a:pt x="1956892" y="1184938"/>
                  </a:lnTo>
                  <a:lnTo>
                    <a:pt x="1963928" y="1115143"/>
                  </a:lnTo>
                  <a:cubicBezTo>
                    <a:pt x="2010227" y="888886"/>
                    <a:pt x="2210419" y="718687"/>
                    <a:pt x="2450363" y="718687"/>
                  </a:cubicBezTo>
                  <a:lnTo>
                    <a:pt x="2520904" y="725798"/>
                  </a:lnTo>
                  <a:lnTo>
                    <a:pt x="2611712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grpSp>
          <p:nvGrpSpPr>
            <p:cNvPr id="226" name="Group 6"/>
            <p:cNvGrpSpPr/>
            <p:nvPr/>
          </p:nvGrpSpPr>
          <p:grpSpPr>
            <a:xfrm>
              <a:off x="12046320" y="5952240"/>
              <a:ext cx="246600" cy="510840"/>
              <a:chOff x="12046320" y="5952240"/>
              <a:chExt cx="246600" cy="510840"/>
            </a:xfrm>
          </p:grpSpPr>
          <p:grpSp>
            <p:nvGrpSpPr>
              <p:cNvPr id="227" name="Group 7"/>
              <p:cNvGrpSpPr/>
              <p:nvPr/>
            </p:nvGrpSpPr>
            <p:grpSpPr>
              <a:xfrm>
                <a:off x="12073320" y="5952240"/>
                <a:ext cx="190800" cy="433080"/>
                <a:chOff x="12073320" y="5952240"/>
                <a:chExt cx="190800" cy="433080"/>
              </a:xfrm>
            </p:grpSpPr>
            <p:sp>
              <p:nvSpPr>
                <p:cNvPr id="228" name="CustomShape 8"/>
                <p:cNvSpPr/>
                <p:nvPr/>
              </p:nvSpPr>
              <p:spPr>
                <a:xfrm>
                  <a:off x="12073320" y="5953320"/>
                  <a:ext cx="190800" cy="432000"/>
                </a:xfrm>
                <a:custGeom>
                  <a:avLst/>
                  <a:gdLst/>
                  <a:ahLst/>
                  <a:rect l="l" t="t" r="r" b="b"/>
                  <a:pathLst>
                    <a:path w="495969" h="1049255">
                      <a:moveTo>
                        <a:pt x="95257" y="1049255"/>
                      </a:moveTo>
                      <a:cubicBezTo>
                        <a:pt x="6676" y="723357"/>
                        <a:pt x="-121664" y="317947"/>
                        <a:pt x="250929" y="0"/>
                      </a:cubicBezTo>
                      <a:cubicBezTo>
                        <a:pt x="612920" y="328549"/>
                        <a:pt x="489882" y="781667"/>
                        <a:pt x="406601" y="1049255"/>
                      </a:cubicBezTo>
                      <a:lnTo>
                        <a:pt x="95257" y="1049255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</p:sp>
            <p:sp>
              <p:nvSpPr>
                <p:cNvPr id="229" name="CustomShape 9"/>
                <p:cNvSpPr/>
                <p:nvPr/>
              </p:nvSpPr>
              <p:spPr>
                <a:xfrm>
                  <a:off x="12101400" y="6348240"/>
                  <a:ext cx="138240" cy="37080"/>
                </a:xfrm>
                <a:custGeom>
                  <a:avLst/>
                  <a:gdLst/>
                  <a:ahLst/>
                  <a:rect l="l" t="t" r="r" b="b"/>
                  <a:pathLst>
                    <a:path w="364003" h="92935">
                      <a:moveTo>
                        <a:pt x="0" y="0"/>
                      </a:moveTo>
                      <a:lnTo>
                        <a:pt x="364003" y="0"/>
                      </a:lnTo>
                      <a:lnTo>
                        <a:pt x="336518" y="92935"/>
                      </a:lnTo>
                      <a:lnTo>
                        <a:pt x="25174" y="92935"/>
                      </a:ln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</p:sp>
            <p:sp>
              <p:nvSpPr>
                <p:cNvPr id="230" name="CustomShape 10"/>
                <p:cNvSpPr/>
                <p:nvPr/>
              </p:nvSpPr>
              <p:spPr>
                <a:xfrm>
                  <a:off x="12083760" y="5952240"/>
                  <a:ext cx="169200" cy="144360"/>
                </a:xfrm>
                <a:custGeom>
                  <a:avLst/>
                  <a:gdLst/>
                  <a:ahLst/>
                  <a:rect l="l" t="t" r="r" b="b"/>
                  <a:pathLst>
                    <a:path w="444279" h="350537">
                      <a:moveTo>
                        <a:pt x="227272" y="0"/>
                      </a:moveTo>
                      <a:cubicBezTo>
                        <a:pt x="340394" y="102672"/>
                        <a:pt x="406151" y="217508"/>
                        <a:pt x="440556" y="335046"/>
                      </a:cubicBezTo>
                      <a:lnTo>
                        <a:pt x="444279" y="350537"/>
                      </a:lnTo>
                      <a:lnTo>
                        <a:pt x="0" y="350537"/>
                      </a:lnTo>
                      <a:lnTo>
                        <a:pt x="8223" y="318604"/>
                      </a:lnTo>
                      <a:cubicBezTo>
                        <a:pt x="43321" y="207258"/>
                        <a:pt x="110837" y="99358"/>
                        <a:pt x="227272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</p:sp>
          </p:grpSp>
          <p:sp>
            <p:nvSpPr>
              <p:cNvPr id="231" name="CustomShape 11"/>
              <p:cNvSpPr/>
              <p:nvPr/>
            </p:nvSpPr>
            <p:spPr>
              <a:xfrm>
                <a:off x="12134880" y="6132600"/>
                <a:ext cx="67680" cy="7308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75000"/>
                  </a:schemeClr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232" name="CustomShape 12"/>
              <p:cNvSpPr/>
              <p:nvPr/>
            </p:nvSpPr>
            <p:spPr>
              <a:xfrm flipH="1">
                <a:off x="12164760" y="6280200"/>
                <a:ext cx="6120" cy="17712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233" name="CustomShape 13"/>
              <p:cNvSpPr/>
              <p:nvPr/>
            </p:nvSpPr>
            <p:spPr>
              <a:xfrm>
                <a:off x="12046320" y="6277320"/>
                <a:ext cx="55080" cy="185760"/>
              </a:xfrm>
              <a:custGeom>
                <a:avLst/>
                <a:gdLst/>
                <a:ahLst/>
                <a:rect l="l" t="t" r="r" b="b"/>
                <a:pathLst>
                  <a:path w="143653" h="453224">
                    <a:moveTo>
                      <a:pt x="98595" y="0"/>
                    </a:moveTo>
                    <a:lnTo>
                      <a:pt x="143653" y="145774"/>
                    </a:lnTo>
                    <a:cubicBezTo>
                      <a:pt x="38518" y="232356"/>
                      <a:pt x="50005" y="387847"/>
                      <a:pt x="27034" y="453224"/>
                    </a:cubicBezTo>
                    <a:cubicBezTo>
                      <a:pt x="5831" y="365759"/>
                      <a:pt x="-47179" y="100716"/>
                      <a:pt x="98595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234" name="CustomShape 14"/>
              <p:cNvSpPr/>
              <p:nvPr/>
            </p:nvSpPr>
            <p:spPr>
              <a:xfrm flipH="1">
                <a:off x="12238920" y="6277320"/>
                <a:ext cx="54000" cy="185760"/>
              </a:xfrm>
              <a:custGeom>
                <a:avLst/>
                <a:gdLst/>
                <a:ahLst/>
                <a:rect l="l" t="t" r="r" b="b"/>
                <a:pathLst>
                  <a:path w="143653" h="453224">
                    <a:moveTo>
                      <a:pt x="98595" y="0"/>
                    </a:moveTo>
                    <a:lnTo>
                      <a:pt x="143653" y="145774"/>
                    </a:lnTo>
                    <a:cubicBezTo>
                      <a:pt x="38518" y="232356"/>
                      <a:pt x="50005" y="387847"/>
                      <a:pt x="27034" y="453224"/>
                    </a:cubicBezTo>
                    <a:cubicBezTo>
                      <a:pt x="5831" y="365759"/>
                      <a:pt x="-47179" y="100716"/>
                      <a:pt x="98595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</p:grpSp>
      <p:sp>
        <p:nvSpPr>
          <p:cNvPr id="235" name="PlaceHolder 15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en-US" sz="27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ce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2" name="Group 1"/>
          <p:cNvGrpSpPr/>
          <p:nvPr/>
        </p:nvGrpSpPr>
        <p:grpSpPr>
          <a:xfrm>
            <a:off x="5189040" y="1816200"/>
            <a:ext cx="2395440" cy="5440680"/>
            <a:chOff x="5189040" y="1816200"/>
            <a:chExt cx="2395440" cy="5440680"/>
          </a:xfrm>
        </p:grpSpPr>
        <p:sp>
          <p:nvSpPr>
            <p:cNvPr id="273" name="CustomShape 2"/>
            <p:cNvSpPr/>
            <p:nvPr/>
          </p:nvSpPr>
          <p:spPr>
            <a:xfrm>
              <a:off x="5189040" y="2605320"/>
              <a:ext cx="2392560" cy="386064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74" name="CustomShape 3"/>
            <p:cNvSpPr/>
            <p:nvPr/>
          </p:nvSpPr>
          <p:spPr>
            <a:xfrm>
              <a:off x="5189040" y="1816200"/>
              <a:ext cx="2392560" cy="789120"/>
            </a:xfrm>
            <a:prstGeom prst="triangle">
              <a:avLst>
                <a:gd name="adj" fmla="val 49055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75" name="CustomShape 4"/>
            <p:cNvSpPr/>
            <p:nvPr/>
          </p:nvSpPr>
          <p:spPr>
            <a:xfrm rot="10800000">
              <a:off x="5190840" y="6466680"/>
              <a:ext cx="2393640" cy="790200"/>
            </a:xfrm>
            <a:prstGeom prst="triangle">
              <a:avLst>
                <a:gd name="adj" fmla="val 49055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276" name="PlaceHolder 5"/>
          <p:cNvSpPr>
            <a:spLocks noGrp="1"/>
          </p:cNvSpPr>
          <p:nvPr>
            <p:ph type="body"/>
          </p:nvPr>
        </p:nvSpPr>
        <p:spPr>
          <a:xfrm>
            <a:off x="0" y="184320"/>
            <a:ext cx="12801240" cy="869760"/>
          </a:xfrm>
          <a:prstGeom prst="rect">
            <a:avLst/>
          </a:prstGeom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720"/>
              </a:spcBef>
              <a:tabLst>
                <a:tab algn="l" pos="0"/>
              </a:tabLst>
            </a:pPr>
            <a:r>
              <a:rPr b="0" lang="en-US" sz="3600" spc="-1" strike="noStrike">
                <a:solidFill>
                  <a:srgbClr val="404040"/>
                </a:solidFill>
                <a:latin typeface="Arial"/>
                <a:ea typeface="Arial Unicode MS"/>
              </a:rPr>
              <a:t>IMAGES &amp; CONTENTS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PlaceHolder 6"/>
          <p:cNvSpPr>
            <a:spLocks noGrp="1"/>
          </p:cNvSpPr>
          <p:nvPr>
            <p:ph type="body"/>
          </p:nvPr>
        </p:nvSpPr>
        <p:spPr>
          <a:xfrm>
            <a:off x="0" y="1054440"/>
            <a:ext cx="12801240" cy="434520"/>
          </a:xfrm>
          <a:prstGeom prst="rect">
            <a:avLst/>
          </a:prstGeom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281"/>
              </a:spcBef>
              <a:tabLst>
                <a:tab algn="l" pos="0"/>
              </a:tabLst>
            </a:pPr>
            <a:r>
              <a:rPr b="0" lang="en-US" sz="1400" spc="-1" strike="noStrike">
                <a:solidFill>
                  <a:srgbClr val="404040"/>
                </a:solidFill>
                <a:latin typeface="Arial"/>
                <a:ea typeface="Arial Unicode MS"/>
              </a:rPr>
              <a:t>Insert the title of your subtitle Here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PlaceHolder 7"/>
          <p:cNvSpPr>
            <a:spLocks noGrp="1"/>
          </p:cNvSpPr>
          <p:nvPr>
            <p:ph type="body"/>
          </p:nvPr>
        </p:nvSpPr>
        <p:spPr>
          <a:xfrm>
            <a:off x="5299200" y="1981080"/>
            <a:ext cx="2166840" cy="2718720"/>
          </a:xfrm>
          <a:prstGeom prst="rect">
            <a:avLst/>
          </a:prstGeom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404040"/>
                </a:solidFill>
                <a:latin typeface="Arial"/>
                <a:ea typeface="Arial Unicode MS"/>
              </a:rPr>
              <a:t>Your Picture Here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PlaceHolder 8"/>
          <p:cNvSpPr>
            <a:spLocks noGrp="1"/>
          </p:cNvSpPr>
          <p:nvPr>
            <p:ph type="body"/>
          </p:nvPr>
        </p:nvSpPr>
        <p:spPr>
          <a:xfrm>
            <a:off x="2880000" y="1926720"/>
            <a:ext cx="2166840" cy="2718720"/>
          </a:xfrm>
          <a:prstGeom prst="rect">
            <a:avLst/>
          </a:prstGeom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404040"/>
                </a:solidFill>
                <a:latin typeface="Arial"/>
                <a:ea typeface="Arial Unicode MS"/>
              </a:rPr>
              <a:t>Your Picture Here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PlaceHolder 9"/>
          <p:cNvSpPr>
            <a:spLocks noGrp="1"/>
          </p:cNvSpPr>
          <p:nvPr>
            <p:ph type="body"/>
          </p:nvPr>
        </p:nvSpPr>
        <p:spPr>
          <a:xfrm>
            <a:off x="460440" y="1926720"/>
            <a:ext cx="2166840" cy="2718720"/>
          </a:xfrm>
          <a:prstGeom prst="rect">
            <a:avLst/>
          </a:prstGeom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404040"/>
                </a:solidFill>
                <a:latin typeface="Arial"/>
                <a:ea typeface="Arial Unicode MS"/>
              </a:rPr>
              <a:t>Your Picture Here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PlaceHolder 10"/>
          <p:cNvSpPr>
            <a:spLocks noGrp="1"/>
          </p:cNvSpPr>
          <p:nvPr>
            <p:ph type="body"/>
          </p:nvPr>
        </p:nvSpPr>
        <p:spPr>
          <a:xfrm>
            <a:off x="10138320" y="1926720"/>
            <a:ext cx="2166840" cy="2718720"/>
          </a:xfrm>
          <a:prstGeom prst="rect">
            <a:avLst/>
          </a:prstGeom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404040"/>
                </a:solidFill>
                <a:latin typeface="Arial"/>
                <a:ea typeface="Arial Unicode MS"/>
              </a:rPr>
              <a:t>Your Picture Here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PlaceHolder 11"/>
          <p:cNvSpPr>
            <a:spLocks noGrp="1"/>
          </p:cNvSpPr>
          <p:nvPr>
            <p:ph type="body"/>
          </p:nvPr>
        </p:nvSpPr>
        <p:spPr>
          <a:xfrm>
            <a:off x="7719120" y="1926720"/>
            <a:ext cx="2166840" cy="2718720"/>
          </a:xfrm>
          <a:prstGeom prst="rect">
            <a:avLst/>
          </a:prstGeom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404040"/>
                </a:solidFill>
                <a:latin typeface="Arial"/>
                <a:ea typeface="Arial Unicode MS"/>
              </a:rPr>
              <a:t>Your Picture Here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PlaceHolder 12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en-US" sz="27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ce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12801240" cy="7771680"/>
          </a:xfrm>
          <a:prstGeom prst="rect">
            <a:avLst/>
          </a:prstGeom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404040"/>
                </a:solidFill>
                <a:latin typeface="Arial"/>
                <a:ea typeface="Arial Unicode MS"/>
              </a:rPr>
              <a:t>Your Picture Here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PlaceHolder 2"/>
          <p:cNvSpPr>
            <a:spLocks noGrp="1"/>
          </p:cNvSpPr>
          <p:nvPr>
            <p:ph type="body"/>
          </p:nvPr>
        </p:nvSpPr>
        <p:spPr>
          <a:xfrm>
            <a:off x="0" y="184320"/>
            <a:ext cx="12801240" cy="869760"/>
          </a:xfrm>
          <a:prstGeom prst="rect">
            <a:avLst/>
          </a:prstGeom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720"/>
              </a:spcBef>
              <a:tabLst>
                <a:tab algn="l" pos="0"/>
              </a:tabLst>
            </a:pPr>
            <a:r>
              <a:rPr b="0" lang="en-US" sz="3600" spc="-1" strike="noStrike">
                <a:solidFill>
                  <a:srgbClr val="404040"/>
                </a:solidFill>
                <a:latin typeface="Arial"/>
                <a:ea typeface="Arial Unicode MS"/>
              </a:rPr>
              <a:t>IMAGES &amp; CONTENTS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PlaceHolder 3"/>
          <p:cNvSpPr>
            <a:spLocks noGrp="1"/>
          </p:cNvSpPr>
          <p:nvPr>
            <p:ph type="body"/>
          </p:nvPr>
        </p:nvSpPr>
        <p:spPr>
          <a:xfrm>
            <a:off x="0" y="1054440"/>
            <a:ext cx="12801240" cy="434520"/>
          </a:xfrm>
          <a:prstGeom prst="rect">
            <a:avLst/>
          </a:prstGeom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281"/>
              </a:spcBef>
              <a:tabLst>
                <a:tab algn="l" pos="0"/>
              </a:tabLst>
            </a:pPr>
            <a:r>
              <a:rPr b="0" lang="en-US" sz="1400" spc="-1" strike="noStrike">
                <a:solidFill>
                  <a:srgbClr val="404040"/>
                </a:solidFill>
                <a:latin typeface="Arial"/>
                <a:ea typeface="Arial Unicode MS"/>
              </a:rPr>
              <a:t>Insert the title of your subtitle Here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PlaceHolder 4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en-US" sz="27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8" r:id="rId13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ce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6400440" cy="7771680"/>
          </a:xfrm>
          <a:prstGeom prst="rect">
            <a:avLst/>
          </a:prstGeom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404040"/>
                </a:solidFill>
                <a:latin typeface="Arial"/>
                <a:ea typeface="Arial Unicode MS"/>
              </a:rPr>
              <a:t>Your Picture Here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PlaceHolder 2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en-US" sz="27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  <p:sldLayoutId id="2147483750" r:id="rId12"/>
    <p:sldLayoutId id="2147483751" r:id="rId13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ce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PlaceHolder 1"/>
          <p:cNvSpPr>
            <a:spLocks noGrp="1"/>
          </p:cNvSpPr>
          <p:nvPr>
            <p:ph type="body"/>
          </p:nvPr>
        </p:nvSpPr>
        <p:spPr>
          <a:xfrm>
            <a:off x="0" y="184320"/>
            <a:ext cx="12801240" cy="869760"/>
          </a:xfrm>
          <a:prstGeom prst="rect">
            <a:avLst/>
          </a:prstGeom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720"/>
              </a:spcBef>
              <a:tabLst>
                <a:tab algn="l" pos="0"/>
              </a:tabLst>
            </a:pPr>
            <a:r>
              <a:rPr b="0" lang="en-US" sz="3600" spc="-1" strike="noStrike">
                <a:solidFill>
                  <a:srgbClr val="404040"/>
                </a:solidFill>
                <a:latin typeface="Arial"/>
                <a:ea typeface="Arial Unicode MS"/>
              </a:rPr>
              <a:t>IMAGES &amp; CONTENTS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" name="PlaceHolder 2"/>
          <p:cNvSpPr>
            <a:spLocks noGrp="1"/>
          </p:cNvSpPr>
          <p:nvPr>
            <p:ph type="body"/>
          </p:nvPr>
        </p:nvSpPr>
        <p:spPr>
          <a:xfrm>
            <a:off x="0" y="1054440"/>
            <a:ext cx="12801240" cy="434520"/>
          </a:xfrm>
          <a:prstGeom prst="rect">
            <a:avLst/>
          </a:prstGeom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281"/>
              </a:spcBef>
              <a:tabLst>
                <a:tab algn="l" pos="0"/>
              </a:tabLst>
            </a:pPr>
            <a:r>
              <a:rPr b="0" lang="en-US" sz="1400" spc="-1" strike="noStrike">
                <a:solidFill>
                  <a:srgbClr val="404040"/>
                </a:solidFill>
                <a:latin typeface="Arial"/>
                <a:ea typeface="Arial Unicode MS"/>
              </a:rPr>
              <a:t>Insert the title of your subtitle Here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CustomShape 3"/>
          <p:cNvSpPr/>
          <p:nvPr/>
        </p:nvSpPr>
        <p:spPr>
          <a:xfrm>
            <a:off x="360" y="5298840"/>
            <a:ext cx="12801240" cy="24710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401" name="Picture 2" descr="D:\Fullppt\PNG이미지\핸드폰2.png"/>
          <p:cNvPicPr/>
          <p:nvPr/>
        </p:nvPicPr>
        <p:blipFill>
          <a:blip r:embed="rId2"/>
          <a:stretch/>
        </p:blipFill>
        <p:spPr>
          <a:xfrm>
            <a:off x="3826440" y="1627920"/>
            <a:ext cx="4722480" cy="6171840"/>
          </a:xfrm>
          <a:prstGeom prst="rect">
            <a:avLst/>
          </a:prstGeom>
          <a:ln w="0">
            <a:noFill/>
          </a:ln>
        </p:spPr>
      </p:pic>
      <p:sp>
        <p:nvSpPr>
          <p:cNvPr id="402" name="PlaceHolder 4"/>
          <p:cNvSpPr>
            <a:spLocks noGrp="1"/>
          </p:cNvSpPr>
          <p:nvPr>
            <p:ph type="body"/>
          </p:nvPr>
        </p:nvSpPr>
        <p:spPr>
          <a:xfrm>
            <a:off x="4992120" y="1837080"/>
            <a:ext cx="2723400" cy="4540680"/>
          </a:xfrm>
          <a:prstGeom prst="rect">
            <a:avLst/>
          </a:prstGeom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404040"/>
                </a:solidFill>
                <a:latin typeface="Arial"/>
                <a:ea typeface="Arial Unicode MS"/>
              </a:rPr>
              <a:t>Your Picture Here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" name="PlaceHolder 5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en-US" sz="27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  <p:sldLayoutId id="2147483763" r:id="rId13"/>
    <p:sldLayoutId id="2147483764" r:id="rId14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ce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12801240" cy="4647960"/>
          </a:xfrm>
          <a:prstGeom prst="rect">
            <a:avLst/>
          </a:prstGeom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404040"/>
                </a:solidFill>
                <a:latin typeface="Arial"/>
                <a:ea typeface="Arial Unicode MS"/>
              </a:rPr>
              <a:t>Your Picture Here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1" name="PlaceHolder 2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en-US" sz="27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66" r:id="rId2"/>
    <p:sldLayoutId id="2147483767" r:id="rId3"/>
    <p:sldLayoutId id="2147483768" r:id="rId4"/>
    <p:sldLayoutId id="2147483769" r:id="rId5"/>
    <p:sldLayoutId id="2147483770" r:id="rId6"/>
    <p:sldLayoutId id="2147483771" r:id="rId7"/>
    <p:sldLayoutId id="2147483772" r:id="rId8"/>
    <p:sldLayoutId id="2147483773" r:id="rId9"/>
    <p:sldLayoutId id="2147483774" r:id="rId10"/>
    <p:sldLayoutId id="2147483775" r:id="rId11"/>
    <p:sldLayoutId id="2147483776" r:id="rId12"/>
    <p:sldLayoutId id="2147483777" r:id="rId13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ce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PlaceHolder 1"/>
          <p:cNvSpPr>
            <a:spLocks noGrp="1"/>
          </p:cNvSpPr>
          <p:nvPr>
            <p:ph type="body"/>
          </p:nvPr>
        </p:nvSpPr>
        <p:spPr>
          <a:xfrm>
            <a:off x="0" y="184320"/>
            <a:ext cx="12801240" cy="869760"/>
          </a:xfrm>
          <a:prstGeom prst="rect">
            <a:avLst/>
          </a:prstGeom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720"/>
              </a:spcBef>
              <a:tabLst>
                <a:tab algn="l" pos="0"/>
              </a:tabLst>
            </a:pPr>
            <a:r>
              <a:rPr b="0" lang="en-US" sz="3600" spc="-1" strike="noStrike">
                <a:solidFill>
                  <a:srgbClr val="404040"/>
                </a:solidFill>
                <a:latin typeface="Arial"/>
                <a:ea typeface="Arial Unicode MS"/>
              </a:rPr>
              <a:t>IMAGES &amp; CONTENTS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9" name="PlaceHolder 2"/>
          <p:cNvSpPr>
            <a:spLocks noGrp="1"/>
          </p:cNvSpPr>
          <p:nvPr>
            <p:ph type="body"/>
          </p:nvPr>
        </p:nvSpPr>
        <p:spPr>
          <a:xfrm>
            <a:off x="0" y="1054440"/>
            <a:ext cx="12801240" cy="434520"/>
          </a:xfrm>
          <a:prstGeom prst="rect">
            <a:avLst/>
          </a:prstGeom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281"/>
              </a:spcBef>
              <a:tabLst>
                <a:tab algn="l" pos="0"/>
              </a:tabLst>
            </a:pPr>
            <a:r>
              <a:rPr b="0" lang="en-US" sz="1400" spc="-1" strike="noStrike">
                <a:solidFill>
                  <a:srgbClr val="404040"/>
                </a:solidFill>
                <a:latin typeface="Arial"/>
                <a:ea typeface="Arial Unicode MS"/>
              </a:rPr>
              <a:t>Insert the title of your subtitle Here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0" name="PlaceHolder 3"/>
          <p:cNvSpPr>
            <a:spLocks noGrp="1"/>
          </p:cNvSpPr>
          <p:nvPr>
            <p:ph type="body"/>
          </p:nvPr>
        </p:nvSpPr>
        <p:spPr>
          <a:xfrm>
            <a:off x="551520" y="1912680"/>
            <a:ext cx="2015640" cy="2610720"/>
          </a:xfrm>
          <a:prstGeom prst="rect">
            <a:avLst/>
          </a:prstGeom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404040"/>
                </a:solidFill>
                <a:latin typeface="Arial"/>
                <a:ea typeface="Arial Unicode MS"/>
              </a:rPr>
              <a:t>Your Picture Here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1" name="PlaceHolder 4"/>
          <p:cNvSpPr>
            <a:spLocks noGrp="1"/>
          </p:cNvSpPr>
          <p:nvPr>
            <p:ph type="body"/>
          </p:nvPr>
        </p:nvSpPr>
        <p:spPr>
          <a:xfrm>
            <a:off x="551520" y="4645800"/>
            <a:ext cx="2015640" cy="2610720"/>
          </a:xfrm>
          <a:prstGeom prst="rect">
            <a:avLst/>
          </a:prstGeom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404040"/>
                </a:solidFill>
                <a:latin typeface="Arial"/>
                <a:ea typeface="Arial Unicode MS"/>
              </a:rPr>
              <a:t>Your Picture Here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2" name="PlaceHolder 5"/>
          <p:cNvSpPr>
            <a:spLocks noGrp="1"/>
          </p:cNvSpPr>
          <p:nvPr>
            <p:ph type="body"/>
          </p:nvPr>
        </p:nvSpPr>
        <p:spPr>
          <a:xfrm>
            <a:off x="2674080" y="1912680"/>
            <a:ext cx="2015640" cy="2610720"/>
          </a:xfrm>
          <a:prstGeom prst="rect">
            <a:avLst/>
          </a:prstGeom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404040"/>
                </a:solidFill>
                <a:latin typeface="Arial"/>
                <a:ea typeface="Arial Unicode MS"/>
              </a:rPr>
              <a:t>Your Picture Here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3" name="PlaceHolder 6"/>
          <p:cNvSpPr>
            <a:spLocks noGrp="1"/>
          </p:cNvSpPr>
          <p:nvPr>
            <p:ph type="body"/>
          </p:nvPr>
        </p:nvSpPr>
        <p:spPr>
          <a:xfrm>
            <a:off x="2674080" y="4645800"/>
            <a:ext cx="2015640" cy="2610720"/>
          </a:xfrm>
          <a:prstGeom prst="rect">
            <a:avLst/>
          </a:prstGeom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404040"/>
                </a:solidFill>
                <a:latin typeface="Arial"/>
                <a:ea typeface="Arial Unicode MS"/>
              </a:rPr>
              <a:t>Your Picture Here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4" name="PlaceHolder 7"/>
          <p:cNvSpPr>
            <a:spLocks noGrp="1"/>
          </p:cNvSpPr>
          <p:nvPr>
            <p:ph type="body"/>
          </p:nvPr>
        </p:nvSpPr>
        <p:spPr>
          <a:xfrm>
            <a:off x="8027280" y="1912680"/>
            <a:ext cx="2015640" cy="2610720"/>
          </a:xfrm>
          <a:prstGeom prst="rect">
            <a:avLst/>
          </a:prstGeom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404040"/>
                </a:solidFill>
                <a:latin typeface="Arial"/>
                <a:ea typeface="Arial Unicode MS"/>
              </a:rPr>
              <a:t>Your Picture Here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5" name="PlaceHolder 8"/>
          <p:cNvSpPr>
            <a:spLocks noGrp="1"/>
          </p:cNvSpPr>
          <p:nvPr>
            <p:ph type="body"/>
          </p:nvPr>
        </p:nvSpPr>
        <p:spPr>
          <a:xfrm>
            <a:off x="8027280" y="4645800"/>
            <a:ext cx="2015640" cy="2610720"/>
          </a:xfrm>
          <a:prstGeom prst="rect">
            <a:avLst/>
          </a:prstGeom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404040"/>
                </a:solidFill>
                <a:latin typeface="Arial"/>
                <a:ea typeface="Arial Unicode MS"/>
              </a:rPr>
              <a:t>Your Picture Here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6" name="PlaceHolder 9"/>
          <p:cNvSpPr>
            <a:spLocks noGrp="1"/>
          </p:cNvSpPr>
          <p:nvPr>
            <p:ph type="body"/>
          </p:nvPr>
        </p:nvSpPr>
        <p:spPr>
          <a:xfrm>
            <a:off x="10150560" y="1912680"/>
            <a:ext cx="2015640" cy="2610720"/>
          </a:xfrm>
          <a:prstGeom prst="rect">
            <a:avLst/>
          </a:prstGeom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404040"/>
                </a:solidFill>
                <a:latin typeface="Arial"/>
                <a:ea typeface="Arial Unicode MS"/>
              </a:rPr>
              <a:t>Your Picture Here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7" name="PlaceHolder 10"/>
          <p:cNvSpPr>
            <a:spLocks noGrp="1"/>
          </p:cNvSpPr>
          <p:nvPr>
            <p:ph type="body"/>
          </p:nvPr>
        </p:nvSpPr>
        <p:spPr>
          <a:xfrm>
            <a:off x="10150560" y="4645800"/>
            <a:ext cx="2015640" cy="2610720"/>
          </a:xfrm>
          <a:prstGeom prst="rect">
            <a:avLst/>
          </a:prstGeom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404040"/>
                </a:solidFill>
                <a:latin typeface="Arial"/>
                <a:ea typeface="Arial Unicode MS"/>
              </a:rPr>
              <a:t>Your Picture Here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8" name="CustomShape 11"/>
          <p:cNvSpPr/>
          <p:nvPr/>
        </p:nvSpPr>
        <p:spPr>
          <a:xfrm>
            <a:off x="4796640" y="1924560"/>
            <a:ext cx="3124800" cy="533088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89" name="PlaceHolder 12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en-US" sz="27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79" r:id="rId2"/>
    <p:sldLayoutId id="2147483780" r:id="rId3"/>
    <p:sldLayoutId id="2147483781" r:id="rId4"/>
    <p:sldLayoutId id="2147483782" r:id="rId5"/>
    <p:sldLayoutId id="2147483783" r:id="rId6"/>
    <p:sldLayoutId id="2147483784" r:id="rId7"/>
    <p:sldLayoutId id="2147483785" r:id="rId8"/>
    <p:sldLayoutId id="2147483786" r:id="rId9"/>
    <p:sldLayoutId id="2147483787" r:id="rId10"/>
    <p:sldLayoutId id="2147483788" r:id="rId11"/>
    <p:sldLayoutId id="2147483789" r:id="rId12"/>
    <p:sldLayoutId id="2147483790" r:id="rId13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ce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PlaceHolder 1"/>
          <p:cNvSpPr>
            <a:spLocks noGrp="1"/>
          </p:cNvSpPr>
          <p:nvPr>
            <p:ph type="body"/>
          </p:nvPr>
        </p:nvSpPr>
        <p:spPr>
          <a:xfrm>
            <a:off x="10218960" y="2256840"/>
            <a:ext cx="2577240" cy="5514480"/>
          </a:xfrm>
          <a:prstGeom prst="rect">
            <a:avLst/>
          </a:prstGeom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404040"/>
                </a:solidFill>
                <a:latin typeface="Arial"/>
                <a:ea typeface="Arial Unicode MS"/>
              </a:rPr>
              <a:t>Your Picture Here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7" name="PlaceHolder 2"/>
          <p:cNvSpPr>
            <a:spLocks noGrp="1"/>
          </p:cNvSpPr>
          <p:nvPr>
            <p:ph type="body"/>
          </p:nvPr>
        </p:nvSpPr>
        <p:spPr>
          <a:xfrm>
            <a:off x="7664400" y="5114160"/>
            <a:ext cx="4942800" cy="2672280"/>
          </a:xfrm>
          <a:prstGeom prst="rect">
            <a:avLst/>
          </a:prstGeom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404040"/>
                </a:solidFill>
                <a:latin typeface="Arial"/>
                <a:ea typeface="Arial Unicode MS"/>
              </a:rPr>
              <a:t>Your Picture Here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8" name="PlaceHolder 3"/>
          <p:cNvSpPr>
            <a:spLocks noGrp="1"/>
          </p:cNvSpPr>
          <p:nvPr>
            <p:ph type="body"/>
          </p:nvPr>
        </p:nvSpPr>
        <p:spPr>
          <a:xfrm>
            <a:off x="4884840" y="2256840"/>
            <a:ext cx="5153760" cy="5514480"/>
          </a:xfrm>
          <a:prstGeom prst="rect">
            <a:avLst/>
          </a:prstGeom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404040"/>
                </a:solidFill>
                <a:latin typeface="Arial"/>
                <a:ea typeface="Arial Unicode MS"/>
              </a:rPr>
              <a:t>Your Picture Here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9" name="PlaceHolder 4"/>
          <p:cNvSpPr>
            <a:spLocks noGrp="1"/>
          </p:cNvSpPr>
          <p:nvPr>
            <p:ph type="body"/>
          </p:nvPr>
        </p:nvSpPr>
        <p:spPr>
          <a:xfrm>
            <a:off x="7552800" y="-15120"/>
            <a:ext cx="5153760" cy="4937760"/>
          </a:xfrm>
          <a:prstGeom prst="rect">
            <a:avLst/>
          </a:prstGeom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404040"/>
                </a:solidFill>
                <a:latin typeface="Arial"/>
                <a:ea typeface="Arial Unicode MS"/>
              </a:rPr>
              <a:t>Your Picture Here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0" name="PlaceHolder 5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en-US" sz="27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92" r:id="rId2"/>
    <p:sldLayoutId id="2147483793" r:id="rId3"/>
    <p:sldLayoutId id="2147483794" r:id="rId4"/>
    <p:sldLayoutId id="2147483795" r:id="rId5"/>
    <p:sldLayoutId id="2147483796" r:id="rId6"/>
    <p:sldLayoutId id="2147483797" r:id="rId7"/>
    <p:sldLayoutId id="2147483798" r:id="rId8"/>
    <p:sldLayoutId id="2147483799" r:id="rId9"/>
    <p:sldLayoutId id="2147483800" r:id="rId10"/>
    <p:sldLayoutId id="2147483801" r:id="rId11"/>
    <p:sldLayoutId id="2147483802" r:id="rId12"/>
    <p:sldLayoutId id="2147483803" r:id="rId1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ce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PlaceHolder 1"/>
          <p:cNvSpPr>
            <a:spLocks noGrp="1"/>
          </p:cNvSpPr>
          <p:nvPr>
            <p:ph type="body"/>
          </p:nvPr>
        </p:nvSpPr>
        <p:spPr>
          <a:xfrm>
            <a:off x="0" y="184320"/>
            <a:ext cx="12801240" cy="869760"/>
          </a:xfrm>
          <a:prstGeom prst="rect">
            <a:avLst/>
          </a:prstGeom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720"/>
              </a:spcBef>
              <a:tabLst>
                <a:tab algn="l" pos="0"/>
              </a:tabLst>
            </a:pPr>
            <a:r>
              <a:rPr b="0" lang="en-US" sz="3600" spc="-1" strike="noStrike">
                <a:solidFill>
                  <a:srgbClr val="404040"/>
                </a:solidFill>
                <a:latin typeface="Arial"/>
                <a:ea typeface="Arial Unicode MS"/>
              </a:rPr>
              <a:t>IMAGES &amp; CONTENTS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8" name="PlaceHolder 2"/>
          <p:cNvSpPr>
            <a:spLocks noGrp="1"/>
          </p:cNvSpPr>
          <p:nvPr>
            <p:ph type="body"/>
          </p:nvPr>
        </p:nvSpPr>
        <p:spPr>
          <a:xfrm>
            <a:off x="0" y="1054440"/>
            <a:ext cx="12801240" cy="434520"/>
          </a:xfrm>
          <a:prstGeom prst="rect">
            <a:avLst/>
          </a:prstGeom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281"/>
              </a:spcBef>
              <a:tabLst>
                <a:tab algn="l" pos="0"/>
              </a:tabLst>
            </a:pPr>
            <a:r>
              <a:rPr b="0" lang="en-US" sz="1400" spc="-1" strike="noStrike">
                <a:solidFill>
                  <a:srgbClr val="404040"/>
                </a:solidFill>
                <a:latin typeface="Arial"/>
                <a:ea typeface="Arial Unicode MS"/>
              </a:rPr>
              <a:t>Insert the title of your subtitle Here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69" name="Picture 3" descr="D:\Fullppt\005-PNG이미지\노트북.png"/>
          <p:cNvPicPr/>
          <p:nvPr/>
        </p:nvPicPr>
        <p:blipFill>
          <a:blip r:embed="rId2"/>
          <a:stretch/>
        </p:blipFill>
        <p:spPr>
          <a:xfrm>
            <a:off x="-1157760" y="1490400"/>
            <a:ext cx="9013680" cy="4947480"/>
          </a:xfrm>
          <a:prstGeom prst="rect">
            <a:avLst/>
          </a:prstGeom>
          <a:ln w="0">
            <a:noFill/>
          </a:ln>
        </p:spPr>
      </p:pic>
      <p:sp>
        <p:nvSpPr>
          <p:cNvPr id="570" name="CustomShape 3"/>
          <p:cNvSpPr/>
          <p:nvPr/>
        </p:nvSpPr>
        <p:spPr>
          <a:xfrm>
            <a:off x="324360" y="6438240"/>
            <a:ext cx="12147480" cy="81756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71" name="PlaceHolder 4"/>
          <p:cNvSpPr>
            <a:spLocks noGrp="1"/>
          </p:cNvSpPr>
          <p:nvPr>
            <p:ph type="body"/>
          </p:nvPr>
        </p:nvSpPr>
        <p:spPr>
          <a:xfrm>
            <a:off x="1272600" y="2121120"/>
            <a:ext cx="4319280" cy="3447360"/>
          </a:xfrm>
          <a:prstGeom prst="rect">
            <a:avLst/>
          </a:prstGeom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404040"/>
                </a:solidFill>
                <a:latin typeface="Arial"/>
                <a:ea typeface="Arial Unicode MS"/>
              </a:rPr>
              <a:t>Your Picture Here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2" name="PlaceHolder 5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en-US" sz="27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05" r:id="rId3"/>
    <p:sldLayoutId id="2147483806" r:id="rId4"/>
    <p:sldLayoutId id="2147483807" r:id="rId5"/>
    <p:sldLayoutId id="2147483808" r:id="rId6"/>
    <p:sldLayoutId id="2147483809" r:id="rId7"/>
    <p:sldLayoutId id="2147483810" r:id="rId8"/>
    <p:sldLayoutId id="2147483811" r:id="rId9"/>
    <p:sldLayoutId id="2147483812" r:id="rId10"/>
    <p:sldLayoutId id="2147483813" r:id="rId11"/>
    <p:sldLayoutId id="2147483814" r:id="rId12"/>
    <p:sldLayoutId id="2147483815" r:id="rId13"/>
    <p:sldLayoutId id="2147483816" r:id="rId14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ce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PlaceHolder 1"/>
          <p:cNvSpPr>
            <a:spLocks noGrp="1"/>
          </p:cNvSpPr>
          <p:nvPr>
            <p:ph type="body"/>
          </p:nvPr>
        </p:nvSpPr>
        <p:spPr>
          <a:xfrm>
            <a:off x="9775440" y="0"/>
            <a:ext cx="3023640" cy="7771680"/>
          </a:xfrm>
          <a:prstGeom prst="rect">
            <a:avLst/>
          </a:prstGeom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404040"/>
                </a:solidFill>
                <a:latin typeface="Arial"/>
                <a:ea typeface="Arial Unicode MS"/>
              </a:rPr>
              <a:t>Your Picture Here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0" name="PlaceHolder 2"/>
          <p:cNvSpPr>
            <a:spLocks noGrp="1"/>
          </p:cNvSpPr>
          <p:nvPr>
            <p:ph type="body"/>
          </p:nvPr>
        </p:nvSpPr>
        <p:spPr>
          <a:xfrm>
            <a:off x="6625080" y="3217680"/>
            <a:ext cx="3023640" cy="4551480"/>
          </a:xfrm>
          <a:prstGeom prst="rect">
            <a:avLst/>
          </a:prstGeom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404040"/>
                </a:solidFill>
                <a:latin typeface="Arial"/>
                <a:ea typeface="Arial Unicode MS"/>
              </a:rPr>
              <a:t>Your Picture Here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1" name="PlaceHolder 3"/>
          <p:cNvSpPr>
            <a:spLocks noGrp="1"/>
          </p:cNvSpPr>
          <p:nvPr>
            <p:ph type="body"/>
          </p:nvPr>
        </p:nvSpPr>
        <p:spPr>
          <a:xfrm>
            <a:off x="4886640" y="3217680"/>
            <a:ext cx="1611720" cy="4551480"/>
          </a:xfrm>
          <a:prstGeom prst="rect">
            <a:avLst/>
          </a:prstGeom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404040"/>
                </a:solidFill>
                <a:latin typeface="Arial"/>
                <a:ea typeface="Arial Unicode MS"/>
              </a:rPr>
              <a:t>Your Picture Here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2" name="PlaceHolder 4"/>
          <p:cNvSpPr>
            <a:spLocks noGrp="1"/>
          </p:cNvSpPr>
          <p:nvPr>
            <p:ph type="body"/>
          </p:nvPr>
        </p:nvSpPr>
        <p:spPr>
          <a:xfrm>
            <a:off x="4886640" y="0"/>
            <a:ext cx="4750920" cy="3087000"/>
          </a:xfrm>
          <a:prstGeom prst="rect">
            <a:avLst/>
          </a:prstGeom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404040"/>
                </a:solidFill>
                <a:latin typeface="Arial"/>
                <a:ea typeface="Arial Unicode MS"/>
              </a:rPr>
              <a:t>Your Picture Here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3" name="PlaceHolder 5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en-US" sz="27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  <p:sldLayoutId id="2147483828" r:id="rId12"/>
    <p:sldLayoutId id="2147483829" r:id="rId13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ce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PlaceHolder 1"/>
          <p:cNvSpPr>
            <a:spLocks noGrp="1"/>
          </p:cNvSpPr>
          <p:nvPr>
            <p:ph type="body"/>
          </p:nvPr>
        </p:nvSpPr>
        <p:spPr>
          <a:xfrm>
            <a:off x="7203960" y="2160360"/>
            <a:ext cx="3595320" cy="3444480"/>
          </a:xfrm>
          <a:prstGeom prst="rect">
            <a:avLst/>
          </a:prstGeom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404040"/>
                </a:solidFill>
                <a:latin typeface="Arial"/>
                <a:ea typeface="Arial Unicode MS"/>
              </a:rPr>
              <a:t>Your Picture Here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1" name="PlaceHolder 2"/>
          <p:cNvSpPr>
            <a:spLocks noGrp="1"/>
          </p:cNvSpPr>
          <p:nvPr>
            <p:ph type="body"/>
          </p:nvPr>
        </p:nvSpPr>
        <p:spPr>
          <a:xfrm>
            <a:off x="10783440" y="5595840"/>
            <a:ext cx="2015640" cy="2174760"/>
          </a:xfrm>
          <a:prstGeom prst="rect">
            <a:avLst/>
          </a:prstGeom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404040"/>
                </a:solidFill>
                <a:latin typeface="Arial"/>
                <a:ea typeface="Arial Unicode MS"/>
              </a:rPr>
              <a:t>Your Picture Here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2" name="PlaceHolder 3"/>
          <p:cNvSpPr>
            <a:spLocks noGrp="1"/>
          </p:cNvSpPr>
          <p:nvPr>
            <p:ph type="body"/>
          </p:nvPr>
        </p:nvSpPr>
        <p:spPr>
          <a:xfrm>
            <a:off x="5189040" y="0"/>
            <a:ext cx="2015640" cy="2174760"/>
          </a:xfrm>
          <a:prstGeom prst="rect">
            <a:avLst/>
          </a:prstGeom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404040"/>
                </a:solidFill>
                <a:latin typeface="Arial"/>
                <a:ea typeface="Arial Unicode MS"/>
              </a:rPr>
              <a:t>Your Picture Here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3" name="PlaceHolder 4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en-US" sz="27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31" r:id="rId2"/>
    <p:sldLayoutId id="2147483832" r:id="rId3"/>
    <p:sldLayoutId id="2147483833" r:id="rId4"/>
    <p:sldLayoutId id="2147483834" r:id="rId5"/>
    <p:sldLayoutId id="2147483835" r:id="rId6"/>
    <p:sldLayoutId id="2147483836" r:id="rId7"/>
    <p:sldLayoutId id="2147483837" r:id="rId8"/>
    <p:sldLayoutId id="2147483838" r:id="rId9"/>
    <p:sldLayoutId id="2147483839" r:id="rId10"/>
    <p:sldLayoutId id="2147483840" r:id="rId11"/>
    <p:sldLayoutId id="2147483841" r:id="rId12"/>
    <p:sldLayoutId id="2147483842" r:id="rId13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ce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CustomShape 1"/>
          <p:cNvSpPr/>
          <p:nvPr/>
        </p:nvSpPr>
        <p:spPr>
          <a:xfrm>
            <a:off x="360" y="360"/>
            <a:ext cx="4182840" cy="77716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91" name="PlaceHolder 2"/>
          <p:cNvSpPr>
            <a:spLocks noGrp="1"/>
          </p:cNvSpPr>
          <p:nvPr>
            <p:ph type="body"/>
          </p:nvPr>
        </p:nvSpPr>
        <p:spPr>
          <a:xfrm>
            <a:off x="652320" y="620280"/>
            <a:ext cx="3224160" cy="2066760"/>
          </a:xfrm>
          <a:prstGeom prst="rect">
            <a:avLst/>
          </a:prstGeom>
        </p:spPr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spcBef>
                <a:spcPts val="720"/>
              </a:spcBef>
              <a:tabLst>
                <a:tab algn="l" pos="0"/>
              </a:tabLst>
            </a:pPr>
            <a:r>
              <a:rPr b="0" lang="en-US" sz="3600" spc="-1" strike="noStrike">
                <a:solidFill>
                  <a:srgbClr val="404040"/>
                </a:solidFill>
                <a:latin typeface="Arial"/>
                <a:ea typeface="Arial Unicode MS"/>
              </a:rPr>
              <a:t>BASIC LAYOUT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2" name="PlaceHolder 3"/>
          <p:cNvSpPr>
            <a:spLocks noGrp="1"/>
          </p:cNvSpPr>
          <p:nvPr>
            <p:ph type="body"/>
          </p:nvPr>
        </p:nvSpPr>
        <p:spPr>
          <a:xfrm>
            <a:off x="652320" y="2687760"/>
            <a:ext cx="3224160" cy="761040"/>
          </a:xfrm>
          <a:prstGeom prst="rect">
            <a:avLst/>
          </a:prstGeom>
        </p:spPr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spcBef>
                <a:spcPts val="281"/>
              </a:spcBef>
              <a:tabLst>
                <a:tab algn="l" pos="0"/>
              </a:tabLst>
            </a:pPr>
            <a:r>
              <a:rPr b="0" lang="en-US" sz="1400" spc="-1" strike="noStrike">
                <a:solidFill>
                  <a:srgbClr val="404040"/>
                </a:solidFill>
                <a:latin typeface="Arial"/>
                <a:ea typeface="Arial Unicode MS"/>
              </a:rPr>
              <a:t>Insert the title of your subtitle Here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693" name="Group 4"/>
          <p:cNvGrpSpPr/>
          <p:nvPr/>
        </p:nvGrpSpPr>
        <p:grpSpPr>
          <a:xfrm>
            <a:off x="360" y="3883680"/>
            <a:ext cx="4178160" cy="3884760"/>
            <a:chOff x="360" y="3883680"/>
            <a:chExt cx="4178160" cy="3884760"/>
          </a:xfrm>
        </p:grpSpPr>
        <p:grpSp>
          <p:nvGrpSpPr>
            <p:cNvPr id="694" name="Group 5"/>
            <p:cNvGrpSpPr/>
            <p:nvPr/>
          </p:nvGrpSpPr>
          <p:grpSpPr>
            <a:xfrm>
              <a:off x="360" y="6090120"/>
              <a:ext cx="4178160" cy="1678320"/>
              <a:chOff x="360" y="6090120"/>
              <a:chExt cx="4178160" cy="1678320"/>
            </a:xfrm>
          </p:grpSpPr>
          <p:sp>
            <p:nvSpPr>
              <p:cNvPr id="695" name="CustomShape 6"/>
              <p:cNvSpPr/>
              <p:nvPr/>
            </p:nvSpPr>
            <p:spPr>
              <a:xfrm>
                <a:off x="3538440" y="6712200"/>
                <a:ext cx="638640" cy="105624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696" name="CustomShape 7"/>
              <p:cNvSpPr/>
              <p:nvPr/>
            </p:nvSpPr>
            <p:spPr>
              <a:xfrm>
                <a:off x="2979360" y="6090120"/>
                <a:ext cx="1199160" cy="12942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697" name="CustomShape 8"/>
              <p:cNvSpPr/>
              <p:nvPr/>
            </p:nvSpPr>
            <p:spPr>
              <a:xfrm>
                <a:off x="360" y="6591600"/>
                <a:ext cx="628560" cy="117684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698" name="CustomShape 9"/>
              <p:cNvSpPr/>
              <p:nvPr/>
            </p:nvSpPr>
            <p:spPr>
              <a:xfrm>
                <a:off x="360" y="6218280"/>
                <a:ext cx="639720" cy="6904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sp>
          <p:nvSpPr>
            <p:cNvPr id="699" name="CustomShape 10"/>
            <p:cNvSpPr/>
            <p:nvPr/>
          </p:nvSpPr>
          <p:spPr>
            <a:xfrm>
              <a:off x="360" y="4788720"/>
              <a:ext cx="3561120" cy="2979720"/>
            </a:xfrm>
            <a:custGeom>
              <a:avLst/>
              <a:gdLst/>
              <a:ahLst/>
              <a:rect l="l" t="t" r="r" b="b"/>
              <a:pathLst>
                <a:path w="2544134" h="1972545">
                  <a:moveTo>
                    <a:pt x="1395974" y="0"/>
                  </a:moveTo>
                  <a:lnTo>
                    <a:pt x="1581175" y="0"/>
                  </a:lnTo>
                  <a:lnTo>
                    <a:pt x="1629807" y="388693"/>
                  </a:lnTo>
                  <a:lnTo>
                    <a:pt x="1660266" y="394521"/>
                  </a:lnTo>
                  <a:cubicBezTo>
                    <a:pt x="1736117" y="414036"/>
                    <a:pt x="1800967" y="460961"/>
                    <a:pt x="1843628" y="524107"/>
                  </a:cubicBezTo>
                  <a:lnTo>
                    <a:pt x="1859380" y="553128"/>
                  </a:lnTo>
                  <a:lnTo>
                    <a:pt x="1884339" y="550612"/>
                  </a:lnTo>
                  <a:cubicBezTo>
                    <a:pt x="2015447" y="550612"/>
                    <a:pt x="2127937" y="630325"/>
                    <a:pt x="2175988" y="743930"/>
                  </a:cubicBezTo>
                  <a:lnTo>
                    <a:pt x="2180885" y="759703"/>
                  </a:lnTo>
                  <a:lnTo>
                    <a:pt x="2191569" y="756387"/>
                  </a:lnTo>
                  <a:cubicBezTo>
                    <a:pt x="2205457" y="753545"/>
                    <a:pt x="2219836" y="752052"/>
                    <a:pt x="2234564" y="752052"/>
                  </a:cubicBezTo>
                  <a:cubicBezTo>
                    <a:pt x="2337661" y="752052"/>
                    <a:pt x="2423678" y="825183"/>
                    <a:pt x="2443572" y="922399"/>
                  </a:cubicBezTo>
                  <a:lnTo>
                    <a:pt x="2445282" y="939364"/>
                  </a:lnTo>
                  <a:lnTo>
                    <a:pt x="2508998" y="945787"/>
                  </a:lnTo>
                  <a:lnTo>
                    <a:pt x="2544134" y="956223"/>
                  </a:lnTo>
                  <a:lnTo>
                    <a:pt x="2544134" y="1972545"/>
                  </a:lnTo>
                  <a:lnTo>
                    <a:pt x="354884" y="1972545"/>
                  </a:lnTo>
                  <a:lnTo>
                    <a:pt x="342134" y="1965625"/>
                  </a:lnTo>
                  <a:cubicBezTo>
                    <a:pt x="295511" y="1934418"/>
                    <a:pt x="255183" y="1892469"/>
                    <a:pt x="244050" y="1838062"/>
                  </a:cubicBezTo>
                  <a:lnTo>
                    <a:pt x="241474" y="1812505"/>
                  </a:lnTo>
                  <a:lnTo>
                    <a:pt x="236764" y="1816784"/>
                  </a:lnTo>
                  <a:cubicBezTo>
                    <a:pt x="198653" y="1842531"/>
                    <a:pt x="152709" y="1857566"/>
                    <a:pt x="103253" y="1857566"/>
                  </a:cubicBezTo>
                  <a:cubicBezTo>
                    <a:pt x="70283" y="1857566"/>
                    <a:pt x="38873" y="1850884"/>
                    <a:pt x="10304" y="1838801"/>
                  </a:cubicBezTo>
                  <a:lnTo>
                    <a:pt x="0" y="1833208"/>
                  </a:lnTo>
                  <a:lnTo>
                    <a:pt x="0" y="1404340"/>
                  </a:lnTo>
                  <a:lnTo>
                    <a:pt x="10304" y="1398747"/>
                  </a:lnTo>
                  <a:cubicBezTo>
                    <a:pt x="38873" y="1386663"/>
                    <a:pt x="70283" y="1379981"/>
                    <a:pt x="103253" y="1379981"/>
                  </a:cubicBezTo>
                  <a:cubicBezTo>
                    <a:pt x="119738" y="1379981"/>
                    <a:pt x="135833" y="1381652"/>
                    <a:pt x="151378" y="1384832"/>
                  </a:cubicBezTo>
                  <a:lnTo>
                    <a:pt x="162402" y="1388255"/>
                  </a:lnTo>
                  <a:lnTo>
                    <a:pt x="159919" y="1363619"/>
                  </a:lnTo>
                  <a:cubicBezTo>
                    <a:pt x="159919" y="1163525"/>
                    <a:pt x="322127" y="1001317"/>
                    <a:pt x="522221" y="1001317"/>
                  </a:cubicBezTo>
                  <a:cubicBezTo>
                    <a:pt x="547233" y="1001317"/>
                    <a:pt x="571652" y="1003852"/>
                    <a:pt x="595237" y="1008678"/>
                  </a:cubicBezTo>
                  <a:lnTo>
                    <a:pt x="617610" y="1015623"/>
                  </a:lnTo>
                  <a:lnTo>
                    <a:pt x="630288" y="1000258"/>
                  </a:lnTo>
                  <a:cubicBezTo>
                    <a:pt x="695852" y="934694"/>
                    <a:pt x="786427" y="894142"/>
                    <a:pt x="886474" y="894142"/>
                  </a:cubicBezTo>
                  <a:lnTo>
                    <a:pt x="896697" y="895173"/>
                  </a:lnTo>
                  <a:lnTo>
                    <a:pt x="889510" y="872020"/>
                  </a:lnTo>
                  <a:cubicBezTo>
                    <a:pt x="887519" y="862290"/>
                    <a:pt x="886474" y="852216"/>
                    <a:pt x="886474" y="841898"/>
                  </a:cubicBezTo>
                  <a:cubicBezTo>
                    <a:pt x="886474" y="769671"/>
                    <a:pt x="937707" y="709409"/>
                    <a:pt x="1005814" y="695472"/>
                  </a:cubicBezTo>
                  <a:lnTo>
                    <a:pt x="1011986" y="694850"/>
                  </a:lnTo>
                  <a:lnTo>
                    <a:pt x="1016112" y="653922"/>
                  </a:lnTo>
                  <a:cubicBezTo>
                    <a:pt x="1043262" y="521245"/>
                    <a:pt x="1160655" y="421440"/>
                    <a:pt x="1301359" y="421440"/>
                  </a:cubicBezTo>
                  <a:lnTo>
                    <a:pt x="1342724" y="42561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grpSp>
          <p:nvGrpSpPr>
            <p:cNvPr id="700" name="Group 11"/>
            <p:cNvGrpSpPr/>
            <p:nvPr/>
          </p:nvGrpSpPr>
          <p:grpSpPr>
            <a:xfrm>
              <a:off x="1789560" y="3883680"/>
              <a:ext cx="577800" cy="1199880"/>
              <a:chOff x="1789560" y="3883680"/>
              <a:chExt cx="577800" cy="1199880"/>
            </a:xfrm>
          </p:grpSpPr>
          <p:grpSp>
            <p:nvGrpSpPr>
              <p:cNvPr id="701" name="Group 12"/>
              <p:cNvGrpSpPr/>
              <p:nvPr/>
            </p:nvGrpSpPr>
            <p:grpSpPr>
              <a:xfrm>
                <a:off x="1854000" y="3883680"/>
                <a:ext cx="444240" cy="1017720"/>
                <a:chOff x="1854000" y="3883680"/>
                <a:chExt cx="444240" cy="1017720"/>
              </a:xfrm>
            </p:grpSpPr>
            <p:sp>
              <p:nvSpPr>
                <p:cNvPr id="702" name="CustomShape 13"/>
                <p:cNvSpPr/>
                <p:nvPr/>
              </p:nvSpPr>
              <p:spPr>
                <a:xfrm>
                  <a:off x="1854000" y="3886560"/>
                  <a:ext cx="444240" cy="1014840"/>
                </a:xfrm>
                <a:custGeom>
                  <a:avLst/>
                  <a:gdLst/>
                  <a:ahLst/>
                  <a:rect l="l" t="t" r="r" b="b"/>
                  <a:pathLst>
                    <a:path w="495969" h="1049255">
                      <a:moveTo>
                        <a:pt x="95257" y="1049255"/>
                      </a:moveTo>
                      <a:cubicBezTo>
                        <a:pt x="6676" y="723357"/>
                        <a:pt x="-121664" y="317947"/>
                        <a:pt x="250929" y="0"/>
                      </a:cubicBezTo>
                      <a:cubicBezTo>
                        <a:pt x="612920" y="328549"/>
                        <a:pt x="489882" y="781667"/>
                        <a:pt x="406601" y="1049255"/>
                      </a:cubicBezTo>
                      <a:lnTo>
                        <a:pt x="95257" y="1049255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</p:sp>
            <p:sp>
              <p:nvSpPr>
                <p:cNvPr id="703" name="CustomShape 14"/>
                <p:cNvSpPr/>
                <p:nvPr/>
              </p:nvSpPr>
              <p:spPr>
                <a:xfrm>
                  <a:off x="1917720" y="4811400"/>
                  <a:ext cx="325800" cy="90000"/>
                </a:xfrm>
                <a:custGeom>
                  <a:avLst/>
                  <a:gdLst/>
                  <a:ahLst/>
                  <a:rect l="l" t="t" r="r" b="b"/>
                  <a:pathLst>
                    <a:path w="364003" h="92935">
                      <a:moveTo>
                        <a:pt x="0" y="0"/>
                      </a:moveTo>
                      <a:lnTo>
                        <a:pt x="364003" y="0"/>
                      </a:lnTo>
                      <a:lnTo>
                        <a:pt x="336518" y="92935"/>
                      </a:lnTo>
                      <a:lnTo>
                        <a:pt x="25174" y="92935"/>
                      </a:ln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</p:sp>
            <p:sp>
              <p:nvSpPr>
                <p:cNvPr id="704" name="CustomShape 15"/>
                <p:cNvSpPr/>
                <p:nvPr/>
              </p:nvSpPr>
              <p:spPr>
                <a:xfrm>
                  <a:off x="1877400" y="3883680"/>
                  <a:ext cx="398160" cy="338760"/>
                </a:xfrm>
                <a:custGeom>
                  <a:avLst/>
                  <a:gdLst/>
                  <a:ahLst/>
                  <a:rect l="l" t="t" r="r" b="b"/>
                  <a:pathLst>
                    <a:path w="444279" h="350537">
                      <a:moveTo>
                        <a:pt x="227272" y="0"/>
                      </a:moveTo>
                      <a:cubicBezTo>
                        <a:pt x="340394" y="102672"/>
                        <a:pt x="406151" y="217508"/>
                        <a:pt x="440556" y="335046"/>
                      </a:cubicBezTo>
                      <a:lnTo>
                        <a:pt x="444279" y="350537"/>
                      </a:lnTo>
                      <a:lnTo>
                        <a:pt x="0" y="350537"/>
                      </a:lnTo>
                      <a:lnTo>
                        <a:pt x="8223" y="318604"/>
                      </a:lnTo>
                      <a:cubicBezTo>
                        <a:pt x="43321" y="207258"/>
                        <a:pt x="110837" y="99358"/>
                        <a:pt x="227272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</p:sp>
          </p:grpSp>
          <p:sp>
            <p:nvSpPr>
              <p:cNvPr id="705" name="CustomShape 16"/>
              <p:cNvSpPr/>
              <p:nvPr/>
            </p:nvSpPr>
            <p:spPr>
              <a:xfrm>
                <a:off x="1995840" y="4307760"/>
                <a:ext cx="160560" cy="17280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75000"/>
                  </a:schemeClr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706" name="CustomShape 17"/>
              <p:cNvSpPr/>
              <p:nvPr/>
            </p:nvSpPr>
            <p:spPr>
              <a:xfrm flipH="1">
                <a:off x="2066760" y="4653000"/>
                <a:ext cx="18360" cy="41796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707" name="CustomShape 18"/>
              <p:cNvSpPr/>
              <p:nvPr/>
            </p:nvSpPr>
            <p:spPr>
              <a:xfrm>
                <a:off x="1789560" y="4645440"/>
                <a:ext cx="128160" cy="438120"/>
              </a:xfrm>
              <a:custGeom>
                <a:avLst/>
                <a:gdLst/>
                <a:ahLst/>
                <a:rect l="l" t="t" r="r" b="b"/>
                <a:pathLst>
                  <a:path w="143653" h="453224">
                    <a:moveTo>
                      <a:pt x="98595" y="0"/>
                    </a:moveTo>
                    <a:lnTo>
                      <a:pt x="143653" y="145774"/>
                    </a:lnTo>
                    <a:cubicBezTo>
                      <a:pt x="38518" y="232356"/>
                      <a:pt x="50005" y="387847"/>
                      <a:pt x="27034" y="453224"/>
                    </a:cubicBezTo>
                    <a:cubicBezTo>
                      <a:pt x="5831" y="365759"/>
                      <a:pt x="-47179" y="100716"/>
                      <a:pt x="98595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708" name="CustomShape 19"/>
              <p:cNvSpPr/>
              <p:nvPr/>
            </p:nvSpPr>
            <p:spPr>
              <a:xfrm flipH="1">
                <a:off x="2239200" y="4645440"/>
                <a:ext cx="128160" cy="438120"/>
              </a:xfrm>
              <a:custGeom>
                <a:avLst/>
                <a:gdLst/>
                <a:ahLst/>
                <a:rect l="l" t="t" r="r" b="b"/>
                <a:pathLst>
                  <a:path w="143653" h="453224">
                    <a:moveTo>
                      <a:pt x="98595" y="0"/>
                    </a:moveTo>
                    <a:lnTo>
                      <a:pt x="143653" y="145774"/>
                    </a:lnTo>
                    <a:cubicBezTo>
                      <a:pt x="38518" y="232356"/>
                      <a:pt x="50005" y="387847"/>
                      <a:pt x="27034" y="453224"/>
                    </a:cubicBezTo>
                    <a:cubicBezTo>
                      <a:pt x="5831" y="365759"/>
                      <a:pt x="-47179" y="100716"/>
                      <a:pt x="98595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</p:grpSp>
      <p:sp>
        <p:nvSpPr>
          <p:cNvPr id="709" name="CustomShape 20"/>
          <p:cNvSpPr/>
          <p:nvPr/>
        </p:nvSpPr>
        <p:spPr>
          <a:xfrm>
            <a:off x="349560" y="510840"/>
            <a:ext cx="12097080" cy="6744960"/>
          </a:xfrm>
          <a:prstGeom prst="frame">
            <a:avLst>
              <a:gd name="adj1" fmla="val 1236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10" name="PlaceHolder 21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en-US" sz="27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44" r:id="rId2"/>
    <p:sldLayoutId id="2147483845" r:id="rId3"/>
    <p:sldLayoutId id="2147483846" r:id="rId4"/>
    <p:sldLayoutId id="2147483847" r:id="rId5"/>
    <p:sldLayoutId id="2147483848" r:id="rId6"/>
    <p:sldLayoutId id="2147483849" r:id="rId7"/>
    <p:sldLayoutId id="2147483850" r:id="rId8"/>
    <p:sldLayoutId id="2147483851" r:id="rId9"/>
    <p:sldLayoutId id="2147483852" r:id="rId10"/>
    <p:sldLayoutId id="2147483853" r:id="rId11"/>
    <p:sldLayoutId id="2147483854" r:id="rId12"/>
    <p:sldLayoutId id="2147483855" r:id="rId13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ce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7" name="Group 1"/>
          <p:cNvGrpSpPr/>
          <p:nvPr/>
        </p:nvGrpSpPr>
        <p:grpSpPr>
          <a:xfrm>
            <a:off x="2661480" y="2320920"/>
            <a:ext cx="7867800" cy="5436360"/>
            <a:chOff x="2661480" y="2320920"/>
            <a:chExt cx="7867800" cy="5436360"/>
          </a:xfrm>
        </p:grpSpPr>
        <p:sp>
          <p:nvSpPr>
            <p:cNvPr id="748" name="CustomShape 2"/>
            <p:cNvSpPr/>
            <p:nvPr/>
          </p:nvSpPr>
          <p:spPr>
            <a:xfrm>
              <a:off x="5297040" y="3367440"/>
              <a:ext cx="1339920" cy="144468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749" name="CustomShape 3"/>
            <p:cNvSpPr/>
            <p:nvPr/>
          </p:nvSpPr>
          <p:spPr>
            <a:xfrm>
              <a:off x="5012280" y="4039560"/>
              <a:ext cx="687240" cy="7416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750" name="CustomShape 4"/>
            <p:cNvSpPr/>
            <p:nvPr/>
          </p:nvSpPr>
          <p:spPr>
            <a:xfrm>
              <a:off x="4179600" y="4540320"/>
              <a:ext cx="1665000" cy="17989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751" name="CustomShape 5"/>
            <p:cNvSpPr/>
            <p:nvPr/>
          </p:nvSpPr>
          <p:spPr>
            <a:xfrm>
              <a:off x="3341880" y="4806720"/>
              <a:ext cx="1666080" cy="17989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752" name="CustomShape 6"/>
            <p:cNvSpPr/>
            <p:nvPr/>
          </p:nvSpPr>
          <p:spPr>
            <a:xfrm>
              <a:off x="2661480" y="5747040"/>
              <a:ext cx="1097640" cy="118548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753" name="CustomShape 7"/>
            <p:cNvSpPr/>
            <p:nvPr/>
          </p:nvSpPr>
          <p:spPr>
            <a:xfrm>
              <a:off x="3524400" y="6172200"/>
              <a:ext cx="1098720" cy="11851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754" name="CustomShape 8"/>
            <p:cNvSpPr/>
            <p:nvPr/>
          </p:nvSpPr>
          <p:spPr>
            <a:xfrm>
              <a:off x="4287960" y="4971240"/>
              <a:ext cx="2580840" cy="278604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755" name="CustomShape 9"/>
            <p:cNvSpPr/>
            <p:nvPr/>
          </p:nvSpPr>
          <p:spPr>
            <a:xfrm>
              <a:off x="6298920" y="6494760"/>
              <a:ext cx="1098000" cy="118476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756" name="CustomShape 10"/>
            <p:cNvSpPr/>
            <p:nvPr/>
          </p:nvSpPr>
          <p:spPr>
            <a:xfrm>
              <a:off x="7214760" y="6450120"/>
              <a:ext cx="1098000" cy="118548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757" name="CustomShape 11"/>
            <p:cNvSpPr/>
            <p:nvPr/>
          </p:nvSpPr>
          <p:spPr>
            <a:xfrm>
              <a:off x="7750440" y="5640480"/>
              <a:ext cx="1907640" cy="205956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758" name="CustomShape 12"/>
            <p:cNvSpPr/>
            <p:nvPr/>
          </p:nvSpPr>
          <p:spPr>
            <a:xfrm>
              <a:off x="9152640" y="6069240"/>
              <a:ext cx="1097280" cy="118584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759" name="CustomShape 13"/>
            <p:cNvSpPr/>
            <p:nvPr/>
          </p:nvSpPr>
          <p:spPr>
            <a:xfrm>
              <a:off x="8622000" y="4551480"/>
              <a:ext cx="1907280" cy="206064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760" name="CustomShape 14"/>
            <p:cNvSpPr/>
            <p:nvPr/>
          </p:nvSpPr>
          <p:spPr>
            <a:xfrm>
              <a:off x="5883480" y="3275280"/>
              <a:ext cx="1454760" cy="157104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761" name="CustomShape 15"/>
            <p:cNvSpPr/>
            <p:nvPr/>
          </p:nvSpPr>
          <p:spPr>
            <a:xfrm>
              <a:off x="6579720" y="3687480"/>
              <a:ext cx="1455840" cy="1571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762" name="CustomShape 16"/>
            <p:cNvSpPr/>
            <p:nvPr/>
          </p:nvSpPr>
          <p:spPr>
            <a:xfrm>
              <a:off x="7622640" y="4187520"/>
              <a:ext cx="981360" cy="10591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763" name="CustomShape 17"/>
            <p:cNvSpPr/>
            <p:nvPr/>
          </p:nvSpPr>
          <p:spPr>
            <a:xfrm>
              <a:off x="7870680" y="4653720"/>
              <a:ext cx="1455480" cy="1570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764" name="CustomShape 18"/>
            <p:cNvSpPr/>
            <p:nvPr/>
          </p:nvSpPr>
          <p:spPr>
            <a:xfrm>
              <a:off x="5251680" y="4014720"/>
              <a:ext cx="2990160" cy="322668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765" name="CustomShape 19"/>
            <p:cNvSpPr/>
            <p:nvPr/>
          </p:nvSpPr>
          <p:spPr>
            <a:xfrm>
              <a:off x="5971680" y="2320920"/>
              <a:ext cx="851400" cy="1837440"/>
            </a:xfrm>
            <a:prstGeom prst="trapezoid">
              <a:avLst>
                <a:gd name="adj" fmla="val 25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766" name="CustomShape 20"/>
          <p:cNvSpPr/>
          <p:nvPr/>
        </p:nvSpPr>
        <p:spPr>
          <a:xfrm>
            <a:off x="360" y="0"/>
            <a:ext cx="12801240" cy="20354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767" name="Group 21"/>
          <p:cNvGrpSpPr/>
          <p:nvPr/>
        </p:nvGrpSpPr>
        <p:grpSpPr>
          <a:xfrm>
            <a:off x="360" y="5738040"/>
            <a:ext cx="12801240" cy="2030760"/>
            <a:chOff x="360" y="5738040"/>
            <a:chExt cx="12801240" cy="2030760"/>
          </a:xfrm>
        </p:grpSpPr>
        <p:sp>
          <p:nvSpPr>
            <p:cNvPr id="768" name="CustomShape 22"/>
            <p:cNvSpPr/>
            <p:nvPr/>
          </p:nvSpPr>
          <p:spPr>
            <a:xfrm>
              <a:off x="360" y="7147440"/>
              <a:ext cx="12801240" cy="6213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769" name="CustomShape 23"/>
            <p:cNvSpPr/>
            <p:nvPr/>
          </p:nvSpPr>
          <p:spPr>
            <a:xfrm>
              <a:off x="3074040" y="6494760"/>
              <a:ext cx="805680" cy="87048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770" name="CustomShape 24"/>
            <p:cNvSpPr/>
            <p:nvPr/>
          </p:nvSpPr>
          <p:spPr>
            <a:xfrm>
              <a:off x="2480760" y="6588720"/>
              <a:ext cx="805680" cy="86976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771" name="CustomShape 25"/>
            <p:cNvSpPr/>
            <p:nvPr/>
          </p:nvSpPr>
          <p:spPr>
            <a:xfrm>
              <a:off x="1862640" y="6857280"/>
              <a:ext cx="835200" cy="90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772" name="CustomShape 26"/>
            <p:cNvSpPr/>
            <p:nvPr/>
          </p:nvSpPr>
          <p:spPr>
            <a:xfrm>
              <a:off x="9929880" y="5738040"/>
              <a:ext cx="834120" cy="90036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773" name="CustomShape 27"/>
            <p:cNvSpPr/>
            <p:nvPr/>
          </p:nvSpPr>
          <p:spPr>
            <a:xfrm>
              <a:off x="9095040" y="6557760"/>
              <a:ext cx="834120" cy="9007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774" name="CustomShape 28"/>
            <p:cNvSpPr/>
            <p:nvPr/>
          </p:nvSpPr>
          <p:spPr>
            <a:xfrm>
              <a:off x="9787320" y="6405120"/>
              <a:ext cx="976680" cy="105336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775" name="CustomShape 29"/>
            <p:cNvSpPr/>
            <p:nvPr/>
          </p:nvSpPr>
          <p:spPr>
            <a:xfrm>
              <a:off x="10349280" y="6412320"/>
              <a:ext cx="829440" cy="8946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776" name="CustomShape 30"/>
            <p:cNvSpPr/>
            <p:nvPr/>
          </p:nvSpPr>
          <p:spPr>
            <a:xfrm>
              <a:off x="10936800" y="6699240"/>
              <a:ext cx="830160" cy="89604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777" name="PlaceHolder 31"/>
          <p:cNvSpPr>
            <a:spLocks noGrp="1"/>
          </p:cNvSpPr>
          <p:nvPr>
            <p:ph type="body"/>
          </p:nvPr>
        </p:nvSpPr>
        <p:spPr>
          <a:xfrm>
            <a:off x="0" y="4645800"/>
            <a:ext cx="12801240" cy="869760"/>
          </a:xfrm>
          <a:prstGeom prst="rect">
            <a:avLst/>
          </a:prstGeom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720"/>
              </a:spcBef>
              <a:tabLst>
                <a:tab algn="l" pos="0"/>
              </a:tabLst>
            </a:pPr>
            <a:r>
              <a:rPr b="1" lang="en-US" sz="3600" spc="-1" strike="noStrike">
                <a:solidFill>
                  <a:srgbClr val="404040"/>
                </a:solidFill>
                <a:latin typeface="Arial"/>
                <a:ea typeface="맑은 고딕"/>
              </a:rPr>
              <a:t>Thank you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8" name="PlaceHolder 32"/>
          <p:cNvSpPr>
            <a:spLocks noGrp="1"/>
          </p:cNvSpPr>
          <p:nvPr>
            <p:ph type="body"/>
          </p:nvPr>
        </p:nvSpPr>
        <p:spPr>
          <a:xfrm>
            <a:off x="0" y="5625000"/>
            <a:ext cx="12801240" cy="434520"/>
          </a:xfrm>
          <a:prstGeom prst="rect">
            <a:avLst/>
          </a:prstGeom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281"/>
              </a:spcBef>
              <a:tabLst>
                <a:tab algn="l" pos="0"/>
              </a:tabLst>
            </a:pPr>
            <a:r>
              <a:rPr b="0" lang="en-US" sz="1400" spc="-1" strike="noStrike">
                <a:solidFill>
                  <a:srgbClr val="404040"/>
                </a:solidFill>
                <a:latin typeface="Arial"/>
                <a:ea typeface="맑은 고딕"/>
              </a:rPr>
              <a:t>Insert the title of your subtitle Here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779" name="Group 33"/>
          <p:cNvGrpSpPr/>
          <p:nvPr/>
        </p:nvGrpSpPr>
        <p:grpSpPr>
          <a:xfrm>
            <a:off x="9146880" y="1667160"/>
            <a:ext cx="941760" cy="734040"/>
            <a:chOff x="9146880" y="1667160"/>
            <a:chExt cx="941760" cy="734040"/>
          </a:xfrm>
        </p:grpSpPr>
        <p:sp>
          <p:nvSpPr>
            <p:cNvPr id="780" name="CustomShape 34"/>
            <p:cNvSpPr/>
            <p:nvPr/>
          </p:nvSpPr>
          <p:spPr>
            <a:xfrm>
              <a:off x="9276120" y="1667160"/>
              <a:ext cx="604800" cy="652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781" name="CustomShape 35"/>
            <p:cNvSpPr/>
            <p:nvPr/>
          </p:nvSpPr>
          <p:spPr>
            <a:xfrm>
              <a:off x="9673560" y="1869480"/>
              <a:ext cx="415080" cy="44676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782" name="CustomShape 36"/>
            <p:cNvSpPr/>
            <p:nvPr/>
          </p:nvSpPr>
          <p:spPr>
            <a:xfrm>
              <a:off x="9146880" y="1993320"/>
              <a:ext cx="379080" cy="40788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783" name="CustomShape 37"/>
            <p:cNvSpPr/>
            <p:nvPr/>
          </p:nvSpPr>
          <p:spPr>
            <a:xfrm>
              <a:off x="9430920" y="1993320"/>
              <a:ext cx="379080" cy="40788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784" name="Group 38"/>
          <p:cNvGrpSpPr/>
          <p:nvPr/>
        </p:nvGrpSpPr>
        <p:grpSpPr>
          <a:xfrm>
            <a:off x="2935440" y="3296880"/>
            <a:ext cx="734400" cy="572400"/>
            <a:chOff x="2935440" y="3296880"/>
            <a:chExt cx="734400" cy="572400"/>
          </a:xfrm>
        </p:grpSpPr>
        <p:sp>
          <p:nvSpPr>
            <p:cNvPr id="785" name="CustomShape 39"/>
            <p:cNvSpPr/>
            <p:nvPr/>
          </p:nvSpPr>
          <p:spPr>
            <a:xfrm>
              <a:off x="3036600" y="3296880"/>
              <a:ext cx="471600" cy="50868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786" name="CustomShape 40"/>
            <p:cNvSpPr/>
            <p:nvPr/>
          </p:nvSpPr>
          <p:spPr>
            <a:xfrm>
              <a:off x="3346920" y="3454200"/>
              <a:ext cx="322920" cy="34956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787" name="CustomShape 41"/>
            <p:cNvSpPr/>
            <p:nvPr/>
          </p:nvSpPr>
          <p:spPr>
            <a:xfrm>
              <a:off x="2935440" y="3551040"/>
              <a:ext cx="295200" cy="31824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788" name="CustomShape 42"/>
            <p:cNvSpPr/>
            <p:nvPr/>
          </p:nvSpPr>
          <p:spPr>
            <a:xfrm>
              <a:off x="3158280" y="3551040"/>
              <a:ext cx="293040" cy="31824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789" name="Group 43"/>
          <p:cNvGrpSpPr/>
          <p:nvPr/>
        </p:nvGrpSpPr>
        <p:grpSpPr>
          <a:xfrm>
            <a:off x="5945400" y="749520"/>
            <a:ext cx="904680" cy="1876320"/>
            <a:chOff x="5945400" y="749520"/>
            <a:chExt cx="904680" cy="1876320"/>
          </a:xfrm>
        </p:grpSpPr>
        <p:grpSp>
          <p:nvGrpSpPr>
            <p:cNvPr id="790" name="Group 44"/>
            <p:cNvGrpSpPr/>
            <p:nvPr/>
          </p:nvGrpSpPr>
          <p:grpSpPr>
            <a:xfrm>
              <a:off x="6047280" y="749520"/>
              <a:ext cx="694440" cy="1590120"/>
              <a:chOff x="6047280" y="749520"/>
              <a:chExt cx="694440" cy="1590120"/>
            </a:xfrm>
          </p:grpSpPr>
          <p:sp>
            <p:nvSpPr>
              <p:cNvPr id="791" name="CustomShape 45"/>
              <p:cNvSpPr/>
              <p:nvPr/>
            </p:nvSpPr>
            <p:spPr>
              <a:xfrm>
                <a:off x="6047280" y="754920"/>
                <a:ext cx="694440" cy="1584720"/>
              </a:xfrm>
              <a:custGeom>
                <a:avLst/>
                <a:gdLst/>
                <a:ahLst/>
                <a:rect l="l" t="t" r="r" b="b"/>
                <a:pathLst>
                  <a:path w="495969" h="1049255">
                    <a:moveTo>
                      <a:pt x="95257" y="1049255"/>
                    </a:moveTo>
                    <a:cubicBezTo>
                      <a:pt x="6676" y="723357"/>
                      <a:pt x="-121664" y="317947"/>
                      <a:pt x="250929" y="0"/>
                    </a:cubicBezTo>
                    <a:cubicBezTo>
                      <a:pt x="612920" y="328549"/>
                      <a:pt x="489882" y="781667"/>
                      <a:pt x="406601" y="1049255"/>
                    </a:cubicBezTo>
                    <a:lnTo>
                      <a:pt x="95257" y="1049255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792" name="CustomShape 46"/>
              <p:cNvSpPr/>
              <p:nvPr/>
            </p:nvSpPr>
            <p:spPr>
              <a:xfrm>
                <a:off x="6146280" y="2199600"/>
                <a:ext cx="509760" cy="140040"/>
              </a:xfrm>
              <a:custGeom>
                <a:avLst/>
                <a:gdLst/>
                <a:ahLst/>
                <a:rect l="l" t="t" r="r" b="b"/>
                <a:pathLst>
                  <a:path w="364003" h="92935">
                    <a:moveTo>
                      <a:pt x="0" y="0"/>
                    </a:moveTo>
                    <a:lnTo>
                      <a:pt x="364003" y="0"/>
                    </a:lnTo>
                    <a:lnTo>
                      <a:pt x="336518" y="92935"/>
                    </a:lnTo>
                    <a:lnTo>
                      <a:pt x="25174" y="92935"/>
                    </a:ln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793" name="CustomShape 47"/>
              <p:cNvSpPr/>
              <p:nvPr/>
            </p:nvSpPr>
            <p:spPr>
              <a:xfrm>
                <a:off x="6084000" y="749520"/>
                <a:ext cx="620280" cy="529920"/>
              </a:xfrm>
              <a:custGeom>
                <a:avLst/>
                <a:gdLst/>
                <a:ahLst/>
                <a:rect l="l" t="t" r="r" b="b"/>
                <a:pathLst>
                  <a:path w="444279" h="350537">
                    <a:moveTo>
                      <a:pt x="227272" y="0"/>
                    </a:moveTo>
                    <a:cubicBezTo>
                      <a:pt x="340394" y="102672"/>
                      <a:pt x="406151" y="217508"/>
                      <a:pt x="440556" y="335046"/>
                    </a:cubicBezTo>
                    <a:lnTo>
                      <a:pt x="444279" y="350537"/>
                    </a:lnTo>
                    <a:lnTo>
                      <a:pt x="0" y="350537"/>
                    </a:lnTo>
                    <a:lnTo>
                      <a:pt x="8223" y="318604"/>
                    </a:lnTo>
                    <a:cubicBezTo>
                      <a:pt x="43321" y="207258"/>
                      <a:pt x="110837" y="99358"/>
                      <a:pt x="22727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sp>
          <p:nvSpPr>
            <p:cNvPr id="794" name="CustomShape 48"/>
            <p:cNvSpPr/>
            <p:nvPr/>
          </p:nvSpPr>
          <p:spPr>
            <a:xfrm>
              <a:off x="6268680" y="1412640"/>
              <a:ext cx="250920" cy="27144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795" name="CustomShape 49"/>
            <p:cNvSpPr/>
            <p:nvPr/>
          </p:nvSpPr>
          <p:spPr>
            <a:xfrm flipH="1">
              <a:off x="6379560" y="1953000"/>
              <a:ext cx="29520" cy="65232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796" name="CustomShape 50"/>
            <p:cNvSpPr/>
            <p:nvPr/>
          </p:nvSpPr>
          <p:spPr>
            <a:xfrm>
              <a:off x="5945400" y="1941480"/>
              <a:ext cx="200880" cy="684360"/>
            </a:xfrm>
            <a:custGeom>
              <a:avLst/>
              <a:gdLst/>
              <a:ahLst/>
              <a:rect l="l" t="t" r="r" b="b"/>
              <a:pathLst>
                <a:path w="143653" h="453224">
                  <a:moveTo>
                    <a:pt x="98595" y="0"/>
                  </a:moveTo>
                  <a:lnTo>
                    <a:pt x="143653" y="145774"/>
                  </a:lnTo>
                  <a:cubicBezTo>
                    <a:pt x="38518" y="232356"/>
                    <a:pt x="50005" y="387847"/>
                    <a:pt x="27034" y="453224"/>
                  </a:cubicBezTo>
                  <a:cubicBezTo>
                    <a:pt x="5831" y="365759"/>
                    <a:pt x="-47179" y="100716"/>
                    <a:pt x="98595" y="0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797" name="CustomShape 51"/>
            <p:cNvSpPr/>
            <p:nvPr/>
          </p:nvSpPr>
          <p:spPr>
            <a:xfrm flipH="1">
              <a:off x="6648480" y="1941480"/>
              <a:ext cx="201240" cy="684360"/>
            </a:xfrm>
            <a:custGeom>
              <a:avLst/>
              <a:gdLst/>
              <a:ahLst/>
              <a:rect l="l" t="t" r="r" b="b"/>
              <a:pathLst>
                <a:path w="143653" h="453224">
                  <a:moveTo>
                    <a:pt x="98595" y="0"/>
                  </a:moveTo>
                  <a:lnTo>
                    <a:pt x="143653" y="145774"/>
                  </a:lnTo>
                  <a:cubicBezTo>
                    <a:pt x="38518" y="232356"/>
                    <a:pt x="50005" y="387847"/>
                    <a:pt x="27034" y="453224"/>
                  </a:cubicBezTo>
                  <a:cubicBezTo>
                    <a:pt x="5831" y="365759"/>
                    <a:pt x="-47179" y="100716"/>
                    <a:pt x="98595" y="0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798" name="PlaceHolder 52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en-US" sz="27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57" r:id="rId2"/>
    <p:sldLayoutId id="2147483858" r:id="rId3"/>
    <p:sldLayoutId id="2147483859" r:id="rId4"/>
    <p:sldLayoutId id="2147483860" r:id="rId5"/>
    <p:sldLayoutId id="2147483861" r:id="rId6"/>
    <p:sldLayoutId id="2147483862" r:id="rId7"/>
    <p:sldLayoutId id="2147483863" r:id="rId8"/>
    <p:sldLayoutId id="2147483864" r:id="rId9"/>
    <p:sldLayoutId id="2147483865" r:id="rId10"/>
    <p:sldLayoutId id="2147483866" r:id="rId11"/>
    <p:sldLayoutId id="2147483867" r:id="rId12"/>
    <p:sldLayoutId id="2147483868" r:id="rId13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PlaceHolder 1"/>
          <p:cNvSpPr>
            <a:spLocks noGrp="1"/>
          </p:cNvSpPr>
          <p:nvPr>
            <p:ph type="body"/>
          </p:nvPr>
        </p:nvSpPr>
        <p:spPr>
          <a:xfrm>
            <a:off x="337680" y="137880"/>
            <a:ext cx="12151080" cy="820440"/>
          </a:xfrm>
          <a:prstGeom prst="rect">
            <a:avLst/>
          </a:prstGeom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811"/>
              </a:spcBef>
              <a:tabLst>
                <a:tab algn="l" pos="0"/>
              </a:tabLst>
            </a:pPr>
            <a:r>
              <a:rPr b="0" lang="en-US" sz="4050" spc="-1" strike="noStrike">
                <a:solidFill>
                  <a:srgbClr val="262626"/>
                </a:solidFill>
                <a:latin typeface="Arial"/>
                <a:ea typeface="Arial Unicode MS"/>
              </a:rPr>
              <a:t>Fully Editable Shapes</a:t>
            </a:r>
            <a:endParaRPr b="0" lang="en-US" sz="4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6" name="PlaceHolder 2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en-US" sz="27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70" r:id="rId3"/>
    <p:sldLayoutId id="2147483871" r:id="rId4"/>
    <p:sldLayoutId id="2147483872" r:id="rId5"/>
    <p:sldLayoutId id="2147483873" r:id="rId6"/>
    <p:sldLayoutId id="2147483874" r:id="rId7"/>
    <p:sldLayoutId id="2147483875" r:id="rId8"/>
    <p:sldLayoutId id="2147483876" r:id="rId9"/>
    <p:sldLayoutId id="2147483877" r:id="rId10"/>
    <p:sldLayoutId id="2147483878" r:id="rId11"/>
    <p:sldLayoutId id="2147483879" r:id="rId12"/>
    <p:sldLayoutId id="2147483880" r:id="rId13"/>
    <p:sldLayoutId id="2147483881" r:id="rId14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PlaceHolder 1"/>
          <p:cNvSpPr>
            <a:spLocks noGrp="1"/>
          </p:cNvSpPr>
          <p:nvPr>
            <p:ph type="body"/>
          </p:nvPr>
        </p:nvSpPr>
        <p:spPr>
          <a:xfrm>
            <a:off x="0" y="184320"/>
            <a:ext cx="12801240" cy="869760"/>
          </a:xfrm>
          <a:prstGeom prst="rect">
            <a:avLst/>
          </a:prstGeom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720"/>
              </a:spcBef>
              <a:tabLst>
                <a:tab algn="l" pos="0"/>
              </a:tabLst>
            </a:pPr>
            <a:r>
              <a:rPr b="0" lang="en-US" sz="3600" spc="-1" strike="noStrike">
                <a:solidFill>
                  <a:srgbClr val="404040"/>
                </a:solidFill>
                <a:latin typeface="Arial"/>
                <a:ea typeface="Arial Unicode MS"/>
              </a:rPr>
              <a:t>ICON SETS LAYOUT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4" name="CustomShape 2"/>
          <p:cNvSpPr/>
          <p:nvPr/>
        </p:nvSpPr>
        <p:spPr>
          <a:xfrm>
            <a:off x="492480" y="1707840"/>
            <a:ext cx="3989160" cy="5513040"/>
          </a:xfrm>
          <a:prstGeom prst="roundRect">
            <a:avLst>
              <a:gd name="adj" fmla="val 396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75" name="CustomShape 3"/>
          <p:cNvSpPr/>
          <p:nvPr/>
        </p:nvSpPr>
        <p:spPr>
          <a:xfrm>
            <a:off x="742320" y="2034360"/>
            <a:ext cx="150480" cy="4896000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76" name="CustomShape 4"/>
          <p:cNvSpPr/>
          <p:nvPr/>
        </p:nvSpPr>
        <p:spPr>
          <a:xfrm rot="5400000">
            <a:off x="3600000" y="1896120"/>
            <a:ext cx="758160" cy="703080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77" name="PlaceHolder 5"/>
          <p:cNvSpPr>
            <a:spLocks noGrp="1"/>
          </p:cNvSpPr>
          <p:nvPr>
            <p:ph type="title"/>
          </p:nvPr>
        </p:nvSpPr>
        <p:spPr>
          <a:xfrm>
            <a:off x="640080" y="307800"/>
            <a:ext cx="11521080" cy="1297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en-US" sz="27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83" r:id="rId2"/>
    <p:sldLayoutId id="2147483884" r:id="rId3"/>
    <p:sldLayoutId id="2147483885" r:id="rId4"/>
    <p:sldLayoutId id="2147483886" r:id="rId5"/>
    <p:sldLayoutId id="2147483887" r:id="rId6"/>
    <p:sldLayoutId id="2147483888" r:id="rId7"/>
    <p:sldLayoutId id="2147483889" r:id="rId8"/>
    <p:sldLayoutId id="2147483890" r:id="rId9"/>
    <p:sldLayoutId id="2147483891" r:id="rId10"/>
    <p:sldLayoutId id="2147483892" r:id="rId11"/>
    <p:sldLayoutId id="2147483893" r:id="rId12"/>
    <p:sldLayoutId id="2147483894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25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37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4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6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4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7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4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chart" Target="../charts/chart21.xml"/><Relationship Id="rId2" Type="http://schemas.openxmlformats.org/officeDocument/2006/relationships/image" Target="../media/image13.png"/><Relationship Id="rId3" Type="http://schemas.openxmlformats.org/officeDocument/2006/relationships/slideLayout" Target="../slideLayouts/slideLayout4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49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85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4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97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4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10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4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12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49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4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chart" Target="../charts/chart22.xml"/><Relationship Id="rId2" Type="http://schemas.openxmlformats.org/officeDocument/2006/relationships/chart" Target="../charts/chart23.xml"/><Relationship Id="rId3" Type="http://schemas.openxmlformats.org/officeDocument/2006/relationships/chart" Target="../charts/chart24.xml"/><Relationship Id="rId4" Type="http://schemas.openxmlformats.org/officeDocument/2006/relationships/image" Target="../media/image24.png"/><Relationship Id="rId5" Type="http://schemas.openxmlformats.org/officeDocument/2006/relationships/slideLayout" Target="../slideLayouts/slideLayout49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slideLayout" Target="../slideLayouts/slideLayout133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slideLayout" Target="../slideLayouts/slideLayout49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slideLayout" Target="../slideLayouts/slideLayout145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slideLayout" Target="../slideLayouts/slideLayout49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slideLayout" Target="../slideLayouts/slideLayout49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slideLayout" Target="../slideLayouts/slideLayout157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slideLayout" Target="../slideLayouts/slideLayout49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slideLayout" Target="../slideLayouts/slideLayout169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chart" Target="../charts/chart25.xml"/><Relationship Id="rId2" Type="http://schemas.openxmlformats.org/officeDocument/2006/relationships/image" Target="../media/image33.png"/><Relationship Id="rId3" Type="http://schemas.openxmlformats.org/officeDocument/2006/relationships/slideLayout" Target="../slideLayouts/slideLayout4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slideLayout" Target="../slideLayouts/slideLayout181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slideLayout" Target="../slideLayouts/slideLayout18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36.png"/><Relationship Id="rId2" Type="http://schemas.openxmlformats.org/officeDocument/2006/relationships/slideLayout" Target="../slideLayouts/slideLayout193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37.png"/><Relationship Id="rId2" Type="http://schemas.openxmlformats.org/officeDocument/2006/relationships/slideLayout" Target="../slideLayouts/slideLayout205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38.png"/><Relationship Id="rId2" Type="http://schemas.openxmlformats.org/officeDocument/2006/relationships/slideLayout" Target="../slideLayouts/slideLayout217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39.png"/><Relationship Id="rId2" Type="http://schemas.openxmlformats.org/officeDocument/2006/relationships/slideLayout" Target="../slideLayouts/slideLayout217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slideLayout" Target="../slideLayouts/slideLayout21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TextShape 1"/>
          <p:cNvSpPr txBox="1"/>
          <p:nvPr/>
        </p:nvSpPr>
        <p:spPr>
          <a:xfrm>
            <a:off x="5772960" y="3253680"/>
            <a:ext cx="7025760" cy="869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spcBef>
                <a:spcPts val="720"/>
              </a:spcBef>
              <a:tabLst>
                <a:tab algn="l" pos="0"/>
              </a:tabLst>
            </a:pPr>
            <a:r>
              <a:rPr b="0" lang="en-US" sz="3600" spc="-1" strike="noStrike">
                <a:solidFill>
                  <a:srgbClr val="404040"/>
                </a:solidFill>
                <a:latin typeface="Arial"/>
                <a:ea typeface="Arial Unicode MS"/>
              </a:rPr>
              <a:t>DIGIGARAGE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1" name="TextShape 2"/>
          <p:cNvSpPr txBox="1"/>
          <p:nvPr/>
        </p:nvSpPr>
        <p:spPr>
          <a:xfrm>
            <a:off x="5772960" y="4124520"/>
            <a:ext cx="7025760" cy="434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spcBef>
                <a:spcPts val="281"/>
              </a:spcBef>
              <a:tabLst>
                <a:tab algn="l" pos="0"/>
              </a:tabLst>
            </a:pPr>
            <a:r>
              <a:rPr b="0" lang="en-US" sz="1400" spc="-1" strike="noStrike">
                <a:solidFill>
                  <a:srgbClr val="404040"/>
                </a:solidFill>
                <a:latin typeface="Arial"/>
                <a:ea typeface="Arial Unicode MS"/>
              </a:rPr>
              <a:t>Converting paper process into digital process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22" name="" descr=""/>
          <p:cNvPicPr/>
          <p:nvPr/>
        </p:nvPicPr>
        <p:blipFill>
          <a:blip r:embed="rId1"/>
          <a:stretch/>
        </p:blipFill>
        <p:spPr>
          <a:xfrm>
            <a:off x="144720" y="147960"/>
            <a:ext cx="3374640" cy="690840"/>
          </a:xfrm>
          <a:prstGeom prst="rect">
            <a:avLst/>
          </a:prstGeom>
          <a:ln w="0">
            <a:noFill/>
          </a:ln>
        </p:spPr>
      </p:pic>
      <p:sp>
        <p:nvSpPr>
          <p:cNvPr id="923" name="CustomShape 3"/>
          <p:cNvSpPr/>
          <p:nvPr/>
        </p:nvSpPr>
        <p:spPr>
          <a:xfrm>
            <a:off x="685800" y="1143000"/>
            <a:ext cx="4114800" cy="4343400"/>
          </a:xfrm>
          <a:prstGeom prst="rect">
            <a:avLst/>
          </a:prstGeom>
          <a:solidFill>
            <a:srgbClr val="ffce29"/>
          </a:solidFill>
          <a:ln w="0">
            <a:solidFill>
              <a:srgbClr val="ffce29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924" name="CustomShape 4"/>
          <p:cNvSpPr/>
          <p:nvPr/>
        </p:nvSpPr>
        <p:spPr>
          <a:xfrm>
            <a:off x="1263600" y="5257800"/>
            <a:ext cx="2514600" cy="685800"/>
          </a:xfrm>
          <a:prstGeom prst="rect">
            <a:avLst/>
          </a:prstGeom>
          <a:solidFill>
            <a:srgbClr val="ffce29"/>
          </a:solidFill>
          <a:ln w="0">
            <a:solidFill>
              <a:srgbClr val="ffce29"/>
            </a:solidFill>
          </a:ln>
        </p:spPr>
        <p:style>
          <a:lnRef idx="0"/>
          <a:fillRef idx="0"/>
          <a:effectRef idx="0"/>
          <a:fontRef idx="minor"/>
        </p:style>
      </p:sp>
      <p:pic>
        <p:nvPicPr>
          <p:cNvPr id="925" name="" descr=""/>
          <p:cNvPicPr/>
          <p:nvPr/>
        </p:nvPicPr>
        <p:blipFill>
          <a:blip r:embed="rId2"/>
          <a:stretch/>
        </p:blipFill>
        <p:spPr>
          <a:xfrm>
            <a:off x="100440" y="2755800"/>
            <a:ext cx="4856760" cy="2118600"/>
          </a:xfrm>
          <a:prstGeom prst="rect">
            <a:avLst/>
          </a:prstGeom>
          <a:ln w="0">
            <a:noFill/>
          </a:ln>
        </p:spPr>
      </p:pic>
      <p:sp>
        <p:nvSpPr>
          <p:cNvPr id="926" name="TextShape 5"/>
          <p:cNvSpPr txBox="1"/>
          <p:nvPr/>
        </p:nvSpPr>
        <p:spPr>
          <a:xfrm>
            <a:off x="65160" y="6000480"/>
            <a:ext cx="5343480" cy="761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1440"/>
              </a:spcBef>
              <a:tabLst>
                <a:tab algn="l" pos="0"/>
              </a:tabLst>
            </a:pPr>
            <a:r>
              <a:rPr b="0" lang="en-US" sz="2800" spc="-1" strike="noStrike" u="sng">
                <a:solidFill>
                  <a:srgbClr val="404040"/>
                </a:solidFill>
                <a:uFillTx/>
                <a:latin typeface="Arial"/>
                <a:ea typeface="맑은 고딕"/>
              </a:rPr>
              <a:t>Developed &amp; Presented by:-</a:t>
            </a:r>
            <a:endParaRPr b="0" lang="en-US" sz="2800" spc="-1" strike="noStrike" u="sng">
              <a:solidFill>
                <a:srgbClr val="000000"/>
              </a:solidFill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720"/>
              </a:spcBef>
              <a:spcAft>
                <a:spcPts val="289"/>
              </a:spcAft>
              <a:tabLst>
                <a:tab algn="l" pos="0"/>
              </a:tabLst>
            </a:pPr>
            <a:r>
              <a:rPr b="0" lang="en-US" sz="2000" spc="-1" strike="noStrike">
                <a:solidFill>
                  <a:srgbClr val="404040"/>
                </a:solidFill>
                <a:latin typeface="Arial"/>
                <a:ea typeface="맑은 고딕"/>
              </a:rPr>
              <a:t>1. PRIJITHA EZHAVA</a:t>
            </a:r>
            <a:endParaRPr b="0" lang="en-US" sz="2000" spc="-1" strike="noStrike" u="sng">
              <a:solidFill>
                <a:srgbClr val="000000"/>
              </a:solidFill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289"/>
              </a:spcBef>
              <a:tabLst>
                <a:tab algn="l" pos="0"/>
              </a:tabLst>
            </a:pPr>
            <a:r>
              <a:rPr b="0" lang="en-US" sz="2000" spc="-1" strike="noStrike">
                <a:solidFill>
                  <a:srgbClr val="404040"/>
                </a:solidFill>
                <a:latin typeface="Arial"/>
                <a:ea typeface="맑은 고딕"/>
              </a:rPr>
              <a:t>2. AKSHAYRAJSINH JADEJA</a:t>
            </a:r>
            <a:endParaRPr b="0" lang="en-US" sz="2000" spc="-1" strike="noStrike" u="sng">
              <a:solidFill>
                <a:srgbClr val="000000"/>
              </a:solidFill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289"/>
              </a:spcBef>
              <a:tabLst>
                <a:tab algn="l" pos="0"/>
              </a:tabLst>
            </a:pPr>
            <a:r>
              <a:rPr b="0" lang="en-US" sz="2000" spc="-1" strike="noStrike">
                <a:solidFill>
                  <a:srgbClr val="404040"/>
                </a:solidFill>
                <a:latin typeface="Arial"/>
                <a:ea typeface="맑은 고딕"/>
              </a:rPr>
              <a:t>3. RAHUL SINGH</a:t>
            </a:r>
            <a:endParaRPr b="0" lang="en-US" sz="2000" spc="-1" strike="noStrike" u="sng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27" name="TextShape 6"/>
          <p:cNvSpPr txBox="1"/>
          <p:nvPr/>
        </p:nvSpPr>
        <p:spPr>
          <a:xfrm>
            <a:off x="8373600" y="5619600"/>
            <a:ext cx="38862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2800" spc="-1" strike="noStrike" u="sng">
                <a:solidFill>
                  <a:srgbClr val="404040"/>
                </a:solidFill>
                <a:uFillTx/>
                <a:latin typeface="Arial"/>
                <a:ea typeface="맑은 고딕"/>
              </a:rPr>
              <a:t>GUIDED BY</a:t>
            </a:r>
            <a:r>
              <a:rPr b="0" lang="en-US" sz="2800" spc="-1" strike="noStrike">
                <a:solidFill>
                  <a:srgbClr val="404040"/>
                </a:solidFill>
                <a:latin typeface="Arial"/>
                <a:ea typeface="맑은 고딕"/>
              </a:rPr>
              <a:t>:-</a:t>
            </a:r>
            <a:endParaRPr b="0" lang="en-US" sz="2800" spc="-1" strike="noStrike"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404040"/>
                </a:solidFill>
                <a:latin typeface="Arial"/>
                <a:ea typeface="맑은 고딕"/>
              </a:rPr>
              <a:t>Mr. DHAVAL KAKU</a:t>
            </a:r>
            <a:r>
              <a:rPr b="1" lang="en-US" sz="2800" spc="-1" strike="noStrike">
                <a:solidFill>
                  <a:srgbClr val="404040"/>
                </a:solidFill>
                <a:latin typeface="Arial"/>
                <a:ea typeface="맑은 고딕"/>
              </a:rPr>
              <a:t> 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CustomShape 1"/>
          <p:cNvSpPr/>
          <p:nvPr/>
        </p:nvSpPr>
        <p:spPr>
          <a:xfrm>
            <a:off x="587520" y="4034160"/>
            <a:ext cx="1314360" cy="1381680"/>
          </a:xfrm>
          <a:custGeom>
            <a:avLst/>
            <a:gdLst/>
            <a:ahLst/>
            <a:rect l="l" t="t" r="r" b="b"/>
            <a:pathLst>
              <a:path w="1217198" h="1217254">
                <a:moveTo>
                  <a:pt x="1172073" y="616019"/>
                </a:moveTo>
                <a:lnTo>
                  <a:pt x="1217198" y="616610"/>
                </a:lnTo>
                <a:cubicBezTo>
                  <a:pt x="1216181" y="694136"/>
                  <a:pt x="1200702" y="768120"/>
                  <a:pt x="1172073" y="835497"/>
                </a:cubicBezTo>
                <a:close/>
                <a:moveTo>
                  <a:pt x="592301" y="223"/>
                </a:moveTo>
                <a:cubicBezTo>
                  <a:pt x="925156" y="-8708"/>
                  <a:pt x="1203399" y="251500"/>
                  <a:pt x="1216760" y="584207"/>
                </a:cubicBezTo>
                <a:lnTo>
                  <a:pt x="1025903" y="591872"/>
                </a:lnTo>
                <a:cubicBezTo>
                  <a:pt x="1016735" y="363582"/>
                  <a:pt x="825816" y="185038"/>
                  <a:pt x="597424" y="191166"/>
                </a:cubicBezTo>
                <a:cubicBezTo>
                  <a:pt x="369033" y="197294"/>
                  <a:pt x="187962" y="385820"/>
                  <a:pt x="191049" y="614273"/>
                </a:cubicBezTo>
                <a:cubicBezTo>
                  <a:pt x="194136" y="842726"/>
                  <a:pt x="380235" y="1026290"/>
                  <a:pt x="608708" y="1026244"/>
                </a:cubicBezTo>
                <a:cubicBezTo>
                  <a:pt x="773320" y="1026211"/>
                  <a:pt x="915896" y="930876"/>
                  <a:pt x="982606" y="791527"/>
                </a:cubicBezTo>
                <a:lnTo>
                  <a:pt x="982606" y="1085471"/>
                </a:lnTo>
                <a:cubicBezTo>
                  <a:pt x="880769" y="1168806"/>
                  <a:pt x="750352" y="1217226"/>
                  <a:pt x="608747" y="1217254"/>
                </a:cubicBezTo>
                <a:cubicBezTo>
                  <a:pt x="275773" y="1217320"/>
                  <a:pt x="4555" y="949797"/>
                  <a:pt x="56" y="616853"/>
                </a:cubicBezTo>
                <a:cubicBezTo>
                  <a:pt x="-4443" y="283909"/>
                  <a:pt x="259446" y="9154"/>
                  <a:pt x="592301" y="22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29" name="CustomShape 2"/>
          <p:cNvSpPr/>
          <p:nvPr/>
        </p:nvSpPr>
        <p:spPr>
          <a:xfrm>
            <a:off x="1688760" y="2846520"/>
            <a:ext cx="264600" cy="1996920"/>
          </a:xfrm>
          <a:custGeom>
            <a:avLst/>
            <a:gdLst/>
            <a:ahLst/>
            <a:rect l="l" t="t" r="r" b="b"/>
            <a:pathLst>
              <a:path w="189467" h="1040153">
                <a:moveTo>
                  <a:pt x="0" y="0"/>
                </a:moveTo>
                <a:lnTo>
                  <a:pt x="189467" y="0"/>
                </a:lnTo>
                <a:cubicBezTo>
                  <a:pt x="188821" y="346718"/>
                  <a:pt x="188174" y="693435"/>
                  <a:pt x="187528" y="1040153"/>
                </a:cubicBezTo>
                <a:cubicBezTo>
                  <a:pt x="179329" y="879836"/>
                  <a:pt x="108663" y="777233"/>
                  <a:pt x="0" y="674512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30" name="CustomShape 3"/>
          <p:cNvSpPr/>
          <p:nvPr/>
        </p:nvSpPr>
        <p:spPr>
          <a:xfrm>
            <a:off x="360" y="728280"/>
            <a:ext cx="12801240" cy="86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ctr">
              <a:lnSpc>
                <a:spcPct val="100000"/>
              </a:lnSpc>
            </a:pPr>
            <a:r>
              <a:rPr b="0" lang="en-US" sz="3600" spc="-1" strike="noStrike" u="sng">
                <a:solidFill>
                  <a:srgbClr val="595959"/>
                </a:solidFill>
                <a:uFillTx/>
                <a:latin typeface="Arial"/>
                <a:ea typeface="Arial Unicode MS"/>
              </a:rPr>
              <a:t>Agenda</a:t>
            </a:r>
            <a:endParaRPr b="1" lang="en-US" sz="3600" spc="-1" strike="noStrike" u="sng">
              <a:uFillTx/>
              <a:latin typeface="Arial"/>
            </a:endParaRPr>
          </a:p>
        </p:txBody>
      </p:sp>
      <p:sp>
        <p:nvSpPr>
          <p:cNvPr id="931" name="CustomShape 4"/>
          <p:cNvSpPr/>
          <p:nvPr/>
        </p:nvSpPr>
        <p:spPr>
          <a:xfrm>
            <a:off x="4331880" y="1788840"/>
            <a:ext cx="6760800" cy="627120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932" name="Group 5"/>
          <p:cNvGrpSpPr/>
          <p:nvPr/>
        </p:nvGrpSpPr>
        <p:grpSpPr>
          <a:xfrm>
            <a:off x="4583160" y="1878480"/>
            <a:ext cx="6217920" cy="555120"/>
            <a:chOff x="4583160" y="1878480"/>
            <a:chExt cx="6217920" cy="555120"/>
          </a:xfrm>
        </p:grpSpPr>
        <p:sp>
          <p:nvSpPr>
            <p:cNvPr id="933" name="CustomShape 6"/>
            <p:cNvSpPr/>
            <p:nvPr/>
          </p:nvSpPr>
          <p:spPr>
            <a:xfrm>
              <a:off x="4583160" y="1878480"/>
              <a:ext cx="6217920" cy="382680"/>
            </a:xfrm>
            <a:prstGeom prst="round2SameRect">
              <a:avLst>
                <a:gd name="adj1" fmla="val 16667"/>
                <a:gd name="adj2" fmla="val 0"/>
              </a:avLst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b">
              <a:spAutoFit/>
            </a:bodyPr>
            <a:p>
              <a:pPr>
                <a:lnSpc>
                  <a:spcPct val="100000"/>
                </a:lnSpc>
              </a:pPr>
              <a:r>
                <a:rPr b="1" lang="en-US" sz="1800" spc="-1" strike="noStrike">
                  <a:solidFill>
                    <a:srgbClr val="595959"/>
                  </a:solidFill>
                  <a:latin typeface="Arial"/>
                  <a:ea typeface="Arial Unicode MS"/>
                </a:rPr>
                <a:t>PROJECT DEFINITION</a:t>
              </a:r>
              <a:endParaRPr b="0" lang="en-US" sz="1800" spc="-1" strike="noStrike">
                <a:latin typeface="Arial"/>
              </a:endParaRPr>
            </a:p>
          </p:txBody>
        </p:sp>
        <p:sp>
          <p:nvSpPr>
            <p:cNvPr id="934" name="CustomShape 7"/>
            <p:cNvSpPr/>
            <p:nvPr/>
          </p:nvSpPr>
          <p:spPr>
            <a:xfrm>
              <a:off x="4583160" y="2051280"/>
              <a:ext cx="6217920" cy="382320"/>
            </a:xfrm>
            <a:prstGeom prst="round2SameRect">
              <a:avLst>
                <a:gd name="adj1" fmla="val 16667"/>
                <a:gd name="adj2" fmla="val 0"/>
              </a:avLst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935" name="CustomShape 8"/>
          <p:cNvSpPr/>
          <p:nvPr/>
        </p:nvSpPr>
        <p:spPr>
          <a:xfrm rot="16200000">
            <a:off x="3242520" y="1510200"/>
            <a:ext cx="836280" cy="975960"/>
          </a:xfrm>
          <a:prstGeom prst="chevron">
            <a:avLst>
              <a:gd name="adj" fmla="val 33915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36" name="CustomShape 9"/>
          <p:cNvSpPr/>
          <p:nvPr/>
        </p:nvSpPr>
        <p:spPr>
          <a:xfrm>
            <a:off x="3319200" y="1623960"/>
            <a:ext cx="6818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Arial Unicode MS"/>
              </a:rPr>
              <a:t>1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937" name="CustomShape 10"/>
          <p:cNvSpPr/>
          <p:nvPr/>
        </p:nvSpPr>
        <p:spPr>
          <a:xfrm>
            <a:off x="1328400" y="1339560"/>
            <a:ext cx="1016640" cy="1693800"/>
          </a:xfrm>
          <a:custGeom>
            <a:avLst/>
            <a:gdLst/>
            <a:ahLst/>
            <a:rect l="l" t="t" r="r" b="b"/>
            <a:pathLst>
              <a:path w="726841" h="1121399">
                <a:moveTo>
                  <a:pt x="236325" y="1049494"/>
                </a:moveTo>
                <a:lnTo>
                  <a:pt x="495287" y="1049494"/>
                </a:lnTo>
                <a:cubicBezTo>
                  <a:pt x="491080" y="1064561"/>
                  <a:pt x="487966" y="1079199"/>
                  <a:pt x="485273" y="1093187"/>
                </a:cubicBezTo>
                <a:lnTo>
                  <a:pt x="245258" y="1092728"/>
                </a:lnTo>
                <a:close/>
                <a:moveTo>
                  <a:pt x="363421" y="203844"/>
                </a:moveTo>
                <a:cubicBezTo>
                  <a:pt x="401307" y="203844"/>
                  <a:pt x="432020" y="234557"/>
                  <a:pt x="432020" y="272443"/>
                </a:cubicBezTo>
                <a:cubicBezTo>
                  <a:pt x="432020" y="310329"/>
                  <a:pt x="401307" y="341042"/>
                  <a:pt x="363421" y="341042"/>
                </a:cubicBezTo>
                <a:cubicBezTo>
                  <a:pt x="325534" y="341042"/>
                  <a:pt x="294821" y="310329"/>
                  <a:pt x="294821" y="272443"/>
                </a:cubicBezTo>
                <a:cubicBezTo>
                  <a:pt x="294821" y="234557"/>
                  <a:pt x="325534" y="203844"/>
                  <a:pt x="363421" y="203844"/>
                </a:cubicBezTo>
                <a:close/>
                <a:moveTo>
                  <a:pt x="363421" y="135244"/>
                </a:moveTo>
                <a:cubicBezTo>
                  <a:pt x="287648" y="135244"/>
                  <a:pt x="226222" y="196671"/>
                  <a:pt x="226222" y="272443"/>
                </a:cubicBezTo>
                <a:cubicBezTo>
                  <a:pt x="226222" y="348216"/>
                  <a:pt x="287648" y="409642"/>
                  <a:pt x="363421" y="409642"/>
                </a:cubicBezTo>
                <a:cubicBezTo>
                  <a:pt x="439193" y="409642"/>
                  <a:pt x="500619" y="348216"/>
                  <a:pt x="500619" y="272443"/>
                </a:cubicBezTo>
                <a:cubicBezTo>
                  <a:pt x="500619" y="196671"/>
                  <a:pt x="439193" y="135244"/>
                  <a:pt x="363421" y="135244"/>
                </a:cubicBezTo>
                <a:close/>
                <a:moveTo>
                  <a:pt x="196200" y="0"/>
                </a:moveTo>
                <a:cubicBezTo>
                  <a:pt x="300307" y="58658"/>
                  <a:pt x="427219" y="59450"/>
                  <a:pt x="531959" y="2129"/>
                </a:cubicBezTo>
                <a:cubicBezTo>
                  <a:pt x="645195" y="251105"/>
                  <a:pt x="615578" y="521951"/>
                  <a:pt x="565642" y="749813"/>
                </a:cubicBezTo>
                <a:lnTo>
                  <a:pt x="726841" y="904479"/>
                </a:lnTo>
                <a:lnTo>
                  <a:pt x="700460" y="1113326"/>
                </a:lnTo>
                <a:lnTo>
                  <a:pt x="510728" y="982128"/>
                </a:lnTo>
                <a:lnTo>
                  <a:pt x="503274" y="1014651"/>
                </a:lnTo>
                <a:lnTo>
                  <a:pt x="228241" y="1014651"/>
                </a:lnTo>
                <a:cubicBezTo>
                  <a:pt x="226194" y="1005458"/>
                  <a:pt x="223902" y="996068"/>
                  <a:pt x="221524" y="986461"/>
                </a:cubicBezTo>
                <a:lnTo>
                  <a:pt x="26381" y="1121399"/>
                </a:lnTo>
                <a:lnTo>
                  <a:pt x="0" y="912552"/>
                </a:lnTo>
                <a:lnTo>
                  <a:pt x="162681" y="756465"/>
                </a:lnTo>
                <a:lnTo>
                  <a:pt x="163137" y="757906"/>
                </a:lnTo>
                <a:lnTo>
                  <a:pt x="165881" y="748957"/>
                </a:lnTo>
                <a:cubicBezTo>
                  <a:pt x="117348" y="521774"/>
                  <a:pt x="87568" y="246912"/>
                  <a:pt x="196200" y="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38" name="CustomShape 11"/>
          <p:cNvSpPr/>
          <p:nvPr/>
        </p:nvSpPr>
        <p:spPr>
          <a:xfrm>
            <a:off x="1688760" y="4834440"/>
            <a:ext cx="264600" cy="29354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39" name="CustomShape 12"/>
          <p:cNvSpPr/>
          <p:nvPr/>
        </p:nvSpPr>
        <p:spPr>
          <a:xfrm>
            <a:off x="1628280" y="1046520"/>
            <a:ext cx="416880" cy="369360"/>
          </a:xfrm>
          <a:custGeom>
            <a:avLst/>
            <a:gdLst/>
            <a:ahLst/>
            <a:rect l="l" t="t" r="r" b="b"/>
            <a:pathLst>
              <a:path w="298274" h="244742">
                <a:moveTo>
                  <a:pt x="147328" y="0"/>
                </a:moveTo>
                <a:cubicBezTo>
                  <a:pt x="212319" y="65590"/>
                  <a:pt x="261867" y="134854"/>
                  <a:pt x="298274" y="206570"/>
                </a:cubicBezTo>
                <a:cubicBezTo>
                  <a:pt x="205418" y="258299"/>
                  <a:pt x="92251" y="257374"/>
                  <a:pt x="0" y="204273"/>
                </a:cubicBezTo>
                <a:cubicBezTo>
                  <a:pt x="35363" y="132633"/>
                  <a:pt x="83678" y="64016"/>
                  <a:pt x="14732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40" name="CustomShape 13"/>
          <p:cNvSpPr/>
          <p:nvPr/>
        </p:nvSpPr>
        <p:spPr>
          <a:xfrm>
            <a:off x="4331520" y="2615400"/>
            <a:ext cx="6759000" cy="621720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941" name="Group 14"/>
          <p:cNvGrpSpPr/>
          <p:nvPr/>
        </p:nvGrpSpPr>
        <p:grpSpPr>
          <a:xfrm>
            <a:off x="4586040" y="3172680"/>
            <a:ext cx="6217560" cy="681120"/>
            <a:chOff x="4586040" y="3172680"/>
            <a:chExt cx="6217560" cy="681120"/>
          </a:xfrm>
        </p:grpSpPr>
        <p:sp>
          <p:nvSpPr>
            <p:cNvPr id="942" name="CustomShape 15"/>
            <p:cNvSpPr/>
            <p:nvPr/>
          </p:nvSpPr>
          <p:spPr>
            <a:xfrm>
              <a:off x="4586040" y="3172680"/>
              <a:ext cx="6217560" cy="481680"/>
            </a:xfrm>
            <a:prstGeom prst="round2SameRect">
              <a:avLst>
                <a:gd name="adj1" fmla="val 16667"/>
                <a:gd name="adj2" fmla="val 0"/>
              </a:avLst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43" name="CustomShape 16"/>
            <p:cNvSpPr/>
            <p:nvPr/>
          </p:nvSpPr>
          <p:spPr>
            <a:xfrm>
              <a:off x="4586040" y="3502440"/>
              <a:ext cx="6217560" cy="351360"/>
            </a:xfrm>
            <a:prstGeom prst="round2SameRect">
              <a:avLst>
                <a:gd name="adj1" fmla="val 16667"/>
                <a:gd name="adj2" fmla="val 0"/>
              </a:avLst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944" name="CustomShape 17"/>
          <p:cNvSpPr/>
          <p:nvPr/>
        </p:nvSpPr>
        <p:spPr>
          <a:xfrm rot="16200000">
            <a:off x="3256200" y="2431440"/>
            <a:ext cx="809280" cy="975600"/>
          </a:xfrm>
          <a:prstGeom prst="chevron">
            <a:avLst>
              <a:gd name="adj" fmla="val 33915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45" name="CustomShape 18"/>
          <p:cNvSpPr/>
          <p:nvPr/>
        </p:nvSpPr>
        <p:spPr>
          <a:xfrm>
            <a:off x="3319200" y="2504160"/>
            <a:ext cx="6818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Arial Unicode MS"/>
              </a:rPr>
              <a:t>2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946" name="CustomShape 19"/>
          <p:cNvSpPr/>
          <p:nvPr/>
        </p:nvSpPr>
        <p:spPr>
          <a:xfrm>
            <a:off x="4331880" y="4365720"/>
            <a:ext cx="6760800" cy="621720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947" name="Group 20"/>
          <p:cNvGrpSpPr/>
          <p:nvPr/>
        </p:nvGrpSpPr>
        <p:grpSpPr>
          <a:xfrm>
            <a:off x="4584240" y="4491000"/>
            <a:ext cx="6219000" cy="755280"/>
            <a:chOff x="4584240" y="4491000"/>
            <a:chExt cx="6219000" cy="755280"/>
          </a:xfrm>
        </p:grpSpPr>
        <p:sp>
          <p:nvSpPr>
            <p:cNvPr id="948" name="CustomShape 21"/>
            <p:cNvSpPr/>
            <p:nvPr/>
          </p:nvSpPr>
          <p:spPr>
            <a:xfrm rot="6600">
              <a:off x="4583520" y="4498560"/>
              <a:ext cx="6216480" cy="382680"/>
            </a:xfrm>
            <a:prstGeom prst="round2SameRect">
              <a:avLst>
                <a:gd name="adj1" fmla="val 16667"/>
                <a:gd name="adj2" fmla="val 0"/>
              </a:avLst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1" lang="en-US" sz="1800" spc="-1" strike="noStrike">
                  <a:solidFill>
                    <a:srgbClr val="595959"/>
                  </a:solidFill>
                  <a:latin typeface="Arial"/>
                  <a:ea typeface="Arial Unicode MS"/>
                </a:rPr>
                <a:t>DATA DICTIONARY</a:t>
              </a:r>
              <a:endParaRPr b="0" lang="en-US" sz="1800" spc="-1" strike="noStrike">
                <a:latin typeface="Arial"/>
              </a:endParaRPr>
            </a:p>
          </p:txBody>
        </p:sp>
        <p:sp>
          <p:nvSpPr>
            <p:cNvPr id="949" name="CustomShape 22"/>
            <p:cNvSpPr/>
            <p:nvPr/>
          </p:nvSpPr>
          <p:spPr>
            <a:xfrm rot="6600">
              <a:off x="4583520" y="4856040"/>
              <a:ext cx="6216480" cy="382680"/>
            </a:xfrm>
            <a:prstGeom prst="round2SameRect">
              <a:avLst>
                <a:gd name="adj1" fmla="val 16667"/>
                <a:gd name="adj2" fmla="val 0"/>
              </a:avLst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950" name="CustomShape 23"/>
          <p:cNvSpPr/>
          <p:nvPr/>
        </p:nvSpPr>
        <p:spPr>
          <a:xfrm rot="16200000">
            <a:off x="3253320" y="4131360"/>
            <a:ext cx="815040" cy="975240"/>
          </a:xfrm>
          <a:prstGeom prst="chevron">
            <a:avLst>
              <a:gd name="adj" fmla="val 33915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51" name="CustomShape 24"/>
          <p:cNvSpPr/>
          <p:nvPr/>
        </p:nvSpPr>
        <p:spPr>
          <a:xfrm>
            <a:off x="3319200" y="4254840"/>
            <a:ext cx="6818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Arial Unicode MS"/>
              </a:rPr>
              <a:t>3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952" name="CustomShape 25"/>
          <p:cNvSpPr/>
          <p:nvPr/>
        </p:nvSpPr>
        <p:spPr>
          <a:xfrm>
            <a:off x="4340160" y="3477240"/>
            <a:ext cx="6760800" cy="621720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953" name="Group 26"/>
          <p:cNvGrpSpPr/>
          <p:nvPr/>
        </p:nvGrpSpPr>
        <p:grpSpPr>
          <a:xfrm>
            <a:off x="4519800" y="3601800"/>
            <a:ext cx="6218640" cy="755280"/>
            <a:chOff x="4519800" y="3601800"/>
            <a:chExt cx="6218640" cy="755280"/>
          </a:xfrm>
        </p:grpSpPr>
        <p:sp>
          <p:nvSpPr>
            <p:cNvPr id="954" name="CustomShape 27"/>
            <p:cNvSpPr/>
            <p:nvPr/>
          </p:nvSpPr>
          <p:spPr>
            <a:xfrm rot="6600">
              <a:off x="4519080" y="3609360"/>
              <a:ext cx="6217560" cy="382680"/>
            </a:xfrm>
            <a:prstGeom prst="round2SameRect">
              <a:avLst>
                <a:gd name="adj1" fmla="val 16667"/>
                <a:gd name="adj2" fmla="val 0"/>
              </a:avLst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1" lang="en-US" sz="1800" spc="-1" strike="noStrike">
                  <a:solidFill>
                    <a:srgbClr val="595959"/>
                  </a:solidFill>
                  <a:latin typeface="Arial"/>
                  <a:ea typeface="Arial Unicode MS"/>
                </a:rPr>
                <a:t>REQUIREMENT SPECIFICATION  </a:t>
              </a:r>
              <a:endParaRPr b="0" lang="en-US" sz="1800" spc="-1" strike="noStrike">
                <a:latin typeface="Arial"/>
              </a:endParaRPr>
            </a:p>
          </p:txBody>
        </p:sp>
        <p:sp>
          <p:nvSpPr>
            <p:cNvPr id="955" name="CustomShape 28"/>
            <p:cNvSpPr/>
            <p:nvPr/>
          </p:nvSpPr>
          <p:spPr>
            <a:xfrm rot="6600">
              <a:off x="4519080" y="3966840"/>
              <a:ext cx="6217560" cy="382680"/>
            </a:xfrm>
            <a:prstGeom prst="round2SameRect">
              <a:avLst>
                <a:gd name="adj1" fmla="val 16667"/>
                <a:gd name="adj2" fmla="val 0"/>
              </a:avLst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956" name="CustomShape 29"/>
          <p:cNvSpPr/>
          <p:nvPr/>
        </p:nvSpPr>
        <p:spPr>
          <a:xfrm rot="16200000">
            <a:off x="3262320" y="3243600"/>
            <a:ext cx="814680" cy="975240"/>
          </a:xfrm>
          <a:prstGeom prst="chevron">
            <a:avLst>
              <a:gd name="adj" fmla="val 33915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57" name="CustomShape 30"/>
          <p:cNvSpPr/>
          <p:nvPr/>
        </p:nvSpPr>
        <p:spPr>
          <a:xfrm>
            <a:off x="3328200" y="3366720"/>
            <a:ext cx="6818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Arial Unicode MS"/>
              </a:rPr>
              <a:t>3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958" name="CustomShape 31"/>
          <p:cNvSpPr/>
          <p:nvPr/>
        </p:nvSpPr>
        <p:spPr>
          <a:xfrm>
            <a:off x="4340160" y="5327280"/>
            <a:ext cx="6760800" cy="621720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959" name="Group 32"/>
          <p:cNvGrpSpPr/>
          <p:nvPr/>
        </p:nvGrpSpPr>
        <p:grpSpPr>
          <a:xfrm>
            <a:off x="4592520" y="5451480"/>
            <a:ext cx="6219000" cy="755280"/>
            <a:chOff x="4592520" y="5451480"/>
            <a:chExt cx="6219000" cy="755280"/>
          </a:xfrm>
        </p:grpSpPr>
        <p:sp>
          <p:nvSpPr>
            <p:cNvPr id="960" name="CustomShape 33"/>
            <p:cNvSpPr/>
            <p:nvPr/>
          </p:nvSpPr>
          <p:spPr>
            <a:xfrm rot="6600">
              <a:off x="4591800" y="5459040"/>
              <a:ext cx="6216480" cy="382680"/>
            </a:xfrm>
            <a:prstGeom prst="round2SameRect">
              <a:avLst>
                <a:gd name="adj1" fmla="val 16667"/>
                <a:gd name="adj2" fmla="val 0"/>
              </a:avLst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1" lang="en-US" sz="1800" spc="-1" strike="noStrike">
                  <a:solidFill>
                    <a:srgbClr val="595959"/>
                  </a:solidFill>
                  <a:latin typeface="Arial"/>
                  <a:ea typeface="Arial Unicode MS"/>
                </a:rPr>
                <a:t>UML DESIGN</a:t>
              </a:r>
              <a:endParaRPr b="0" lang="en-US" sz="1800" spc="-1" strike="noStrike">
                <a:latin typeface="Arial"/>
              </a:endParaRPr>
            </a:p>
          </p:txBody>
        </p:sp>
        <p:sp>
          <p:nvSpPr>
            <p:cNvPr id="961" name="CustomShape 34"/>
            <p:cNvSpPr/>
            <p:nvPr/>
          </p:nvSpPr>
          <p:spPr>
            <a:xfrm rot="6600">
              <a:off x="4591800" y="5816520"/>
              <a:ext cx="6216480" cy="382680"/>
            </a:xfrm>
            <a:prstGeom prst="round2SameRect">
              <a:avLst>
                <a:gd name="adj1" fmla="val 16667"/>
                <a:gd name="adj2" fmla="val 0"/>
              </a:avLst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962" name="CustomShape 35"/>
          <p:cNvSpPr/>
          <p:nvPr/>
        </p:nvSpPr>
        <p:spPr>
          <a:xfrm rot="16200000">
            <a:off x="3261600" y="5092920"/>
            <a:ext cx="815760" cy="975240"/>
          </a:xfrm>
          <a:prstGeom prst="chevron">
            <a:avLst>
              <a:gd name="adj" fmla="val 33915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63" name="CustomShape 36"/>
          <p:cNvSpPr/>
          <p:nvPr/>
        </p:nvSpPr>
        <p:spPr>
          <a:xfrm>
            <a:off x="3328200" y="5216400"/>
            <a:ext cx="6818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Arial Unicode MS"/>
              </a:rPr>
              <a:t>3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964" name="CustomShape 37"/>
          <p:cNvSpPr/>
          <p:nvPr/>
        </p:nvSpPr>
        <p:spPr>
          <a:xfrm>
            <a:off x="4340160" y="6252120"/>
            <a:ext cx="6760800" cy="621720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965" name="Group 38"/>
          <p:cNvGrpSpPr/>
          <p:nvPr/>
        </p:nvGrpSpPr>
        <p:grpSpPr>
          <a:xfrm>
            <a:off x="4628520" y="6339960"/>
            <a:ext cx="6219000" cy="755280"/>
            <a:chOff x="4628520" y="6339960"/>
            <a:chExt cx="6219000" cy="755280"/>
          </a:xfrm>
        </p:grpSpPr>
        <p:sp>
          <p:nvSpPr>
            <p:cNvPr id="966" name="CustomShape 39"/>
            <p:cNvSpPr/>
            <p:nvPr/>
          </p:nvSpPr>
          <p:spPr>
            <a:xfrm rot="6600">
              <a:off x="4627800" y="6347520"/>
              <a:ext cx="6216480" cy="382680"/>
            </a:xfrm>
            <a:prstGeom prst="round2SameRect">
              <a:avLst>
                <a:gd name="adj1" fmla="val 16667"/>
                <a:gd name="adj2" fmla="val 0"/>
              </a:avLst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1" lang="en-US" sz="1800" spc="-1" strike="noStrike">
                  <a:solidFill>
                    <a:srgbClr val="595959"/>
                  </a:solidFill>
                  <a:latin typeface="Arial"/>
                  <a:ea typeface="Arial Unicode MS"/>
                </a:rPr>
                <a:t>ROLES</a:t>
              </a:r>
              <a:endParaRPr b="0" lang="en-US" sz="1800" spc="-1" strike="noStrike">
                <a:latin typeface="Arial"/>
              </a:endParaRPr>
            </a:p>
          </p:txBody>
        </p:sp>
        <p:sp>
          <p:nvSpPr>
            <p:cNvPr id="967" name="CustomShape 40"/>
            <p:cNvSpPr/>
            <p:nvPr/>
          </p:nvSpPr>
          <p:spPr>
            <a:xfrm rot="6600">
              <a:off x="4627800" y="6705000"/>
              <a:ext cx="6216480" cy="382680"/>
            </a:xfrm>
            <a:prstGeom prst="round2SameRect">
              <a:avLst>
                <a:gd name="adj1" fmla="val 16667"/>
                <a:gd name="adj2" fmla="val 0"/>
              </a:avLst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968" name="CustomShape 41"/>
          <p:cNvSpPr/>
          <p:nvPr/>
        </p:nvSpPr>
        <p:spPr>
          <a:xfrm rot="16200000">
            <a:off x="3261240" y="6017760"/>
            <a:ext cx="815400" cy="975600"/>
          </a:xfrm>
          <a:prstGeom prst="chevron">
            <a:avLst>
              <a:gd name="adj" fmla="val 33915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69" name="CustomShape 42"/>
          <p:cNvSpPr/>
          <p:nvPr/>
        </p:nvSpPr>
        <p:spPr>
          <a:xfrm>
            <a:off x="3328200" y="6140880"/>
            <a:ext cx="6818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Arial Unicode MS"/>
              </a:rPr>
              <a:t>3</a:t>
            </a:r>
            <a:endParaRPr b="0" lang="en-US" sz="2000" spc="-1" strike="noStrike">
              <a:latin typeface="Arial"/>
            </a:endParaRPr>
          </a:p>
        </p:txBody>
      </p:sp>
      <p:grpSp>
        <p:nvGrpSpPr>
          <p:cNvPr id="970" name="Group 43"/>
          <p:cNvGrpSpPr/>
          <p:nvPr/>
        </p:nvGrpSpPr>
        <p:grpSpPr>
          <a:xfrm>
            <a:off x="4540680" y="2730600"/>
            <a:ext cx="6220080" cy="755280"/>
            <a:chOff x="4540680" y="2730600"/>
            <a:chExt cx="6220080" cy="755280"/>
          </a:xfrm>
        </p:grpSpPr>
        <p:sp>
          <p:nvSpPr>
            <p:cNvPr id="971" name="CustomShape 44"/>
            <p:cNvSpPr/>
            <p:nvPr/>
          </p:nvSpPr>
          <p:spPr>
            <a:xfrm rot="6600">
              <a:off x="4539960" y="2738160"/>
              <a:ext cx="6218280" cy="382680"/>
            </a:xfrm>
            <a:prstGeom prst="round2SameRect">
              <a:avLst>
                <a:gd name="adj1" fmla="val 16667"/>
                <a:gd name="adj2" fmla="val 0"/>
              </a:avLst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1" lang="en-US" sz="1800" spc="-1" strike="noStrike">
                  <a:solidFill>
                    <a:srgbClr val="595959"/>
                  </a:solidFill>
                  <a:latin typeface="Arial"/>
                  <a:ea typeface="Arial Unicode MS"/>
                </a:rPr>
                <a:t>OBJECTIVE </a:t>
              </a:r>
              <a:endParaRPr b="0" lang="en-US" sz="1800" spc="-1" strike="noStrike">
                <a:latin typeface="Arial"/>
              </a:endParaRPr>
            </a:p>
          </p:txBody>
        </p:sp>
        <p:sp>
          <p:nvSpPr>
            <p:cNvPr id="972" name="CustomShape 45"/>
            <p:cNvSpPr/>
            <p:nvPr/>
          </p:nvSpPr>
          <p:spPr>
            <a:xfrm rot="6600">
              <a:off x="4539960" y="3095640"/>
              <a:ext cx="6218280" cy="382680"/>
            </a:xfrm>
            <a:prstGeom prst="round2SameRect">
              <a:avLst>
                <a:gd name="adj1" fmla="val 16667"/>
                <a:gd name="adj2" fmla="val 0"/>
              </a:avLst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pic>
        <p:nvPicPr>
          <p:cNvPr id="973" name="" descr=""/>
          <p:cNvPicPr/>
          <p:nvPr/>
        </p:nvPicPr>
        <p:blipFill>
          <a:blip r:embed="rId1"/>
          <a:stretch/>
        </p:blipFill>
        <p:spPr>
          <a:xfrm>
            <a:off x="144720" y="147960"/>
            <a:ext cx="3374640" cy="690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TextShape 1"/>
          <p:cNvSpPr txBox="1"/>
          <p:nvPr/>
        </p:nvSpPr>
        <p:spPr>
          <a:xfrm>
            <a:off x="3828240" y="970200"/>
            <a:ext cx="5452200" cy="869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000000"/>
                </a:solidFill>
                <a:latin typeface="Arial"/>
                <a:ea typeface="Arial Unicode MS"/>
              </a:rPr>
              <a:t>PROJECT DEFINITION</a:t>
            </a:r>
            <a:endParaRPr b="1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5" name="TextShape 2"/>
          <p:cNvSpPr txBox="1"/>
          <p:nvPr/>
        </p:nvSpPr>
        <p:spPr>
          <a:xfrm>
            <a:off x="3936240" y="5009040"/>
            <a:ext cx="5452200" cy="434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281"/>
              </a:spcBef>
              <a:tabLst>
                <a:tab algn="l" pos="0"/>
              </a:tabLst>
            </a:pPr>
            <a:r>
              <a:rPr b="0" lang="en-US" sz="1400" spc="-1" strike="noStrike">
                <a:solidFill>
                  <a:srgbClr val="404040"/>
                </a:solidFill>
                <a:latin typeface="Arial"/>
                <a:ea typeface="Arial Unicode MS"/>
              </a:rPr>
              <a:t>Insert the title of your subtitle Here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6" name="CustomShape 3"/>
          <p:cNvSpPr/>
          <p:nvPr/>
        </p:nvSpPr>
        <p:spPr>
          <a:xfrm>
            <a:off x="4344840" y="5480280"/>
            <a:ext cx="46364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404040"/>
                </a:solidFill>
                <a:latin typeface="Arial"/>
                <a:ea typeface="Arial Unicode MS"/>
              </a:rPr>
              <a:t>This PowerPoint Template has clean and neutral design that can be adapted to any content and meets various market segments. </a:t>
            </a:r>
            <a:endParaRPr b="0" lang="en-US" sz="1200" spc="-1" strike="noStrike">
              <a:latin typeface="Arial"/>
            </a:endParaRPr>
          </a:p>
        </p:txBody>
      </p:sp>
      <p:pic>
        <p:nvPicPr>
          <p:cNvPr id="977" name="" descr=""/>
          <p:cNvPicPr/>
          <p:nvPr/>
        </p:nvPicPr>
        <p:blipFill>
          <a:blip r:embed="rId1"/>
          <a:stretch/>
        </p:blipFill>
        <p:spPr>
          <a:xfrm>
            <a:off x="144720" y="147960"/>
            <a:ext cx="3374640" cy="690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CustomShape 1"/>
          <p:cNvSpPr/>
          <p:nvPr/>
        </p:nvSpPr>
        <p:spPr>
          <a:xfrm>
            <a:off x="2094480" y="3541320"/>
            <a:ext cx="8586720" cy="536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79" name="TextShape 2"/>
          <p:cNvSpPr txBox="1"/>
          <p:nvPr/>
        </p:nvSpPr>
        <p:spPr>
          <a:xfrm>
            <a:off x="0" y="184320"/>
            <a:ext cx="12801240" cy="869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720"/>
              </a:spcBef>
              <a:tabLst>
                <a:tab algn="l" pos="0"/>
              </a:tabLst>
            </a:pPr>
            <a:r>
              <a:rPr b="0" lang="en-US" sz="3600" spc="-1" strike="noStrike">
                <a:solidFill>
                  <a:srgbClr val="404040"/>
                </a:solidFill>
                <a:latin typeface="Arial"/>
                <a:ea typeface="Arial Unicode MS"/>
              </a:rPr>
              <a:t>Our Services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0" name="TextShape 3"/>
          <p:cNvSpPr txBox="1"/>
          <p:nvPr/>
        </p:nvSpPr>
        <p:spPr>
          <a:xfrm>
            <a:off x="0" y="1054440"/>
            <a:ext cx="12801240" cy="434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281"/>
              </a:spcBef>
              <a:tabLst>
                <a:tab algn="l" pos="0"/>
              </a:tabLst>
            </a:pPr>
            <a:r>
              <a:rPr b="0" lang="en-US" sz="1400" spc="-1" strike="noStrike">
                <a:solidFill>
                  <a:srgbClr val="404040"/>
                </a:solidFill>
                <a:latin typeface="Arial"/>
                <a:ea typeface="Arial Unicode MS"/>
              </a:rPr>
              <a:t>Insert the title of your subtitle Here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1" name="CustomShape 4"/>
          <p:cNvSpPr/>
          <p:nvPr/>
        </p:nvSpPr>
        <p:spPr>
          <a:xfrm rot="16200000">
            <a:off x="10424520" y="2414520"/>
            <a:ext cx="513720" cy="476280"/>
          </a:xfrm>
          <a:custGeom>
            <a:avLst/>
            <a:gdLst/>
            <a:ahLst/>
            <a:rect l="l" t="t" r="r" b="b"/>
            <a:pathLst>
              <a:path w="3185463" h="3187558">
                <a:moveTo>
                  <a:pt x="764000" y="2343999"/>
                </a:moveTo>
                <a:cubicBezTo>
                  <a:pt x="566798" y="2256389"/>
                  <a:pt x="385374" y="2134753"/>
                  <a:pt x="230072" y="1981662"/>
                </a:cubicBezTo>
                <a:cubicBezTo>
                  <a:pt x="297001" y="2223876"/>
                  <a:pt x="428049" y="2439341"/>
                  <a:pt x="603989" y="2608945"/>
                </a:cubicBezTo>
                <a:cubicBezTo>
                  <a:pt x="667739" y="2525681"/>
                  <a:pt x="720588" y="2436567"/>
                  <a:pt x="764000" y="2343999"/>
                </a:cubicBezTo>
                <a:close/>
                <a:moveTo>
                  <a:pt x="783530" y="862903"/>
                </a:moveTo>
                <a:cubicBezTo>
                  <a:pt x="737619" y="760936"/>
                  <a:pt x="681240" y="662513"/>
                  <a:pt x="611676" y="571152"/>
                </a:cubicBezTo>
                <a:cubicBezTo>
                  <a:pt x="419218" y="754019"/>
                  <a:pt x="279227" y="991173"/>
                  <a:pt x="215545" y="1258034"/>
                </a:cubicBezTo>
                <a:cubicBezTo>
                  <a:pt x="378729" y="1090139"/>
                  <a:pt x="571934" y="956907"/>
                  <a:pt x="783530" y="862903"/>
                </a:cubicBezTo>
                <a:close/>
                <a:moveTo>
                  <a:pt x="935657" y="1673146"/>
                </a:moveTo>
                <a:lnTo>
                  <a:pt x="227023" y="1673146"/>
                </a:lnTo>
                <a:cubicBezTo>
                  <a:pt x="393068" y="1882941"/>
                  <a:pt x="605618" y="2045968"/>
                  <a:pt x="844267" y="2153109"/>
                </a:cubicBezTo>
                <a:cubicBezTo>
                  <a:pt x="897907" y="1997390"/>
                  <a:pt x="928862" y="1835739"/>
                  <a:pt x="935657" y="1673146"/>
                </a:cubicBezTo>
                <a:close/>
                <a:moveTo>
                  <a:pt x="935928" y="1493146"/>
                </a:moveTo>
                <a:cubicBezTo>
                  <a:pt x="928922" y="1345638"/>
                  <a:pt x="902278" y="1198995"/>
                  <a:pt x="856775" y="1056956"/>
                </a:cubicBezTo>
                <a:cubicBezTo>
                  <a:pt x="636768" y="1156959"/>
                  <a:pt x="439487" y="1304654"/>
                  <a:pt x="281464" y="1493146"/>
                </a:cubicBezTo>
                <a:close/>
                <a:moveTo>
                  <a:pt x="1469785" y="2515107"/>
                </a:moveTo>
                <a:cubicBezTo>
                  <a:pt x="1283000" y="2508124"/>
                  <a:pt x="1100523" y="2472287"/>
                  <a:pt x="927628" y="2411229"/>
                </a:cubicBezTo>
                <a:cubicBezTo>
                  <a:pt x="876831" y="2520843"/>
                  <a:pt x="814172" y="2626182"/>
                  <a:pt x="738220" y="2724387"/>
                </a:cubicBezTo>
                <a:cubicBezTo>
                  <a:pt x="944637" y="2881665"/>
                  <a:pt x="1196120" y="2982471"/>
                  <a:pt x="1469785" y="3005418"/>
                </a:cubicBezTo>
                <a:close/>
                <a:moveTo>
                  <a:pt x="1469785" y="1673146"/>
                </a:moveTo>
                <a:lnTo>
                  <a:pt x="1112275" y="1673146"/>
                </a:lnTo>
                <a:cubicBezTo>
                  <a:pt x="1105327" y="1858153"/>
                  <a:pt x="1070032" y="2042144"/>
                  <a:pt x="1008001" y="2219039"/>
                </a:cubicBezTo>
                <a:cubicBezTo>
                  <a:pt x="1155519" y="2270408"/>
                  <a:pt x="1310845" y="2300826"/>
                  <a:pt x="1469785" y="2307834"/>
                </a:cubicBezTo>
                <a:close/>
                <a:moveTo>
                  <a:pt x="1469785" y="898989"/>
                </a:moveTo>
                <a:cubicBezTo>
                  <a:pt x="1315103" y="907762"/>
                  <a:pt x="1164166" y="938783"/>
                  <a:pt x="1020939" y="990066"/>
                </a:cubicBezTo>
                <a:cubicBezTo>
                  <a:pt x="1074574" y="1153655"/>
                  <a:pt x="1105461" y="1322925"/>
                  <a:pt x="1112368" y="1493146"/>
                </a:cubicBezTo>
                <a:lnTo>
                  <a:pt x="1469785" y="1493146"/>
                </a:lnTo>
                <a:close/>
                <a:moveTo>
                  <a:pt x="1469785" y="182141"/>
                </a:moveTo>
                <a:cubicBezTo>
                  <a:pt x="1199839" y="204777"/>
                  <a:pt x="951477" y="303168"/>
                  <a:pt x="746615" y="456764"/>
                </a:cubicBezTo>
                <a:cubicBezTo>
                  <a:pt x="828296" y="562801"/>
                  <a:pt x="894225" y="677310"/>
                  <a:pt x="947434" y="796072"/>
                </a:cubicBezTo>
                <a:cubicBezTo>
                  <a:pt x="1113886" y="736067"/>
                  <a:pt x="1289644" y="700323"/>
                  <a:pt x="1469785" y="691530"/>
                </a:cubicBezTo>
                <a:close/>
                <a:moveTo>
                  <a:pt x="2150063" y="992171"/>
                </a:moveTo>
                <a:cubicBezTo>
                  <a:pt x="1990712" y="935501"/>
                  <a:pt x="1822242" y="902595"/>
                  <a:pt x="1649785" y="897224"/>
                </a:cubicBezTo>
                <a:lnTo>
                  <a:pt x="1649785" y="1493146"/>
                </a:lnTo>
                <a:lnTo>
                  <a:pt x="2063712" y="1493146"/>
                </a:lnTo>
                <a:cubicBezTo>
                  <a:pt x="2069089" y="1323887"/>
                  <a:pt x="2098366" y="1155330"/>
                  <a:pt x="2150063" y="992171"/>
                </a:cubicBezTo>
                <a:close/>
                <a:moveTo>
                  <a:pt x="2168848" y="2199110"/>
                </a:moveTo>
                <a:cubicBezTo>
                  <a:pt x="2108555" y="2028681"/>
                  <a:pt x="2073581" y="1851532"/>
                  <a:pt x="2065295" y="1673146"/>
                </a:cubicBezTo>
                <a:lnTo>
                  <a:pt x="1649785" y="1673146"/>
                </a:lnTo>
                <a:lnTo>
                  <a:pt x="1649785" y="2307299"/>
                </a:lnTo>
                <a:cubicBezTo>
                  <a:pt x="1829404" y="2299517"/>
                  <a:pt x="2004315" y="2261965"/>
                  <a:pt x="2168848" y="2199110"/>
                </a:cubicBezTo>
                <a:close/>
                <a:moveTo>
                  <a:pt x="2422394" y="446879"/>
                </a:moveTo>
                <a:cubicBezTo>
                  <a:pt x="2204309" y="287209"/>
                  <a:pt x="1938140" y="189883"/>
                  <a:pt x="1649785" y="178919"/>
                </a:cubicBezTo>
                <a:lnTo>
                  <a:pt x="1649785" y="689876"/>
                </a:lnTo>
                <a:cubicBezTo>
                  <a:pt x="1846998" y="695154"/>
                  <a:pt x="2039668" y="732502"/>
                  <a:pt x="2221721" y="797410"/>
                </a:cubicBezTo>
                <a:cubicBezTo>
                  <a:pt x="2275056" y="675360"/>
                  <a:pt x="2341760" y="557662"/>
                  <a:pt x="2422394" y="446879"/>
                </a:cubicBezTo>
                <a:close/>
                <a:moveTo>
                  <a:pt x="2447278" y="2722123"/>
                </a:moveTo>
                <a:cubicBezTo>
                  <a:pt x="2366121" y="2618714"/>
                  <a:pt x="2299534" y="2507403"/>
                  <a:pt x="2246145" y="2391362"/>
                </a:cubicBezTo>
                <a:cubicBezTo>
                  <a:pt x="2057375" y="2464119"/>
                  <a:pt x="1856285" y="2506958"/>
                  <a:pt x="1649785" y="2514779"/>
                </a:cubicBezTo>
                <a:lnTo>
                  <a:pt x="1649785" y="3008639"/>
                </a:lnTo>
                <a:cubicBezTo>
                  <a:pt x="1949198" y="2997255"/>
                  <a:pt x="2224691" y="2892757"/>
                  <a:pt x="2447278" y="2722123"/>
                </a:cubicBezTo>
                <a:close/>
                <a:moveTo>
                  <a:pt x="2878934" y="1493146"/>
                </a:moveTo>
                <a:cubicBezTo>
                  <a:pt x="2723190" y="1307255"/>
                  <a:pt x="2529440" y="1161128"/>
                  <a:pt x="2313862" y="1060620"/>
                </a:cubicBezTo>
                <a:cubicBezTo>
                  <a:pt x="2270535" y="1201714"/>
                  <a:pt x="2245604" y="1347104"/>
                  <a:pt x="2240109" y="1493146"/>
                </a:cubicBezTo>
                <a:close/>
                <a:moveTo>
                  <a:pt x="2890636" y="1673146"/>
                </a:moveTo>
                <a:lnTo>
                  <a:pt x="2241814" y="1673146"/>
                </a:lnTo>
                <a:cubicBezTo>
                  <a:pt x="2249736" y="1827102"/>
                  <a:pt x="2279520" y="1979973"/>
                  <a:pt x="2329964" y="2127513"/>
                </a:cubicBezTo>
                <a:cubicBezTo>
                  <a:pt x="2545677" y="2019923"/>
                  <a:pt x="2738160" y="1866413"/>
                  <a:pt x="2890636" y="1673146"/>
                </a:cubicBezTo>
                <a:close/>
                <a:moveTo>
                  <a:pt x="2973035" y="1284386"/>
                </a:moveTo>
                <a:cubicBezTo>
                  <a:pt x="2912066" y="1001840"/>
                  <a:pt x="2765308" y="751379"/>
                  <a:pt x="2561381" y="561108"/>
                </a:cubicBezTo>
                <a:cubicBezTo>
                  <a:pt x="2489321" y="656437"/>
                  <a:pt x="2431363" y="759225"/>
                  <a:pt x="2384553" y="865647"/>
                </a:cubicBezTo>
                <a:cubicBezTo>
                  <a:pt x="2604520" y="964977"/>
                  <a:pt x="2804622" y="1106677"/>
                  <a:pt x="2973035" y="1284386"/>
                </a:cubicBezTo>
                <a:close/>
                <a:moveTo>
                  <a:pt x="2974277" y="1897328"/>
                </a:moveTo>
                <a:cubicBezTo>
                  <a:pt x="2812488" y="2073933"/>
                  <a:pt x="2619878" y="2216690"/>
                  <a:pt x="2407486" y="2319665"/>
                </a:cubicBezTo>
                <a:cubicBezTo>
                  <a:pt x="2454169" y="2420503"/>
                  <a:pt x="2511856" y="2517376"/>
                  <a:pt x="2582047" y="2607468"/>
                </a:cubicBezTo>
                <a:cubicBezTo>
                  <a:pt x="2776399" y="2417974"/>
                  <a:pt x="2916061" y="2172750"/>
                  <a:pt x="2974277" y="1897328"/>
                </a:cubicBezTo>
                <a:close/>
                <a:moveTo>
                  <a:pt x="3185463" y="1593779"/>
                </a:moveTo>
                <a:cubicBezTo>
                  <a:pt x="3185463" y="2473999"/>
                  <a:pt x="2471904" y="3187558"/>
                  <a:pt x="1591684" y="3187558"/>
                </a:cubicBezTo>
                <a:cubicBezTo>
                  <a:pt x="738111" y="3187558"/>
                  <a:pt x="41261" y="2516549"/>
                  <a:pt x="1913" y="1673146"/>
                </a:cubicBezTo>
                <a:lnTo>
                  <a:pt x="0" y="1673146"/>
                </a:lnTo>
                <a:lnTo>
                  <a:pt x="0" y="1493146"/>
                </a:lnTo>
                <a:lnTo>
                  <a:pt x="2750" y="1493146"/>
                </a:lnTo>
                <a:cubicBezTo>
                  <a:pt x="50490" y="700174"/>
                  <a:pt x="679654" y="64473"/>
                  <a:pt x="1469785" y="6156"/>
                </a:cubicBezTo>
                <a:lnTo>
                  <a:pt x="1469785" y="0"/>
                </a:lnTo>
                <a:lnTo>
                  <a:pt x="1591684" y="0"/>
                </a:lnTo>
                <a:lnTo>
                  <a:pt x="1649785" y="0"/>
                </a:lnTo>
                <a:lnTo>
                  <a:pt x="1649785" y="2934"/>
                </a:lnTo>
                <a:cubicBezTo>
                  <a:pt x="2503127" y="31654"/>
                  <a:pt x="3185463" y="733032"/>
                  <a:pt x="3185463" y="1593779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82" name="CustomShape 5"/>
          <p:cNvSpPr/>
          <p:nvPr/>
        </p:nvSpPr>
        <p:spPr>
          <a:xfrm>
            <a:off x="4644000" y="2480760"/>
            <a:ext cx="622800" cy="341280"/>
          </a:xfrm>
          <a:custGeom>
            <a:avLst/>
            <a:gdLst/>
            <a:ahLst/>
            <a:rect l="l" t="t" r="r" b="b"/>
            <a:pathLst>
              <a:path w="3261500" h="1659188">
                <a:moveTo>
                  <a:pt x="121102" y="1436888"/>
                </a:moveTo>
                <a:lnTo>
                  <a:pt x="3045452" y="1436888"/>
                </a:lnTo>
                <a:cubicBezTo>
                  <a:pt x="3001437" y="1508238"/>
                  <a:pt x="2956882" y="1580993"/>
                  <a:pt x="2918729" y="1659188"/>
                </a:cubicBezTo>
                <a:lnTo>
                  <a:pt x="202648" y="1659188"/>
                </a:lnTo>
                <a:cubicBezTo>
                  <a:pt x="188127" y="1585004"/>
                  <a:pt x="156049" y="1510828"/>
                  <a:pt x="121102" y="1436888"/>
                </a:cubicBezTo>
                <a:close/>
                <a:moveTo>
                  <a:pt x="2814967" y="1119413"/>
                </a:moveTo>
                <a:lnTo>
                  <a:pt x="2814967" y="1227413"/>
                </a:lnTo>
                <a:lnTo>
                  <a:pt x="2922967" y="1227413"/>
                </a:lnTo>
                <a:lnTo>
                  <a:pt x="2922967" y="1119413"/>
                </a:lnTo>
                <a:close/>
                <a:moveTo>
                  <a:pt x="2600074" y="1119413"/>
                </a:moveTo>
                <a:lnTo>
                  <a:pt x="2600074" y="1227413"/>
                </a:lnTo>
                <a:lnTo>
                  <a:pt x="2708074" y="1227413"/>
                </a:lnTo>
                <a:lnTo>
                  <a:pt x="2708074" y="1119413"/>
                </a:lnTo>
                <a:close/>
                <a:moveTo>
                  <a:pt x="2385182" y="1119413"/>
                </a:moveTo>
                <a:lnTo>
                  <a:pt x="2385182" y="1227413"/>
                </a:lnTo>
                <a:lnTo>
                  <a:pt x="2493182" y="1227413"/>
                </a:lnTo>
                <a:lnTo>
                  <a:pt x="2493182" y="1119413"/>
                </a:lnTo>
                <a:close/>
                <a:moveTo>
                  <a:pt x="1716569" y="1119413"/>
                </a:moveTo>
                <a:lnTo>
                  <a:pt x="1716569" y="1227413"/>
                </a:lnTo>
                <a:lnTo>
                  <a:pt x="1824569" y="1227413"/>
                </a:lnTo>
                <a:lnTo>
                  <a:pt x="1824569" y="1119413"/>
                </a:lnTo>
                <a:close/>
                <a:moveTo>
                  <a:pt x="1501676" y="1119413"/>
                </a:moveTo>
                <a:lnTo>
                  <a:pt x="1501676" y="1227413"/>
                </a:lnTo>
                <a:lnTo>
                  <a:pt x="1609676" y="1227413"/>
                </a:lnTo>
                <a:lnTo>
                  <a:pt x="1609676" y="1119413"/>
                </a:lnTo>
                <a:close/>
                <a:moveTo>
                  <a:pt x="1286784" y="1119413"/>
                </a:moveTo>
                <a:lnTo>
                  <a:pt x="1286784" y="1227413"/>
                </a:lnTo>
                <a:lnTo>
                  <a:pt x="1394784" y="1227413"/>
                </a:lnTo>
                <a:lnTo>
                  <a:pt x="1394784" y="1119413"/>
                </a:lnTo>
                <a:close/>
                <a:moveTo>
                  <a:pt x="1071892" y="1119413"/>
                </a:moveTo>
                <a:lnTo>
                  <a:pt x="1071892" y="1227413"/>
                </a:lnTo>
                <a:lnTo>
                  <a:pt x="1179892" y="1227413"/>
                </a:lnTo>
                <a:lnTo>
                  <a:pt x="1179892" y="1119413"/>
                </a:lnTo>
                <a:close/>
                <a:moveTo>
                  <a:pt x="857000" y="1119413"/>
                </a:moveTo>
                <a:lnTo>
                  <a:pt x="857000" y="1227413"/>
                </a:lnTo>
                <a:lnTo>
                  <a:pt x="965000" y="1227413"/>
                </a:lnTo>
                <a:lnTo>
                  <a:pt x="965000" y="1119413"/>
                </a:lnTo>
                <a:close/>
                <a:moveTo>
                  <a:pt x="642108" y="1119413"/>
                </a:moveTo>
                <a:lnTo>
                  <a:pt x="642108" y="1227413"/>
                </a:lnTo>
                <a:lnTo>
                  <a:pt x="750108" y="1227413"/>
                </a:lnTo>
                <a:lnTo>
                  <a:pt x="750108" y="1119413"/>
                </a:lnTo>
                <a:close/>
                <a:moveTo>
                  <a:pt x="427216" y="1119413"/>
                </a:moveTo>
                <a:lnTo>
                  <a:pt x="427216" y="1227413"/>
                </a:lnTo>
                <a:lnTo>
                  <a:pt x="535216" y="1227413"/>
                </a:lnTo>
                <a:lnTo>
                  <a:pt x="535216" y="1119413"/>
                </a:lnTo>
                <a:close/>
                <a:moveTo>
                  <a:pt x="356387" y="794045"/>
                </a:moveTo>
                <a:lnTo>
                  <a:pt x="310667" y="896924"/>
                </a:lnTo>
                <a:lnTo>
                  <a:pt x="2620886" y="908354"/>
                </a:lnTo>
                <a:lnTo>
                  <a:pt x="2540130" y="801665"/>
                </a:lnTo>
                <a:close/>
                <a:moveTo>
                  <a:pt x="382676" y="631248"/>
                </a:moveTo>
                <a:lnTo>
                  <a:pt x="363625" y="730317"/>
                </a:lnTo>
                <a:lnTo>
                  <a:pt x="2492522" y="737937"/>
                </a:lnTo>
                <a:lnTo>
                  <a:pt x="2418771" y="631248"/>
                </a:lnTo>
                <a:close/>
                <a:moveTo>
                  <a:pt x="1756650" y="318899"/>
                </a:moveTo>
                <a:lnTo>
                  <a:pt x="1756650" y="477608"/>
                </a:lnTo>
                <a:lnTo>
                  <a:pt x="1900650" y="477608"/>
                </a:lnTo>
                <a:lnTo>
                  <a:pt x="1900650" y="318899"/>
                </a:lnTo>
                <a:close/>
                <a:moveTo>
                  <a:pt x="1470038" y="318899"/>
                </a:moveTo>
                <a:lnTo>
                  <a:pt x="1470038" y="477608"/>
                </a:lnTo>
                <a:lnTo>
                  <a:pt x="1614038" y="477608"/>
                </a:lnTo>
                <a:lnTo>
                  <a:pt x="1614038" y="318899"/>
                </a:lnTo>
                <a:close/>
                <a:moveTo>
                  <a:pt x="1183427" y="318899"/>
                </a:moveTo>
                <a:lnTo>
                  <a:pt x="1183427" y="477608"/>
                </a:lnTo>
                <a:lnTo>
                  <a:pt x="1327427" y="477608"/>
                </a:lnTo>
                <a:lnTo>
                  <a:pt x="1327427" y="318899"/>
                </a:lnTo>
                <a:close/>
                <a:moveTo>
                  <a:pt x="896816" y="318899"/>
                </a:moveTo>
                <a:lnTo>
                  <a:pt x="896816" y="477608"/>
                </a:lnTo>
                <a:lnTo>
                  <a:pt x="1040816" y="477608"/>
                </a:lnTo>
                <a:lnTo>
                  <a:pt x="1040816" y="318899"/>
                </a:lnTo>
                <a:close/>
                <a:moveTo>
                  <a:pt x="1190618" y="0"/>
                </a:moveTo>
                <a:lnTo>
                  <a:pt x="1271830" y="0"/>
                </a:lnTo>
                <a:lnTo>
                  <a:pt x="1308266" y="193836"/>
                </a:lnTo>
                <a:lnTo>
                  <a:pt x="1977660" y="193836"/>
                </a:lnTo>
                <a:lnTo>
                  <a:pt x="2138144" y="525639"/>
                </a:lnTo>
                <a:lnTo>
                  <a:pt x="2421400" y="525639"/>
                </a:lnTo>
                <a:lnTo>
                  <a:pt x="2750195" y="950920"/>
                </a:lnTo>
                <a:lnTo>
                  <a:pt x="3261500" y="937238"/>
                </a:lnTo>
                <a:cubicBezTo>
                  <a:pt x="3244841" y="1097170"/>
                  <a:pt x="3172191" y="1230845"/>
                  <a:pt x="3089450" y="1364888"/>
                </a:cubicBezTo>
                <a:lnTo>
                  <a:pt x="88044" y="1364888"/>
                </a:lnTo>
                <a:cubicBezTo>
                  <a:pt x="35437" y="1251413"/>
                  <a:pt x="-11245" y="1137942"/>
                  <a:pt x="2399" y="1024450"/>
                </a:cubicBezTo>
                <a:lnTo>
                  <a:pt x="197767" y="1019222"/>
                </a:lnTo>
                <a:lnTo>
                  <a:pt x="321162" y="525639"/>
                </a:lnTo>
                <a:lnTo>
                  <a:pt x="681951" y="525639"/>
                </a:lnTo>
                <a:lnTo>
                  <a:pt x="764901" y="193836"/>
                </a:lnTo>
                <a:lnTo>
                  <a:pt x="930048" y="193836"/>
                </a:lnTo>
                <a:lnTo>
                  <a:pt x="966373" y="588"/>
                </a:lnTo>
                <a:lnTo>
                  <a:pt x="1047585" y="588"/>
                </a:lnTo>
                <a:lnTo>
                  <a:pt x="1083910" y="193836"/>
                </a:lnTo>
                <a:lnTo>
                  <a:pt x="1154183" y="193836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83" name="CustomShape 6"/>
          <p:cNvSpPr/>
          <p:nvPr/>
        </p:nvSpPr>
        <p:spPr>
          <a:xfrm>
            <a:off x="7556760" y="2360880"/>
            <a:ext cx="525240" cy="581760"/>
          </a:xfrm>
          <a:custGeom>
            <a:avLst/>
            <a:gdLst/>
            <a:ahLst/>
            <a:rect l="l" t="t" r="r" b="b"/>
            <a:pathLst>
              <a:path w="2296406" h="2354521">
                <a:moveTo>
                  <a:pt x="2279640" y="1747818"/>
                </a:moveTo>
                <a:lnTo>
                  <a:pt x="1827546" y="1826304"/>
                </a:lnTo>
                <a:cubicBezTo>
                  <a:pt x="1873723" y="1907635"/>
                  <a:pt x="1985737" y="2047488"/>
                  <a:pt x="1955104" y="2095900"/>
                </a:cubicBezTo>
                <a:cubicBezTo>
                  <a:pt x="1897166" y="2139232"/>
                  <a:pt x="1773393" y="2006999"/>
                  <a:pt x="1682537" y="1962549"/>
                </a:cubicBezTo>
                <a:lnTo>
                  <a:pt x="1528613" y="2354521"/>
                </a:lnTo>
                <a:lnTo>
                  <a:pt x="1380482" y="2120816"/>
                </a:lnTo>
                <a:lnTo>
                  <a:pt x="1495542" y="1788127"/>
                </a:lnTo>
                <a:lnTo>
                  <a:pt x="909489" y="1225390"/>
                </a:lnTo>
                <a:lnTo>
                  <a:pt x="414951" y="2322212"/>
                </a:lnTo>
                <a:lnTo>
                  <a:pt x="293184" y="2052845"/>
                </a:lnTo>
                <a:lnTo>
                  <a:pt x="520411" y="767428"/>
                </a:lnTo>
                <a:cubicBezTo>
                  <a:pt x="325060" y="542715"/>
                  <a:pt x="-71458" y="102202"/>
                  <a:pt x="11167" y="5505"/>
                </a:cubicBezTo>
                <a:cubicBezTo>
                  <a:pt x="111065" y="-52229"/>
                  <a:pt x="554777" y="358209"/>
                  <a:pt x="771719" y="578452"/>
                </a:cubicBezTo>
                <a:lnTo>
                  <a:pt x="2041440" y="514597"/>
                </a:lnTo>
                <a:lnTo>
                  <a:pt x="2296406" y="662729"/>
                </a:lnTo>
                <a:lnTo>
                  <a:pt x="1124906" y="1004182"/>
                </a:lnTo>
                <a:lnTo>
                  <a:pt x="1676517" y="1608523"/>
                </a:lnTo>
                <a:cubicBezTo>
                  <a:pt x="1795262" y="1589016"/>
                  <a:pt x="2094931" y="1557316"/>
                  <a:pt x="2094931" y="1557316"/>
                </a:cubicBez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84" name="CustomShape 7"/>
          <p:cNvSpPr/>
          <p:nvPr/>
        </p:nvSpPr>
        <p:spPr>
          <a:xfrm>
            <a:off x="1850040" y="2458440"/>
            <a:ext cx="489240" cy="387360"/>
          </a:xfrm>
          <a:custGeom>
            <a:avLst/>
            <a:gdLst/>
            <a:ahLst/>
            <a:rect l="l" t="t" r="r" b="b"/>
            <a:pathLst>
              <a:path w="3248842" h="2380886">
                <a:moveTo>
                  <a:pt x="1194785" y="1472263"/>
                </a:moveTo>
                <a:cubicBezTo>
                  <a:pt x="1150014" y="1472263"/>
                  <a:pt x="1113720" y="1508557"/>
                  <a:pt x="1113720" y="1553328"/>
                </a:cubicBezTo>
                <a:lnTo>
                  <a:pt x="1113720" y="1600880"/>
                </a:lnTo>
                <a:cubicBezTo>
                  <a:pt x="1113720" y="1645651"/>
                  <a:pt x="1150014" y="1681945"/>
                  <a:pt x="1194785" y="1681945"/>
                </a:cubicBezTo>
                <a:lnTo>
                  <a:pt x="2067186" y="1681945"/>
                </a:lnTo>
                <a:cubicBezTo>
                  <a:pt x="2111957" y="1681945"/>
                  <a:pt x="2148251" y="1645651"/>
                  <a:pt x="2148251" y="1600880"/>
                </a:cubicBezTo>
                <a:lnTo>
                  <a:pt x="2148251" y="1553328"/>
                </a:lnTo>
                <a:cubicBezTo>
                  <a:pt x="2148251" y="1508557"/>
                  <a:pt x="2111957" y="1472263"/>
                  <a:pt x="2067186" y="1472263"/>
                </a:cubicBezTo>
                <a:close/>
                <a:moveTo>
                  <a:pt x="2582402" y="986449"/>
                </a:moveTo>
                <a:cubicBezTo>
                  <a:pt x="2477247" y="986449"/>
                  <a:pt x="2392002" y="1071694"/>
                  <a:pt x="2392002" y="1176848"/>
                </a:cubicBezTo>
                <a:cubicBezTo>
                  <a:pt x="2392002" y="1282003"/>
                  <a:pt x="2477247" y="1367248"/>
                  <a:pt x="2582402" y="1367248"/>
                </a:cubicBezTo>
                <a:cubicBezTo>
                  <a:pt x="2687557" y="1367248"/>
                  <a:pt x="2772801" y="1282003"/>
                  <a:pt x="2772801" y="1176848"/>
                </a:cubicBezTo>
                <a:cubicBezTo>
                  <a:pt x="2772801" y="1071694"/>
                  <a:pt x="2687557" y="986449"/>
                  <a:pt x="2582402" y="986449"/>
                </a:cubicBezTo>
                <a:close/>
                <a:moveTo>
                  <a:pt x="679570" y="986449"/>
                </a:moveTo>
                <a:cubicBezTo>
                  <a:pt x="574415" y="986449"/>
                  <a:pt x="489171" y="1071694"/>
                  <a:pt x="489171" y="1176848"/>
                </a:cubicBezTo>
                <a:cubicBezTo>
                  <a:pt x="489171" y="1282003"/>
                  <a:pt x="574415" y="1367248"/>
                  <a:pt x="679570" y="1367248"/>
                </a:cubicBezTo>
                <a:cubicBezTo>
                  <a:pt x="784725" y="1367248"/>
                  <a:pt x="869970" y="1282003"/>
                  <a:pt x="869970" y="1176848"/>
                </a:cubicBezTo>
                <a:cubicBezTo>
                  <a:pt x="869970" y="1071694"/>
                  <a:pt x="784725" y="986449"/>
                  <a:pt x="679570" y="986449"/>
                </a:cubicBezTo>
                <a:close/>
                <a:moveTo>
                  <a:pt x="867954" y="155801"/>
                </a:moveTo>
                <a:lnTo>
                  <a:pt x="726849" y="858549"/>
                </a:lnTo>
                <a:lnTo>
                  <a:pt x="2535122" y="858549"/>
                </a:lnTo>
                <a:lnTo>
                  <a:pt x="2394017" y="155801"/>
                </a:lnTo>
                <a:close/>
                <a:moveTo>
                  <a:pt x="677268" y="0"/>
                </a:moveTo>
                <a:lnTo>
                  <a:pt x="2584703" y="0"/>
                </a:lnTo>
                <a:lnTo>
                  <a:pt x="2736658" y="607820"/>
                </a:lnTo>
                <a:cubicBezTo>
                  <a:pt x="2766265" y="579906"/>
                  <a:pt x="2806392" y="564164"/>
                  <a:pt x="2850195" y="564164"/>
                </a:cubicBezTo>
                <a:lnTo>
                  <a:pt x="3069929" y="564164"/>
                </a:lnTo>
                <a:cubicBezTo>
                  <a:pt x="3168740" y="564164"/>
                  <a:pt x="3248842" y="644266"/>
                  <a:pt x="3248842" y="743077"/>
                </a:cubicBezTo>
                <a:lnTo>
                  <a:pt x="3248842" y="792706"/>
                </a:lnTo>
                <a:cubicBezTo>
                  <a:pt x="3248842" y="891517"/>
                  <a:pt x="3168740" y="971619"/>
                  <a:pt x="3069929" y="971619"/>
                </a:cubicBezTo>
                <a:lnTo>
                  <a:pt x="3054536" y="971619"/>
                </a:lnTo>
                <a:cubicBezTo>
                  <a:pt x="3060628" y="989042"/>
                  <a:pt x="3063411" y="1007758"/>
                  <a:pt x="3063411" y="1027125"/>
                </a:cubicBezTo>
                <a:lnTo>
                  <a:pt x="3063411" y="2015961"/>
                </a:lnTo>
                <a:lnTo>
                  <a:pt x="2889080" y="2015961"/>
                </a:lnTo>
                <a:lnTo>
                  <a:pt x="2889080" y="2260325"/>
                </a:lnTo>
                <a:cubicBezTo>
                  <a:pt x="2889080" y="2326909"/>
                  <a:pt x="2835102" y="2380886"/>
                  <a:pt x="2768518" y="2380886"/>
                </a:cubicBezTo>
                <a:lnTo>
                  <a:pt x="2286284" y="2380886"/>
                </a:lnTo>
                <a:cubicBezTo>
                  <a:pt x="2219700" y="2380886"/>
                  <a:pt x="2165723" y="2326909"/>
                  <a:pt x="2165723" y="2260325"/>
                </a:cubicBezTo>
                <a:lnTo>
                  <a:pt x="2165723" y="2015961"/>
                </a:lnTo>
                <a:lnTo>
                  <a:pt x="1096248" y="2015961"/>
                </a:lnTo>
                <a:lnTo>
                  <a:pt x="1096248" y="2260325"/>
                </a:lnTo>
                <a:cubicBezTo>
                  <a:pt x="1096248" y="2326909"/>
                  <a:pt x="1042270" y="2380886"/>
                  <a:pt x="975686" y="2380886"/>
                </a:cubicBezTo>
                <a:lnTo>
                  <a:pt x="493453" y="2380886"/>
                </a:lnTo>
                <a:cubicBezTo>
                  <a:pt x="426869" y="2380886"/>
                  <a:pt x="372891" y="2326909"/>
                  <a:pt x="372891" y="2260325"/>
                </a:cubicBezTo>
                <a:lnTo>
                  <a:pt x="372891" y="2015961"/>
                </a:lnTo>
                <a:lnTo>
                  <a:pt x="198560" y="2015961"/>
                </a:lnTo>
                <a:lnTo>
                  <a:pt x="198560" y="1027125"/>
                </a:lnTo>
                <a:cubicBezTo>
                  <a:pt x="198560" y="1007758"/>
                  <a:pt x="201343" y="989042"/>
                  <a:pt x="207435" y="971619"/>
                </a:cubicBezTo>
                <a:lnTo>
                  <a:pt x="178913" y="971619"/>
                </a:lnTo>
                <a:cubicBezTo>
                  <a:pt x="80102" y="971619"/>
                  <a:pt x="0" y="891517"/>
                  <a:pt x="0" y="792706"/>
                </a:cubicBezTo>
                <a:lnTo>
                  <a:pt x="0" y="743077"/>
                </a:lnTo>
                <a:cubicBezTo>
                  <a:pt x="0" y="644266"/>
                  <a:pt x="80102" y="564164"/>
                  <a:pt x="178913" y="564164"/>
                </a:cubicBezTo>
                <a:lnTo>
                  <a:pt x="398647" y="564164"/>
                </a:lnTo>
                <a:cubicBezTo>
                  <a:pt x="447310" y="564164"/>
                  <a:pt x="491436" y="583593"/>
                  <a:pt x="523419" y="615395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85" name="CustomShape 8"/>
          <p:cNvSpPr/>
          <p:nvPr/>
        </p:nvSpPr>
        <p:spPr>
          <a:xfrm>
            <a:off x="1892520" y="3350160"/>
            <a:ext cx="402840" cy="43452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86" name="CustomShape 9"/>
          <p:cNvSpPr/>
          <p:nvPr/>
        </p:nvSpPr>
        <p:spPr>
          <a:xfrm>
            <a:off x="4755600" y="3350160"/>
            <a:ext cx="402840" cy="43452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87" name="CustomShape 10"/>
          <p:cNvSpPr/>
          <p:nvPr/>
        </p:nvSpPr>
        <p:spPr>
          <a:xfrm>
            <a:off x="7616520" y="3350160"/>
            <a:ext cx="402840" cy="43452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88" name="CustomShape 11"/>
          <p:cNvSpPr/>
          <p:nvPr/>
        </p:nvSpPr>
        <p:spPr>
          <a:xfrm>
            <a:off x="10478880" y="3350160"/>
            <a:ext cx="402840" cy="43452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989" name="Group 12"/>
          <p:cNvGrpSpPr/>
          <p:nvPr/>
        </p:nvGrpSpPr>
        <p:grpSpPr>
          <a:xfrm>
            <a:off x="1168560" y="3993120"/>
            <a:ext cx="1851480" cy="774720"/>
            <a:chOff x="1168560" y="3993120"/>
            <a:chExt cx="1851480" cy="774720"/>
          </a:xfrm>
        </p:grpSpPr>
        <p:sp>
          <p:nvSpPr>
            <p:cNvPr id="990" name="CustomShape 13"/>
            <p:cNvSpPr/>
            <p:nvPr/>
          </p:nvSpPr>
          <p:spPr>
            <a:xfrm>
              <a:off x="1168560" y="4312440"/>
              <a:ext cx="185148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ctr"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Easy to change colors, photos and Text.  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991" name="CustomShape 14"/>
            <p:cNvSpPr/>
            <p:nvPr/>
          </p:nvSpPr>
          <p:spPr>
            <a:xfrm>
              <a:off x="1168560" y="3993120"/>
              <a:ext cx="185148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ctr">
                <a:lnSpc>
                  <a:spcPct val="100000"/>
                </a:lnSpc>
              </a:pPr>
              <a:r>
                <a:rPr b="1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b="0" lang="en-US" sz="1200" spc="-1" strike="noStrike">
                <a:latin typeface="Arial"/>
              </a:endParaRPr>
            </a:p>
          </p:txBody>
        </p:sp>
      </p:grpSp>
      <p:grpSp>
        <p:nvGrpSpPr>
          <p:cNvPr id="992" name="Group 15"/>
          <p:cNvGrpSpPr/>
          <p:nvPr/>
        </p:nvGrpSpPr>
        <p:grpSpPr>
          <a:xfrm>
            <a:off x="4030920" y="3993120"/>
            <a:ext cx="1851480" cy="774720"/>
            <a:chOff x="4030920" y="3993120"/>
            <a:chExt cx="1851480" cy="774720"/>
          </a:xfrm>
        </p:grpSpPr>
        <p:sp>
          <p:nvSpPr>
            <p:cNvPr id="993" name="CustomShape 16"/>
            <p:cNvSpPr/>
            <p:nvPr/>
          </p:nvSpPr>
          <p:spPr>
            <a:xfrm>
              <a:off x="4030920" y="4312440"/>
              <a:ext cx="185148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ctr"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Easy to change colors, photos and Text.  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994" name="CustomShape 17"/>
            <p:cNvSpPr/>
            <p:nvPr/>
          </p:nvSpPr>
          <p:spPr>
            <a:xfrm>
              <a:off x="4030920" y="3993120"/>
              <a:ext cx="185148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ctr">
                <a:lnSpc>
                  <a:spcPct val="100000"/>
                </a:lnSpc>
              </a:pPr>
              <a:r>
                <a:rPr b="1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b="0" lang="en-US" sz="1200" spc="-1" strike="noStrike">
                <a:latin typeface="Arial"/>
              </a:endParaRPr>
            </a:p>
          </p:txBody>
        </p:sp>
      </p:grpSp>
      <p:grpSp>
        <p:nvGrpSpPr>
          <p:cNvPr id="995" name="Group 18"/>
          <p:cNvGrpSpPr/>
          <p:nvPr/>
        </p:nvGrpSpPr>
        <p:grpSpPr>
          <a:xfrm>
            <a:off x="6892920" y="3993120"/>
            <a:ext cx="1851480" cy="774720"/>
            <a:chOff x="6892920" y="3993120"/>
            <a:chExt cx="1851480" cy="774720"/>
          </a:xfrm>
        </p:grpSpPr>
        <p:sp>
          <p:nvSpPr>
            <p:cNvPr id="996" name="CustomShape 19"/>
            <p:cNvSpPr/>
            <p:nvPr/>
          </p:nvSpPr>
          <p:spPr>
            <a:xfrm>
              <a:off x="6892920" y="4312440"/>
              <a:ext cx="185148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ctr"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Easy to change colors, photos and Text.  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997" name="CustomShape 20"/>
            <p:cNvSpPr/>
            <p:nvPr/>
          </p:nvSpPr>
          <p:spPr>
            <a:xfrm>
              <a:off x="6892920" y="3993120"/>
              <a:ext cx="185148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ctr">
                <a:lnSpc>
                  <a:spcPct val="100000"/>
                </a:lnSpc>
              </a:pPr>
              <a:r>
                <a:rPr b="1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b="0" lang="en-US" sz="1200" spc="-1" strike="noStrike">
                <a:latin typeface="Arial"/>
              </a:endParaRPr>
            </a:p>
          </p:txBody>
        </p:sp>
      </p:grpSp>
      <p:grpSp>
        <p:nvGrpSpPr>
          <p:cNvPr id="998" name="Group 21"/>
          <p:cNvGrpSpPr/>
          <p:nvPr/>
        </p:nvGrpSpPr>
        <p:grpSpPr>
          <a:xfrm>
            <a:off x="9755640" y="3993120"/>
            <a:ext cx="1851480" cy="774720"/>
            <a:chOff x="9755640" y="3993120"/>
            <a:chExt cx="1851480" cy="774720"/>
          </a:xfrm>
        </p:grpSpPr>
        <p:sp>
          <p:nvSpPr>
            <p:cNvPr id="999" name="CustomShape 22"/>
            <p:cNvSpPr/>
            <p:nvPr/>
          </p:nvSpPr>
          <p:spPr>
            <a:xfrm>
              <a:off x="9755640" y="4312440"/>
              <a:ext cx="185148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ctr"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Easy to change colors, photos and Text.  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1000" name="CustomShape 23"/>
            <p:cNvSpPr/>
            <p:nvPr/>
          </p:nvSpPr>
          <p:spPr>
            <a:xfrm>
              <a:off x="9755640" y="3993120"/>
              <a:ext cx="185148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ctr">
                <a:lnSpc>
                  <a:spcPct val="100000"/>
                </a:lnSpc>
              </a:pPr>
              <a:r>
                <a:rPr b="1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b="0" lang="en-US" sz="1200" spc="-1" strike="noStrike">
                <a:latin typeface="Arial"/>
              </a:endParaRPr>
            </a:p>
          </p:txBody>
        </p:sp>
      </p:grpSp>
      <p:sp>
        <p:nvSpPr>
          <p:cNvPr id="1001" name="CustomShape 24"/>
          <p:cNvSpPr/>
          <p:nvPr/>
        </p:nvSpPr>
        <p:spPr>
          <a:xfrm>
            <a:off x="1864800" y="5516280"/>
            <a:ext cx="9068400" cy="63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404040"/>
                </a:solidFill>
                <a:latin typeface="Arial"/>
                <a:ea typeface="Arial Unicode MS"/>
              </a:rPr>
              <a:t>You can simply impress your audience and add a unique zing and appeal to your Presentations. Easy to change colors, photos and Text. I hope and I believe that this Template will your Time, Money and Reputation. Easy to change colors, photos and Text. Get a modern PowerPoint  Presentation that is beautifully designed</a:t>
            </a:r>
            <a:endParaRPr b="0" lang="en-US" sz="1200" spc="-1" strike="noStrike">
              <a:latin typeface="Arial"/>
            </a:endParaRPr>
          </a:p>
        </p:txBody>
      </p:sp>
      <p:pic>
        <p:nvPicPr>
          <p:cNvPr id="1002" name="" descr=""/>
          <p:cNvPicPr/>
          <p:nvPr/>
        </p:nvPicPr>
        <p:blipFill>
          <a:blip r:embed="rId1"/>
          <a:stretch/>
        </p:blipFill>
        <p:spPr>
          <a:xfrm>
            <a:off x="144720" y="147960"/>
            <a:ext cx="3374640" cy="690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TextShape 1"/>
          <p:cNvSpPr txBox="1"/>
          <p:nvPr/>
        </p:nvSpPr>
        <p:spPr>
          <a:xfrm>
            <a:off x="0" y="184320"/>
            <a:ext cx="12801240" cy="869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720"/>
              </a:spcBef>
              <a:tabLst>
                <a:tab algn="l" pos="0"/>
              </a:tabLst>
            </a:pPr>
            <a:r>
              <a:rPr b="0" lang="en-US" sz="3600" spc="-1" strike="noStrike">
                <a:solidFill>
                  <a:srgbClr val="404040"/>
                </a:solidFill>
                <a:latin typeface="Arial"/>
                <a:ea typeface="Arial Unicode MS"/>
              </a:rPr>
              <a:t>Our Team Layout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4" name="TextShape 2"/>
          <p:cNvSpPr txBox="1"/>
          <p:nvPr/>
        </p:nvSpPr>
        <p:spPr>
          <a:xfrm>
            <a:off x="0" y="1054440"/>
            <a:ext cx="12801240" cy="434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281"/>
              </a:spcBef>
              <a:tabLst>
                <a:tab algn="l" pos="0"/>
              </a:tabLst>
            </a:pPr>
            <a:r>
              <a:rPr b="0" lang="en-US" sz="1400" spc="-1" strike="noStrike">
                <a:solidFill>
                  <a:srgbClr val="404040"/>
                </a:solidFill>
                <a:latin typeface="Arial"/>
                <a:ea typeface="Arial Unicode MS"/>
              </a:rPr>
              <a:t>Insert the title of your subtitle Here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005" name="Group 3"/>
          <p:cNvGrpSpPr/>
          <p:nvPr/>
        </p:nvGrpSpPr>
        <p:grpSpPr>
          <a:xfrm>
            <a:off x="350280" y="4912200"/>
            <a:ext cx="2318400" cy="772560"/>
            <a:chOff x="350280" y="4912200"/>
            <a:chExt cx="2318400" cy="772560"/>
          </a:xfrm>
        </p:grpSpPr>
        <p:sp>
          <p:nvSpPr>
            <p:cNvPr id="1006" name="CustomShape 4"/>
            <p:cNvSpPr/>
            <p:nvPr/>
          </p:nvSpPr>
          <p:spPr>
            <a:xfrm>
              <a:off x="350280" y="4912200"/>
              <a:ext cx="2318400" cy="371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spcBef>
                  <a:spcPts val="281"/>
                </a:spcBef>
                <a:tabLst>
                  <a:tab algn="l" pos="0"/>
                </a:tabLst>
              </a:pPr>
              <a:r>
                <a:rPr b="1" lang="en-US" sz="14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Name Here</a:t>
              </a:r>
              <a:endParaRPr b="0" lang="en-US" sz="1400" spc="-1" strike="noStrike">
                <a:latin typeface="Arial"/>
              </a:endParaRPr>
            </a:p>
          </p:txBody>
        </p:sp>
        <p:sp>
          <p:nvSpPr>
            <p:cNvPr id="1007" name="CustomShape 5"/>
            <p:cNvSpPr/>
            <p:nvPr/>
          </p:nvSpPr>
          <p:spPr>
            <a:xfrm>
              <a:off x="350280" y="5307840"/>
              <a:ext cx="2318400" cy="376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spcBef>
                  <a:spcPts val="241"/>
                </a:spcBef>
                <a:tabLst>
                  <a:tab algn="l" pos="0"/>
                </a:tabLst>
              </a:pPr>
              <a:r>
                <a:rPr b="0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Programmer</a:t>
              </a:r>
              <a:endParaRPr b="0" lang="en-US" sz="1200" spc="-1" strike="noStrike">
                <a:latin typeface="Arial"/>
              </a:endParaRPr>
            </a:p>
          </p:txBody>
        </p:sp>
      </p:grpSp>
      <p:grpSp>
        <p:nvGrpSpPr>
          <p:cNvPr id="1008" name="Group 6"/>
          <p:cNvGrpSpPr/>
          <p:nvPr/>
        </p:nvGrpSpPr>
        <p:grpSpPr>
          <a:xfrm>
            <a:off x="2772000" y="4912200"/>
            <a:ext cx="2318400" cy="772560"/>
            <a:chOff x="2772000" y="4912200"/>
            <a:chExt cx="2318400" cy="772560"/>
          </a:xfrm>
        </p:grpSpPr>
        <p:sp>
          <p:nvSpPr>
            <p:cNvPr id="1009" name="CustomShape 7"/>
            <p:cNvSpPr/>
            <p:nvPr/>
          </p:nvSpPr>
          <p:spPr>
            <a:xfrm>
              <a:off x="2772000" y="4912200"/>
              <a:ext cx="2318400" cy="371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spcBef>
                  <a:spcPts val="281"/>
                </a:spcBef>
                <a:tabLst>
                  <a:tab algn="l" pos="0"/>
                </a:tabLst>
              </a:pPr>
              <a:r>
                <a:rPr b="1" lang="en-US" sz="14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Name Here</a:t>
              </a:r>
              <a:endParaRPr b="0" lang="en-US" sz="1400" spc="-1" strike="noStrike">
                <a:latin typeface="Arial"/>
              </a:endParaRPr>
            </a:p>
          </p:txBody>
        </p:sp>
        <p:sp>
          <p:nvSpPr>
            <p:cNvPr id="1010" name="CustomShape 8"/>
            <p:cNvSpPr/>
            <p:nvPr/>
          </p:nvSpPr>
          <p:spPr>
            <a:xfrm>
              <a:off x="2772000" y="5307840"/>
              <a:ext cx="2318400" cy="376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spcBef>
                  <a:spcPts val="241"/>
                </a:spcBef>
                <a:tabLst>
                  <a:tab algn="l" pos="0"/>
                </a:tabLst>
              </a:pPr>
              <a:r>
                <a:rPr b="0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Programmer</a:t>
              </a:r>
              <a:endParaRPr b="0" lang="en-US" sz="1200" spc="-1" strike="noStrike">
                <a:latin typeface="Arial"/>
              </a:endParaRPr>
            </a:p>
          </p:txBody>
        </p:sp>
      </p:grpSp>
      <p:grpSp>
        <p:nvGrpSpPr>
          <p:cNvPr id="1011" name="Group 9"/>
          <p:cNvGrpSpPr/>
          <p:nvPr/>
        </p:nvGrpSpPr>
        <p:grpSpPr>
          <a:xfrm>
            <a:off x="5194080" y="4912200"/>
            <a:ext cx="2318400" cy="772560"/>
            <a:chOff x="5194080" y="4912200"/>
            <a:chExt cx="2318400" cy="772560"/>
          </a:xfrm>
        </p:grpSpPr>
        <p:sp>
          <p:nvSpPr>
            <p:cNvPr id="1012" name="CustomShape 10"/>
            <p:cNvSpPr/>
            <p:nvPr/>
          </p:nvSpPr>
          <p:spPr>
            <a:xfrm>
              <a:off x="5194080" y="4912200"/>
              <a:ext cx="2318400" cy="371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spcBef>
                  <a:spcPts val="281"/>
                </a:spcBef>
                <a:tabLst>
                  <a:tab algn="l" pos="0"/>
                </a:tabLst>
              </a:pPr>
              <a:r>
                <a:rPr b="1" lang="en-US" sz="1400" spc="-1" strike="noStrike">
                  <a:solidFill>
                    <a:srgbClr val="ffffff"/>
                  </a:solidFill>
                  <a:latin typeface="Arial"/>
                  <a:ea typeface="Arial Unicode MS"/>
                </a:rPr>
                <a:t>Name Here</a:t>
              </a:r>
              <a:endParaRPr b="0" lang="en-US" sz="1400" spc="-1" strike="noStrike">
                <a:latin typeface="Arial"/>
              </a:endParaRPr>
            </a:p>
          </p:txBody>
        </p:sp>
        <p:sp>
          <p:nvSpPr>
            <p:cNvPr id="1013" name="CustomShape 11"/>
            <p:cNvSpPr/>
            <p:nvPr/>
          </p:nvSpPr>
          <p:spPr>
            <a:xfrm>
              <a:off x="5194080" y="5307840"/>
              <a:ext cx="2318400" cy="376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spcBef>
                  <a:spcPts val="241"/>
                </a:spcBef>
                <a:tabLst>
                  <a:tab algn="l" pos="0"/>
                </a:tabLst>
              </a:pPr>
              <a:r>
                <a:rPr b="0" lang="en-US" sz="1200" spc="-1" strike="noStrike">
                  <a:solidFill>
                    <a:srgbClr val="ffffff"/>
                  </a:solidFill>
                  <a:latin typeface="Arial"/>
                  <a:ea typeface="Arial Unicode MS"/>
                </a:rPr>
                <a:t>Programmer</a:t>
              </a:r>
              <a:endParaRPr b="0" lang="en-US" sz="1200" spc="-1" strike="noStrike">
                <a:latin typeface="Arial"/>
              </a:endParaRPr>
            </a:p>
          </p:txBody>
        </p:sp>
      </p:grpSp>
      <p:grpSp>
        <p:nvGrpSpPr>
          <p:cNvPr id="1014" name="Group 12"/>
          <p:cNvGrpSpPr/>
          <p:nvPr/>
        </p:nvGrpSpPr>
        <p:grpSpPr>
          <a:xfrm>
            <a:off x="7616520" y="4912200"/>
            <a:ext cx="2318400" cy="772560"/>
            <a:chOff x="7616520" y="4912200"/>
            <a:chExt cx="2318400" cy="772560"/>
          </a:xfrm>
        </p:grpSpPr>
        <p:sp>
          <p:nvSpPr>
            <p:cNvPr id="1015" name="CustomShape 13"/>
            <p:cNvSpPr/>
            <p:nvPr/>
          </p:nvSpPr>
          <p:spPr>
            <a:xfrm>
              <a:off x="7616520" y="4912200"/>
              <a:ext cx="2318400" cy="371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spcBef>
                  <a:spcPts val="281"/>
                </a:spcBef>
                <a:tabLst>
                  <a:tab algn="l" pos="0"/>
                </a:tabLst>
              </a:pPr>
              <a:r>
                <a:rPr b="1" lang="en-US" sz="14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Name Here</a:t>
              </a:r>
              <a:endParaRPr b="0" lang="en-US" sz="1400" spc="-1" strike="noStrike">
                <a:latin typeface="Arial"/>
              </a:endParaRPr>
            </a:p>
          </p:txBody>
        </p:sp>
        <p:sp>
          <p:nvSpPr>
            <p:cNvPr id="1016" name="CustomShape 14"/>
            <p:cNvSpPr/>
            <p:nvPr/>
          </p:nvSpPr>
          <p:spPr>
            <a:xfrm>
              <a:off x="7616520" y="5307840"/>
              <a:ext cx="2318400" cy="376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spcBef>
                  <a:spcPts val="241"/>
                </a:spcBef>
                <a:tabLst>
                  <a:tab algn="l" pos="0"/>
                </a:tabLst>
              </a:pPr>
              <a:r>
                <a:rPr b="0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Programmer</a:t>
              </a:r>
              <a:endParaRPr b="0" lang="en-US" sz="1200" spc="-1" strike="noStrike">
                <a:latin typeface="Arial"/>
              </a:endParaRPr>
            </a:p>
          </p:txBody>
        </p:sp>
      </p:grpSp>
      <p:grpSp>
        <p:nvGrpSpPr>
          <p:cNvPr id="1017" name="Group 15"/>
          <p:cNvGrpSpPr/>
          <p:nvPr/>
        </p:nvGrpSpPr>
        <p:grpSpPr>
          <a:xfrm>
            <a:off x="10038960" y="4912200"/>
            <a:ext cx="2318400" cy="772560"/>
            <a:chOff x="10038960" y="4912200"/>
            <a:chExt cx="2318400" cy="772560"/>
          </a:xfrm>
        </p:grpSpPr>
        <p:sp>
          <p:nvSpPr>
            <p:cNvPr id="1018" name="CustomShape 16"/>
            <p:cNvSpPr/>
            <p:nvPr/>
          </p:nvSpPr>
          <p:spPr>
            <a:xfrm>
              <a:off x="10038960" y="4912200"/>
              <a:ext cx="2318400" cy="371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spcBef>
                  <a:spcPts val="281"/>
                </a:spcBef>
                <a:tabLst>
                  <a:tab algn="l" pos="0"/>
                </a:tabLst>
              </a:pPr>
              <a:r>
                <a:rPr b="1" lang="en-US" sz="14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Name Here</a:t>
              </a:r>
              <a:endParaRPr b="0" lang="en-US" sz="1400" spc="-1" strike="noStrike">
                <a:latin typeface="Arial"/>
              </a:endParaRPr>
            </a:p>
          </p:txBody>
        </p:sp>
        <p:sp>
          <p:nvSpPr>
            <p:cNvPr id="1019" name="CustomShape 17"/>
            <p:cNvSpPr/>
            <p:nvPr/>
          </p:nvSpPr>
          <p:spPr>
            <a:xfrm>
              <a:off x="10038960" y="5307840"/>
              <a:ext cx="2318400" cy="376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spcBef>
                  <a:spcPts val="241"/>
                </a:spcBef>
                <a:tabLst>
                  <a:tab algn="l" pos="0"/>
                </a:tabLst>
              </a:pPr>
              <a:r>
                <a:rPr b="0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Programmer</a:t>
              </a:r>
              <a:endParaRPr b="0" lang="en-US" sz="1200" spc="-1" strike="noStrike">
                <a:latin typeface="Arial"/>
              </a:endParaRPr>
            </a:p>
          </p:txBody>
        </p:sp>
      </p:grpSp>
      <p:sp>
        <p:nvSpPr>
          <p:cNvPr id="1020" name="CustomShape 18"/>
          <p:cNvSpPr/>
          <p:nvPr/>
        </p:nvSpPr>
        <p:spPr>
          <a:xfrm>
            <a:off x="5398560" y="5721120"/>
            <a:ext cx="19087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Arial"/>
                <a:ea typeface="Arial Unicode MS"/>
              </a:rPr>
              <a:t>Easy to change colors, photos and Text.</a:t>
            </a:r>
            <a:endParaRPr b="0" lang="en-US" sz="1200" spc="-1" strike="noStrike">
              <a:latin typeface="Arial"/>
            </a:endParaRPr>
          </a:p>
        </p:txBody>
      </p:sp>
      <p:pic>
        <p:nvPicPr>
          <p:cNvPr id="1021" name="" descr=""/>
          <p:cNvPicPr/>
          <p:nvPr/>
        </p:nvPicPr>
        <p:blipFill>
          <a:blip r:embed="rId1"/>
          <a:stretch/>
        </p:blipFill>
        <p:spPr>
          <a:xfrm>
            <a:off x="144720" y="147960"/>
            <a:ext cx="3374640" cy="690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TextShape 1"/>
          <p:cNvSpPr txBox="1"/>
          <p:nvPr/>
        </p:nvSpPr>
        <p:spPr>
          <a:xfrm>
            <a:off x="0" y="184320"/>
            <a:ext cx="12801240" cy="869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720"/>
              </a:spcBef>
              <a:tabLst>
                <a:tab algn="l" pos="0"/>
              </a:tabLst>
            </a:pPr>
            <a:r>
              <a:rPr b="0" lang="en-US" sz="3600" spc="-1" strike="noStrike">
                <a:solidFill>
                  <a:srgbClr val="404040"/>
                </a:solidFill>
                <a:latin typeface="Arial"/>
                <a:ea typeface="Arial Unicode MS"/>
              </a:rPr>
              <a:t>Timeline Style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3" name="TextShape 2"/>
          <p:cNvSpPr txBox="1"/>
          <p:nvPr/>
        </p:nvSpPr>
        <p:spPr>
          <a:xfrm>
            <a:off x="0" y="1054440"/>
            <a:ext cx="12801240" cy="434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281"/>
              </a:spcBef>
              <a:tabLst>
                <a:tab algn="l" pos="0"/>
              </a:tabLst>
            </a:pPr>
            <a:r>
              <a:rPr b="0" lang="en-US" sz="1400" spc="-1" strike="noStrike">
                <a:solidFill>
                  <a:srgbClr val="404040"/>
                </a:solidFill>
                <a:latin typeface="Arial"/>
                <a:ea typeface="Arial Unicode MS"/>
              </a:rPr>
              <a:t>Insert the title of your subtitle Here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024" name="Group 3"/>
          <p:cNvGrpSpPr/>
          <p:nvPr/>
        </p:nvGrpSpPr>
        <p:grpSpPr>
          <a:xfrm>
            <a:off x="1609920" y="3904200"/>
            <a:ext cx="1209240" cy="883800"/>
            <a:chOff x="1609920" y="3904200"/>
            <a:chExt cx="1209240" cy="883800"/>
          </a:xfrm>
        </p:grpSpPr>
        <p:sp>
          <p:nvSpPr>
            <p:cNvPr id="1025" name="CustomShape 4"/>
            <p:cNvSpPr/>
            <p:nvPr/>
          </p:nvSpPr>
          <p:spPr>
            <a:xfrm>
              <a:off x="1666800" y="3904200"/>
              <a:ext cx="1095480" cy="809280"/>
            </a:xfrm>
            <a:prstGeom prst="chevron">
              <a:avLst>
                <a:gd name="adj" fmla="val 33915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026" name="CustomShape 5"/>
            <p:cNvSpPr/>
            <p:nvPr/>
          </p:nvSpPr>
          <p:spPr>
            <a:xfrm>
              <a:off x="1609920" y="4376880"/>
              <a:ext cx="1209240" cy="411120"/>
            </a:xfrm>
            <a:custGeom>
              <a:avLst/>
              <a:gdLst/>
              <a:ahLst/>
              <a:rect l="l" t="t" r="r" b="b"/>
              <a:pathLst>
                <a:path w="1221638" h="402336">
                  <a:moveTo>
                    <a:pt x="1221638" y="0"/>
                  </a:moveTo>
                  <a:lnTo>
                    <a:pt x="943660" y="402336"/>
                  </a:lnTo>
                  <a:lnTo>
                    <a:pt x="0" y="387705"/>
                  </a:lnTo>
                </a:path>
              </a:pathLst>
            </a:custGeom>
            <a:noFill/>
            <a:ln w="25400"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1027" name="Group 6"/>
          <p:cNvGrpSpPr/>
          <p:nvPr/>
        </p:nvGrpSpPr>
        <p:grpSpPr>
          <a:xfrm>
            <a:off x="3703320" y="3902040"/>
            <a:ext cx="1209240" cy="883800"/>
            <a:chOff x="3703320" y="3902040"/>
            <a:chExt cx="1209240" cy="883800"/>
          </a:xfrm>
        </p:grpSpPr>
        <p:sp>
          <p:nvSpPr>
            <p:cNvPr id="1028" name="CustomShape 7"/>
            <p:cNvSpPr/>
            <p:nvPr/>
          </p:nvSpPr>
          <p:spPr>
            <a:xfrm flipV="1">
              <a:off x="3759840" y="3975840"/>
              <a:ext cx="1095840" cy="809640"/>
            </a:xfrm>
            <a:prstGeom prst="chevron">
              <a:avLst>
                <a:gd name="adj" fmla="val 33915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029" name="CustomShape 8"/>
            <p:cNvSpPr/>
            <p:nvPr/>
          </p:nvSpPr>
          <p:spPr>
            <a:xfrm flipV="1">
              <a:off x="3703320" y="3901320"/>
              <a:ext cx="1209240" cy="412200"/>
            </a:xfrm>
            <a:custGeom>
              <a:avLst/>
              <a:gdLst/>
              <a:ahLst/>
              <a:rect l="l" t="t" r="r" b="b"/>
              <a:pathLst>
                <a:path w="1221638" h="402336">
                  <a:moveTo>
                    <a:pt x="1221638" y="0"/>
                  </a:moveTo>
                  <a:lnTo>
                    <a:pt x="943660" y="402336"/>
                  </a:lnTo>
                  <a:lnTo>
                    <a:pt x="0" y="387705"/>
                  </a:lnTo>
                </a:path>
              </a:pathLst>
            </a:custGeom>
            <a:noFill/>
            <a:ln w="25400"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1030" name="Group 9"/>
          <p:cNvGrpSpPr/>
          <p:nvPr/>
        </p:nvGrpSpPr>
        <p:grpSpPr>
          <a:xfrm>
            <a:off x="5797800" y="3904200"/>
            <a:ext cx="1209240" cy="883800"/>
            <a:chOff x="5797800" y="3904200"/>
            <a:chExt cx="1209240" cy="883800"/>
          </a:xfrm>
        </p:grpSpPr>
        <p:sp>
          <p:nvSpPr>
            <p:cNvPr id="1031" name="CustomShape 10"/>
            <p:cNvSpPr/>
            <p:nvPr/>
          </p:nvSpPr>
          <p:spPr>
            <a:xfrm>
              <a:off x="5854680" y="3904200"/>
              <a:ext cx="1095480" cy="809280"/>
            </a:xfrm>
            <a:prstGeom prst="chevron">
              <a:avLst>
                <a:gd name="adj" fmla="val 33915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032" name="CustomShape 11"/>
            <p:cNvSpPr/>
            <p:nvPr/>
          </p:nvSpPr>
          <p:spPr>
            <a:xfrm>
              <a:off x="5797800" y="4376880"/>
              <a:ext cx="1209240" cy="411120"/>
            </a:xfrm>
            <a:custGeom>
              <a:avLst/>
              <a:gdLst/>
              <a:ahLst/>
              <a:rect l="l" t="t" r="r" b="b"/>
              <a:pathLst>
                <a:path w="1221638" h="402336">
                  <a:moveTo>
                    <a:pt x="1221638" y="0"/>
                  </a:moveTo>
                  <a:lnTo>
                    <a:pt x="943660" y="402336"/>
                  </a:lnTo>
                  <a:lnTo>
                    <a:pt x="0" y="387705"/>
                  </a:lnTo>
                </a:path>
              </a:pathLst>
            </a:custGeom>
            <a:noFill/>
            <a:ln w="25400"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1033" name="Group 12"/>
          <p:cNvGrpSpPr/>
          <p:nvPr/>
        </p:nvGrpSpPr>
        <p:grpSpPr>
          <a:xfrm>
            <a:off x="7893000" y="3902040"/>
            <a:ext cx="1209240" cy="883800"/>
            <a:chOff x="7893000" y="3902040"/>
            <a:chExt cx="1209240" cy="883800"/>
          </a:xfrm>
        </p:grpSpPr>
        <p:sp>
          <p:nvSpPr>
            <p:cNvPr id="1034" name="CustomShape 13"/>
            <p:cNvSpPr/>
            <p:nvPr/>
          </p:nvSpPr>
          <p:spPr>
            <a:xfrm flipV="1">
              <a:off x="7949880" y="3975840"/>
              <a:ext cx="1095480" cy="809640"/>
            </a:xfrm>
            <a:prstGeom prst="chevron">
              <a:avLst>
                <a:gd name="adj" fmla="val 33915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035" name="CustomShape 14"/>
            <p:cNvSpPr/>
            <p:nvPr/>
          </p:nvSpPr>
          <p:spPr>
            <a:xfrm flipV="1">
              <a:off x="7893000" y="3901320"/>
              <a:ext cx="1209240" cy="412200"/>
            </a:xfrm>
            <a:custGeom>
              <a:avLst/>
              <a:gdLst/>
              <a:ahLst/>
              <a:rect l="l" t="t" r="r" b="b"/>
              <a:pathLst>
                <a:path w="1221638" h="402336">
                  <a:moveTo>
                    <a:pt x="1221638" y="0"/>
                  </a:moveTo>
                  <a:lnTo>
                    <a:pt x="943660" y="402336"/>
                  </a:lnTo>
                  <a:lnTo>
                    <a:pt x="0" y="387705"/>
                  </a:lnTo>
                </a:path>
              </a:pathLst>
            </a:custGeom>
            <a:noFill/>
            <a:ln w="25400"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1036" name="Group 15"/>
          <p:cNvGrpSpPr/>
          <p:nvPr/>
        </p:nvGrpSpPr>
        <p:grpSpPr>
          <a:xfrm>
            <a:off x="9986760" y="3904200"/>
            <a:ext cx="1209240" cy="883800"/>
            <a:chOff x="9986760" y="3904200"/>
            <a:chExt cx="1209240" cy="883800"/>
          </a:xfrm>
        </p:grpSpPr>
        <p:sp>
          <p:nvSpPr>
            <p:cNvPr id="1037" name="CustomShape 16"/>
            <p:cNvSpPr/>
            <p:nvPr/>
          </p:nvSpPr>
          <p:spPr>
            <a:xfrm>
              <a:off x="10043280" y="3904200"/>
              <a:ext cx="1095840" cy="809280"/>
            </a:xfrm>
            <a:prstGeom prst="chevron">
              <a:avLst>
                <a:gd name="adj" fmla="val 33915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038" name="CustomShape 17"/>
            <p:cNvSpPr/>
            <p:nvPr/>
          </p:nvSpPr>
          <p:spPr>
            <a:xfrm>
              <a:off x="9986760" y="4376880"/>
              <a:ext cx="1209240" cy="411120"/>
            </a:xfrm>
            <a:custGeom>
              <a:avLst/>
              <a:gdLst/>
              <a:ahLst/>
              <a:rect l="l" t="t" r="r" b="b"/>
              <a:pathLst>
                <a:path w="1221638" h="402336">
                  <a:moveTo>
                    <a:pt x="1221638" y="0"/>
                  </a:moveTo>
                  <a:lnTo>
                    <a:pt x="943660" y="402336"/>
                  </a:lnTo>
                  <a:lnTo>
                    <a:pt x="0" y="387705"/>
                  </a:lnTo>
                </a:path>
              </a:pathLst>
            </a:custGeom>
            <a:noFill/>
            <a:ln w="25400"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1039" name="CustomShape 18"/>
          <p:cNvSpPr/>
          <p:nvPr/>
        </p:nvSpPr>
        <p:spPr>
          <a:xfrm>
            <a:off x="697680" y="4130640"/>
            <a:ext cx="114336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800" spc="-1" strike="noStrike">
                <a:solidFill>
                  <a:srgbClr val="404040"/>
                </a:solidFill>
                <a:latin typeface="Arial"/>
                <a:ea typeface="Arial Unicode MS"/>
              </a:rPr>
              <a:t>2015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040" name="CustomShape 19"/>
          <p:cNvSpPr/>
          <p:nvPr/>
        </p:nvSpPr>
        <p:spPr>
          <a:xfrm>
            <a:off x="4885920" y="4130640"/>
            <a:ext cx="114336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800" spc="-1" strike="noStrike">
                <a:solidFill>
                  <a:srgbClr val="404040"/>
                </a:solidFill>
                <a:latin typeface="Arial"/>
                <a:ea typeface="Arial Unicode MS"/>
              </a:rPr>
              <a:t>2017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041" name="CustomShape 20"/>
          <p:cNvSpPr/>
          <p:nvPr/>
        </p:nvSpPr>
        <p:spPr>
          <a:xfrm>
            <a:off x="2791440" y="4130640"/>
            <a:ext cx="114336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800" spc="-1" strike="noStrike">
                <a:solidFill>
                  <a:srgbClr val="404040"/>
                </a:solidFill>
                <a:latin typeface="Arial"/>
                <a:ea typeface="Arial Unicode MS"/>
              </a:rPr>
              <a:t>2016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042" name="CustomShape 21"/>
          <p:cNvSpPr/>
          <p:nvPr/>
        </p:nvSpPr>
        <p:spPr>
          <a:xfrm>
            <a:off x="6979320" y="4130640"/>
            <a:ext cx="114336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800" spc="-1" strike="noStrike">
                <a:solidFill>
                  <a:srgbClr val="404040"/>
                </a:solidFill>
                <a:latin typeface="Arial"/>
                <a:ea typeface="Arial Unicode MS"/>
              </a:rPr>
              <a:t>2018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043" name="CustomShape 22"/>
          <p:cNvSpPr/>
          <p:nvPr/>
        </p:nvSpPr>
        <p:spPr>
          <a:xfrm>
            <a:off x="9074520" y="4130640"/>
            <a:ext cx="114336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800" spc="-1" strike="noStrike">
                <a:solidFill>
                  <a:srgbClr val="404040"/>
                </a:solidFill>
                <a:latin typeface="Arial"/>
                <a:ea typeface="Arial Unicode MS"/>
              </a:rPr>
              <a:t>2019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044" name="CustomShape 23"/>
          <p:cNvSpPr/>
          <p:nvPr/>
        </p:nvSpPr>
        <p:spPr>
          <a:xfrm rot="16200000">
            <a:off x="10458000" y="4105080"/>
            <a:ext cx="411120" cy="381240"/>
          </a:xfrm>
          <a:custGeom>
            <a:avLst/>
            <a:gdLst/>
            <a:ahLst/>
            <a:rect l="l" t="t" r="r" b="b"/>
            <a:pathLst>
              <a:path w="3185463" h="3187558">
                <a:moveTo>
                  <a:pt x="764000" y="2343999"/>
                </a:moveTo>
                <a:cubicBezTo>
                  <a:pt x="566798" y="2256389"/>
                  <a:pt x="385374" y="2134753"/>
                  <a:pt x="230072" y="1981662"/>
                </a:cubicBezTo>
                <a:cubicBezTo>
                  <a:pt x="297001" y="2223876"/>
                  <a:pt x="428049" y="2439341"/>
                  <a:pt x="603989" y="2608945"/>
                </a:cubicBezTo>
                <a:cubicBezTo>
                  <a:pt x="667739" y="2525681"/>
                  <a:pt x="720588" y="2436567"/>
                  <a:pt x="764000" y="2343999"/>
                </a:cubicBezTo>
                <a:close/>
                <a:moveTo>
                  <a:pt x="783530" y="862903"/>
                </a:moveTo>
                <a:cubicBezTo>
                  <a:pt x="737619" y="760936"/>
                  <a:pt x="681240" y="662513"/>
                  <a:pt x="611676" y="571152"/>
                </a:cubicBezTo>
                <a:cubicBezTo>
                  <a:pt x="419218" y="754019"/>
                  <a:pt x="279227" y="991173"/>
                  <a:pt x="215545" y="1258034"/>
                </a:cubicBezTo>
                <a:cubicBezTo>
                  <a:pt x="378729" y="1090139"/>
                  <a:pt x="571934" y="956907"/>
                  <a:pt x="783530" y="862903"/>
                </a:cubicBezTo>
                <a:close/>
                <a:moveTo>
                  <a:pt x="935657" y="1673146"/>
                </a:moveTo>
                <a:lnTo>
                  <a:pt x="227023" y="1673146"/>
                </a:lnTo>
                <a:cubicBezTo>
                  <a:pt x="393068" y="1882941"/>
                  <a:pt x="605618" y="2045968"/>
                  <a:pt x="844267" y="2153109"/>
                </a:cubicBezTo>
                <a:cubicBezTo>
                  <a:pt x="897907" y="1997390"/>
                  <a:pt x="928862" y="1835739"/>
                  <a:pt x="935657" y="1673146"/>
                </a:cubicBezTo>
                <a:close/>
                <a:moveTo>
                  <a:pt x="935928" y="1493146"/>
                </a:moveTo>
                <a:cubicBezTo>
                  <a:pt x="928922" y="1345638"/>
                  <a:pt x="902278" y="1198995"/>
                  <a:pt x="856775" y="1056956"/>
                </a:cubicBezTo>
                <a:cubicBezTo>
                  <a:pt x="636768" y="1156959"/>
                  <a:pt x="439487" y="1304654"/>
                  <a:pt x="281464" y="1493146"/>
                </a:cubicBezTo>
                <a:close/>
                <a:moveTo>
                  <a:pt x="1469785" y="2515107"/>
                </a:moveTo>
                <a:cubicBezTo>
                  <a:pt x="1283000" y="2508124"/>
                  <a:pt x="1100523" y="2472287"/>
                  <a:pt x="927628" y="2411229"/>
                </a:cubicBezTo>
                <a:cubicBezTo>
                  <a:pt x="876831" y="2520843"/>
                  <a:pt x="814172" y="2626182"/>
                  <a:pt x="738220" y="2724387"/>
                </a:cubicBezTo>
                <a:cubicBezTo>
                  <a:pt x="944637" y="2881665"/>
                  <a:pt x="1196120" y="2982471"/>
                  <a:pt x="1469785" y="3005418"/>
                </a:cubicBezTo>
                <a:close/>
                <a:moveTo>
                  <a:pt x="1469785" y="1673146"/>
                </a:moveTo>
                <a:lnTo>
                  <a:pt x="1112275" y="1673146"/>
                </a:lnTo>
                <a:cubicBezTo>
                  <a:pt x="1105327" y="1858153"/>
                  <a:pt x="1070032" y="2042144"/>
                  <a:pt x="1008001" y="2219039"/>
                </a:cubicBezTo>
                <a:cubicBezTo>
                  <a:pt x="1155519" y="2270408"/>
                  <a:pt x="1310845" y="2300826"/>
                  <a:pt x="1469785" y="2307834"/>
                </a:cubicBezTo>
                <a:close/>
                <a:moveTo>
                  <a:pt x="1469785" y="898989"/>
                </a:moveTo>
                <a:cubicBezTo>
                  <a:pt x="1315103" y="907762"/>
                  <a:pt x="1164166" y="938783"/>
                  <a:pt x="1020939" y="990066"/>
                </a:cubicBezTo>
                <a:cubicBezTo>
                  <a:pt x="1074574" y="1153655"/>
                  <a:pt x="1105461" y="1322925"/>
                  <a:pt x="1112368" y="1493146"/>
                </a:cubicBezTo>
                <a:lnTo>
                  <a:pt x="1469785" y="1493146"/>
                </a:lnTo>
                <a:close/>
                <a:moveTo>
                  <a:pt x="1469785" y="182141"/>
                </a:moveTo>
                <a:cubicBezTo>
                  <a:pt x="1199839" y="204777"/>
                  <a:pt x="951477" y="303168"/>
                  <a:pt x="746615" y="456764"/>
                </a:cubicBezTo>
                <a:cubicBezTo>
                  <a:pt x="828296" y="562801"/>
                  <a:pt x="894225" y="677310"/>
                  <a:pt x="947434" y="796072"/>
                </a:cubicBezTo>
                <a:cubicBezTo>
                  <a:pt x="1113886" y="736067"/>
                  <a:pt x="1289644" y="700323"/>
                  <a:pt x="1469785" y="691530"/>
                </a:cubicBezTo>
                <a:close/>
                <a:moveTo>
                  <a:pt x="2150063" y="992171"/>
                </a:moveTo>
                <a:cubicBezTo>
                  <a:pt x="1990712" y="935501"/>
                  <a:pt x="1822242" y="902595"/>
                  <a:pt x="1649785" y="897224"/>
                </a:cubicBezTo>
                <a:lnTo>
                  <a:pt x="1649785" y="1493146"/>
                </a:lnTo>
                <a:lnTo>
                  <a:pt x="2063712" y="1493146"/>
                </a:lnTo>
                <a:cubicBezTo>
                  <a:pt x="2069089" y="1323887"/>
                  <a:pt x="2098366" y="1155330"/>
                  <a:pt x="2150063" y="992171"/>
                </a:cubicBezTo>
                <a:close/>
                <a:moveTo>
                  <a:pt x="2168848" y="2199110"/>
                </a:moveTo>
                <a:cubicBezTo>
                  <a:pt x="2108555" y="2028681"/>
                  <a:pt x="2073581" y="1851532"/>
                  <a:pt x="2065295" y="1673146"/>
                </a:cubicBezTo>
                <a:lnTo>
                  <a:pt x="1649785" y="1673146"/>
                </a:lnTo>
                <a:lnTo>
                  <a:pt x="1649785" y="2307299"/>
                </a:lnTo>
                <a:cubicBezTo>
                  <a:pt x="1829404" y="2299517"/>
                  <a:pt x="2004315" y="2261965"/>
                  <a:pt x="2168848" y="2199110"/>
                </a:cubicBezTo>
                <a:close/>
                <a:moveTo>
                  <a:pt x="2422394" y="446879"/>
                </a:moveTo>
                <a:cubicBezTo>
                  <a:pt x="2204309" y="287209"/>
                  <a:pt x="1938140" y="189883"/>
                  <a:pt x="1649785" y="178919"/>
                </a:cubicBezTo>
                <a:lnTo>
                  <a:pt x="1649785" y="689876"/>
                </a:lnTo>
                <a:cubicBezTo>
                  <a:pt x="1846998" y="695154"/>
                  <a:pt x="2039668" y="732502"/>
                  <a:pt x="2221721" y="797410"/>
                </a:cubicBezTo>
                <a:cubicBezTo>
                  <a:pt x="2275056" y="675360"/>
                  <a:pt x="2341760" y="557662"/>
                  <a:pt x="2422394" y="446879"/>
                </a:cubicBezTo>
                <a:close/>
                <a:moveTo>
                  <a:pt x="2447278" y="2722123"/>
                </a:moveTo>
                <a:cubicBezTo>
                  <a:pt x="2366121" y="2618714"/>
                  <a:pt x="2299534" y="2507403"/>
                  <a:pt x="2246145" y="2391362"/>
                </a:cubicBezTo>
                <a:cubicBezTo>
                  <a:pt x="2057375" y="2464119"/>
                  <a:pt x="1856285" y="2506958"/>
                  <a:pt x="1649785" y="2514779"/>
                </a:cubicBezTo>
                <a:lnTo>
                  <a:pt x="1649785" y="3008639"/>
                </a:lnTo>
                <a:cubicBezTo>
                  <a:pt x="1949198" y="2997255"/>
                  <a:pt x="2224691" y="2892757"/>
                  <a:pt x="2447278" y="2722123"/>
                </a:cubicBezTo>
                <a:close/>
                <a:moveTo>
                  <a:pt x="2878934" y="1493146"/>
                </a:moveTo>
                <a:cubicBezTo>
                  <a:pt x="2723190" y="1307255"/>
                  <a:pt x="2529440" y="1161128"/>
                  <a:pt x="2313862" y="1060620"/>
                </a:cubicBezTo>
                <a:cubicBezTo>
                  <a:pt x="2270535" y="1201714"/>
                  <a:pt x="2245604" y="1347104"/>
                  <a:pt x="2240109" y="1493146"/>
                </a:cubicBezTo>
                <a:close/>
                <a:moveTo>
                  <a:pt x="2890636" y="1673146"/>
                </a:moveTo>
                <a:lnTo>
                  <a:pt x="2241814" y="1673146"/>
                </a:lnTo>
                <a:cubicBezTo>
                  <a:pt x="2249736" y="1827102"/>
                  <a:pt x="2279520" y="1979973"/>
                  <a:pt x="2329964" y="2127513"/>
                </a:cubicBezTo>
                <a:cubicBezTo>
                  <a:pt x="2545677" y="2019923"/>
                  <a:pt x="2738160" y="1866413"/>
                  <a:pt x="2890636" y="1673146"/>
                </a:cubicBezTo>
                <a:close/>
                <a:moveTo>
                  <a:pt x="2973035" y="1284386"/>
                </a:moveTo>
                <a:cubicBezTo>
                  <a:pt x="2912066" y="1001840"/>
                  <a:pt x="2765308" y="751379"/>
                  <a:pt x="2561381" y="561108"/>
                </a:cubicBezTo>
                <a:cubicBezTo>
                  <a:pt x="2489321" y="656437"/>
                  <a:pt x="2431363" y="759225"/>
                  <a:pt x="2384553" y="865647"/>
                </a:cubicBezTo>
                <a:cubicBezTo>
                  <a:pt x="2604520" y="964977"/>
                  <a:pt x="2804622" y="1106677"/>
                  <a:pt x="2973035" y="1284386"/>
                </a:cubicBezTo>
                <a:close/>
                <a:moveTo>
                  <a:pt x="2974277" y="1897328"/>
                </a:moveTo>
                <a:cubicBezTo>
                  <a:pt x="2812488" y="2073933"/>
                  <a:pt x="2619878" y="2216690"/>
                  <a:pt x="2407486" y="2319665"/>
                </a:cubicBezTo>
                <a:cubicBezTo>
                  <a:pt x="2454169" y="2420503"/>
                  <a:pt x="2511856" y="2517376"/>
                  <a:pt x="2582047" y="2607468"/>
                </a:cubicBezTo>
                <a:cubicBezTo>
                  <a:pt x="2776399" y="2417974"/>
                  <a:pt x="2916061" y="2172750"/>
                  <a:pt x="2974277" y="1897328"/>
                </a:cubicBezTo>
                <a:close/>
                <a:moveTo>
                  <a:pt x="3185463" y="1593779"/>
                </a:moveTo>
                <a:cubicBezTo>
                  <a:pt x="3185463" y="2473999"/>
                  <a:pt x="2471904" y="3187558"/>
                  <a:pt x="1591684" y="3187558"/>
                </a:cubicBezTo>
                <a:cubicBezTo>
                  <a:pt x="738111" y="3187558"/>
                  <a:pt x="41261" y="2516549"/>
                  <a:pt x="1913" y="1673146"/>
                </a:cubicBezTo>
                <a:lnTo>
                  <a:pt x="0" y="1673146"/>
                </a:lnTo>
                <a:lnTo>
                  <a:pt x="0" y="1493146"/>
                </a:lnTo>
                <a:lnTo>
                  <a:pt x="2750" y="1493146"/>
                </a:lnTo>
                <a:cubicBezTo>
                  <a:pt x="50490" y="700174"/>
                  <a:pt x="679654" y="64473"/>
                  <a:pt x="1469785" y="6156"/>
                </a:cubicBezTo>
                <a:lnTo>
                  <a:pt x="1469785" y="0"/>
                </a:lnTo>
                <a:lnTo>
                  <a:pt x="1591684" y="0"/>
                </a:lnTo>
                <a:lnTo>
                  <a:pt x="1649785" y="0"/>
                </a:lnTo>
                <a:lnTo>
                  <a:pt x="1649785" y="2934"/>
                </a:lnTo>
                <a:cubicBezTo>
                  <a:pt x="2503127" y="31654"/>
                  <a:pt x="3185463" y="733032"/>
                  <a:pt x="3185463" y="159377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45" name="CustomShape 24"/>
          <p:cNvSpPr/>
          <p:nvPr/>
        </p:nvSpPr>
        <p:spPr>
          <a:xfrm>
            <a:off x="4211640" y="4227840"/>
            <a:ext cx="339480" cy="306000"/>
          </a:xfrm>
          <a:custGeom>
            <a:avLst/>
            <a:gdLst/>
            <a:ahLst/>
            <a:rect l="l" t="t" r="r" b="b"/>
            <a:pathLst>
              <a:path w="3186824" h="2663936">
                <a:moveTo>
                  <a:pt x="2624444" y="2376100"/>
                </a:moveTo>
                <a:lnTo>
                  <a:pt x="2624444" y="2520100"/>
                </a:lnTo>
                <a:lnTo>
                  <a:pt x="2952463" y="2520100"/>
                </a:lnTo>
                <a:lnTo>
                  <a:pt x="2952463" y="2376100"/>
                </a:lnTo>
                <a:close/>
                <a:moveTo>
                  <a:pt x="210911" y="2376100"/>
                </a:moveTo>
                <a:lnTo>
                  <a:pt x="210911" y="2520100"/>
                </a:lnTo>
                <a:lnTo>
                  <a:pt x="538930" y="2520100"/>
                </a:lnTo>
                <a:lnTo>
                  <a:pt x="538930" y="2376100"/>
                </a:lnTo>
                <a:close/>
                <a:moveTo>
                  <a:pt x="2624444" y="2095269"/>
                </a:moveTo>
                <a:lnTo>
                  <a:pt x="2624444" y="2239269"/>
                </a:lnTo>
                <a:lnTo>
                  <a:pt x="2952463" y="2239269"/>
                </a:lnTo>
                <a:lnTo>
                  <a:pt x="2952463" y="2095269"/>
                </a:lnTo>
                <a:close/>
                <a:moveTo>
                  <a:pt x="210911" y="2095269"/>
                </a:moveTo>
                <a:lnTo>
                  <a:pt x="210911" y="2239269"/>
                </a:lnTo>
                <a:lnTo>
                  <a:pt x="538930" y="2239269"/>
                </a:lnTo>
                <a:lnTo>
                  <a:pt x="538930" y="2095269"/>
                </a:lnTo>
                <a:close/>
                <a:moveTo>
                  <a:pt x="2624444" y="1814436"/>
                </a:moveTo>
                <a:lnTo>
                  <a:pt x="2624444" y="1958436"/>
                </a:lnTo>
                <a:lnTo>
                  <a:pt x="2952463" y="1958436"/>
                </a:lnTo>
                <a:lnTo>
                  <a:pt x="2952463" y="1814436"/>
                </a:lnTo>
                <a:close/>
                <a:moveTo>
                  <a:pt x="210911" y="1814436"/>
                </a:moveTo>
                <a:lnTo>
                  <a:pt x="210911" y="1958436"/>
                </a:lnTo>
                <a:lnTo>
                  <a:pt x="538930" y="1958436"/>
                </a:lnTo>
                <a:lnTo>
                  <a:pt x="538930" y="1814436"/>
                </a:lnTo>
                <a:close/>
                <a:moveTo>
                  <a:pt x="2624444" y="1533603"/>
                </a:moveTo>
                <a:lnTo>
                  <a:pt x="2624444" y="1677603"/>
                </a:lnTo>
                <a:lnTo>
                  <a:pt x="2952463" y="1677603"/>
                </a:lnTo>
                <a:lnTo>
                  <a:pt x="2952463" y="1533603"/>
                </a:lnTo>
                <a:close/>
                <a:moveTo>
                  <a:pt x="210911" y="1533603"/>
                </a:moveTo>
                <a:lnTo>
                  <a:pt x="210911" y="1677603"/>
                </a:lnTo>
                <a:lnTo>
                  <a:pt x="538930" y="1677603"/>
                </a:lnTo>
                <a:lnTo>
                  <a:pt x="538930" y="1533603"/>
                </a:lnTo>
                <a:close/>
                <a:moveTo>
                  <a:pt x="2624444" y="1252770"/>
                </a:moveTo>
                <a:lnTo>
                  <a:pt x="2624444" y="1396770"/>
                </a:lnTo>
                <a:lnTo>
                  <a:pt x="2952463" y="1396770"/>
                </a:lnTo>
                <a:lnTo>
                  <a:pt x="2952463" y="1252770"/>
                </a:lnTo>
                <a:close/>
                <a:moveTo>
                  <a:pt x="210911" y="1252770"/>
                </a:moveTo>
                <a:lnTo>
                  <a:pt x="210911" y="1396770"/>
                </a:lnTo>
                <a:lnTo>
                  <a:pt x="538930" y="1396770"/>
                </a:lnTo>
                <a:lnTo>
                  <a:pt x="538930" y="1252770"/>
                </a:lnTo>
                <a:close/>
                <a:moveTo>
                  <a:pt x="2624444" y="971937"/>
                </a:moveTo>
                <a:lnTo>
                  <a:pt x="2624444" y="1115937"/>
                </a:lnTo>
                <a:lnTo>
                  <a:pt x="2952463" y="1115937"/>
                </a:lnTo>
                <a:lnTo>
                  <a:pt x="2952463" y="971937"/>
                </a:lnTo>
                <a:close/>
                <a:moveTo>
                  <a:pt x="210911" y="971937"/>
                </a:moveTo>
                <a:lnTo>
                  <a:pt x="210911" y="1115937"/>
                </a:lnTo>
                <a:lnTo>
                  <a:pt x="538930" y="1115937"/>
                </a:lnTo>
                <a:lnTo>
                  <a:pt x="538930" y="971937"/>
                </a:lnTo>
                <a:close/>
                <a:moveTo>
                  <a:pt x="2624444" y="691104"/>
                </a:moveTo>
                <a:lnTo>
                  <a:pt x="2624444" y="835104"/>
                </a:lnTo>
                <a:lnTo>
                  <a:pt x="2952463" y="835104"/>
                </a:lnTo>
                <a:lnTo>
                  <a:pt x="2952463" y="691104"/>
                </a:lnTo>
                <a:close/>
                <a:moveTo>
                  <a:pt x="210911" y="691104"/>
                </a:moveTo>
                <a:lnTo>
                  <a:pt x="210911" y="835104"/>
                </a:lnTo>
                <a:lnTo>
                  <a:pt x="538930" y="835104"/>
                </a:lnTo>
                <a:lnTo>
                  <a:pt x="538930" y="691104"/>
                </a:lnTo>
                <a:close/>
                <a:moveTo>
                  <a:pt x="988006" y="552354"/>
                </a:moveTo>
                <a:lnTo>
                  <a:pt x="988006" y="2111583"/>
                </a:lnTo>
                <a:lnTo>
                  <a:pt x="2332169" y="1331969"/>
                </a:lnTo>
                <a:close/>
                <a:moveTo>
                  <a:pt x="2624444" y="410271"/>
                </a:moveTo>
                <a:lnTo>
                  <a:pt x="2624444" y="554271"/>
                </a:lnTo>
                <a:lnTo>
                  <a:pt x="2952463" y="554271"/>
                </a:lnTo>
                <a:lnTo>
                  <a:pt x="2952463" y="410271"/>
                </a:lnTo>
                <a:close/>
                <a:moveTo>
                  <a:pt x="210911" y="410271"/>
                </a:moveTo>
                <a:lnTo>
                  <a:pt x="210911" y="554271"/>
                </a:lnTo>
                <a:lnTo>
                  <a:pt x="538930" y="554271"/>
                </a:lnTo>
                <a:lnTo>
                  <a:pt x="538930" y="410271"/>
                </a:lnTo>
                <a:close/>
                <a:moveTo>
                  <a:pt x="2624444" y="129438"/>
                </a:moveTo>
                <a:lnTo>
                  <a:pt x="2624444" y="273438"/>
                </a:lnTo>
                <a:lnTo>
                  <a:pt x="2952463" y="273438"/>
                </a:lnTo>
                <a:lnTo>
                  <a:pt x="2952463" y="129438"/>
                </a:lnTo>
                <a:close/>
                <a:moveTo>
                  <a:pt x="210911" y="129438"/>
                </a:moveTo>
                <a:lnTo>
                  <a:pt x="210911" y="273438"/>
                </a:lnTo>
                <a:lnTo>
                  <a:pt x="538930" y="273438"/>
                </a:lnTo>
                <a:lnTo>
                  <a:pt x="538930" y="129438"/>
                </a:lnTo>
                <a:close/>
                <a:moveTo>
                  <a:pt x="0" y="0"/>
                </a:moveTo>
                <a:lnTo>
                  <a:pt x="3186824" y="0"/>
                </a:lnTo>
                <a:lnTo>
                  <a:pt x="3186824" y="2663936"/>
                </a:lnTo>
                <a:lnTo>
                  <a:pt x="0" y="266393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46" name="CustomShape 25"/>
          <p:cNvSpPr/>
          <p:nvPr/>
        </p:nvSpPr>
        <p:spPr>
          <a:xfrm rot="8100000">
            <a:off x="6261840" y="4140720"/>
            <a:ext cx="354600" cy="353880"/>
          </a:xfrm>
          <a:custGeom>
            <a:avLst/>
            <a:gdLst/>
            <a:ahLst/>
            <a:rect l="l" t="t" r="r" b="b"/>
            <a:pathLst>
              <a:path w="2483832" h="2483835">
                <a:moveTo>
                  <a:pt x="657616" y="1826218"/>
                </a:moveTo>
                <a:cubicBezTo>
                  <a:pt x="806520" y="1975122"/>
                  <a:pt x="1047940" y="1975122"/>
                  <a:pt x="1196844" y="1826218"/>
                </a:cubicBezTo>
                <a:cubicBezTo>
                  <a:pt x="1345748" y="1677314"/>
                  <a:pt x="1345748" y="1435894"/>
                  <a:pt x="1196844" y="1286990"/>
                </a:cubicBezTo>
                <a:cubicBezTo>
                  <a:pt x="1047940" y="1138086"/>
                  <a:pt x="806520" y="1138086"/>
                  <a:pt x="657616" y="1286990"/>
                </a:cubicBezTo>
                <a:cubicBezTo>
                  <a:pt x="508712" y="1435894"/>
                  <a:pt x="508712" y="1677314"/>
                  <a:pt x="657616" y="1826218"/>
                </a:cubicBezTo>
                <a:close/>
                <a:moveTo>
                  <a:pt x="293335" y="2190500"/>
                </a:moveTo>
                <a:cubicBezTo>
                  <a:pt x="112098" y="2009262"/>
                  <a:pt x="0" y="1758885"/>
                  <a:pt x="0" y="1482325"/>
                </a:cubicBezTo>
                <a:cubicBezTo>
                  <a:pt x="0" y="929206"/>
                  <a:pt x="459290" y="590078"/>
                  <a:pt x="1001509" y="480815"/>
                </a:cubicBezTo>
                <a:cubicBezTo>
                  <a:pt x="1569704" y="366317"/>
                  <a:pt x="1861757" y="259925"/>
                  <a:pt x="2483832" y="0"/>
                </a:cubicBezTo>
                <a:cubicBezTo>
                  <a:pt x="2230640" y="682694"/>
                  <a:pt x="2130986" y="873716"/>
                  <a:pt x="2003018" y="1482325"/>
                </a:cubicBezTo>
                <a:cubicBezTo>
                  <a:pt x="1901990" y="2042180"/>
                  <a:pt x="1554627" y="2483835"/>
                  <a:pt x="1001509" y="2483835"/>
                </a:cubicBezTo>
                <a:cubicBezTo>
                  <a:pt x="724950" y="2483835"/>
                  <a:pt x="474573" y="2371737"/>
                  <a:pt x="293335" y="219050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47" name="CustomShape 26"/>
          <p:cNvSpPr/>
          <p:nvPr/>
        </p:nvSpPr>
        <p:spPr>
          <a:xfrm rot="2700000">
            <a:off x="8408160" y="4119840"/>
            <a:ext cx="255600" cy="485640"/>
          </a:xfrm>
          <a:custGeom>
            <a:avLst/>
            <a:gdLst/>
            <a:ah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48" name="CustomShape 27"/>
          <p:cNvSpPr/>
          <p:nvPr/>
        </p:nvSpPr>
        <p:spPr>
          <a:xfrm>
            <a:off x="2112120" y="4163760"/>
            <a:ext cx="353880" cy="292680"/>
          </a:xfrm>
          <a:custGeom>
            <a:avLst/>
            <a:gdLst/>
            <a:ahLst/>
            <a:rect l="l" t="t" r="r" b="b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1049" name="Group 28"/>
          <p:cNvGrpSpPr/>
          <p:nvPr/>
        </p:nvGrpSpPr>
        <p:grpSpPr>
          <a:xfrm>
            <a:off x="804600" y="4910040"/>
            <a:ext cx="2542680" cy="1090080"/>
            <a:chOff x="804600" y="4910040"/>
            <a:chExt cx="2542680" cy="1090080"/>
          </a:xfrm>
        </p:grpSpPr>
        <p:sp>
          <p:nvSpPr>
            <p:cNvPr id="1050" name="CustomShape 29"/>
            <p:cNvSpPr/>
            <p:nvPr/>
          </p:nvSpPr>
          <p:spPr>
            <a:xfrm>
              <a:off x="804600" y="5362920"/>
              <a:ext cx="2542680" cy="637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ctr"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Get a modern PowerPoint  Presentation that is beautifully designed.   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1051" name="CustomShape 30"/>
            <p:cNvSpPr/>
            <p:nvPr/>
          </p:nvSpPr>
          <p:spPr>
            <a:xfrm>
              <a:off x="804600" y="4910040"/>
              <a:ext cx="2542680" cy="302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ctr">
                <a:lnSpc>
                  <a:spcPct val="100000"/>
                </a:lnSpc>
              </a:pPr>
              <a:r>
                <a:rPr b="1" lang="en-US" sz="14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b="0" lang="en-US" sz="1400" spc="-1" strike="noStrike">
                <a:latin typeface="Arial"/>
              </a:endParaRPr>
            </a:p>
          </p:txBody>
        </p:sp>
      </p:grpSp>
      <p:grpSp>
        <p:nvGrpSpPr>
          <p:cNvPr id="1052" name="Group 31"/>
          <p:cNvGrpSpPr/>
          <p:nvPr/>
        </p:nvGrpSpPr>
        <p:grpSpPr>
          <a:xfrm>
            <a:off x="2964240" y="2034360"/>
            <a:ext cx="2542680" cy="1090080"/>
            <a:chOff x="2964240" y="2034360"/>
            <a:chExt cx="2542680" cy="1090080"/>
          </a:xfrm>
        </p:grpSpPr>
        <p:sp>
          <p:nvSpPr>
            <p:cNvPr id="1053" name="CustomShape 32"/>
            <p:cNvSpPr/>
            <p:nvPr/>
          </p:nvSpPr>
          <p:spPr>
            <a:xfrm>
              <a:off x="2964240" y="2487240"/>
              <a:ext cx="2542680" cy="637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ctr"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Get a modern PowerPoint  Presentation that is beautifully designed.   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1054" name="CustomShape 33"/>
            <p:cNvSpPr/>
            <p:nvPr/>
          </p:nvSpPr>
          <p:spPr>
            <a:xfrm>
              <a:off x="2964240" y="2034360"/>
              <a:ext cx="2542680" cy="302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ctr">
                <a:lnSpc>
                  <a:spcPct val="100000"/>
                </a:lnSpc>
              </a:pPr>
              <a:r>
                <a:rPr b="1" lang="en-US" sz="14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b="0" lang="en-US" sz="1400" spc="-1" strike="noStrike">
                <a:latin typeface="Arial"/>
              </a:endParaRPr>
            </a:p>
          </p:txBody>
        </p:sp>
      </p:grpSp>
      <p:grpSp>
        <p:nvGrpSpPr>
          <p:cNvPr id="1055" name="Group 34"/>
          <p:cNvGrpSpPr/>
          <p:nvPr/>
        </p:nvGrpSpPr>
        <p:grpSpPr>
          <a:xfrm>
            <a:off x="5123880" y="4910040"/>
            <a:ext cx="2542680" cy="1090080"/>
            <a:chOff x="5123880" y="4910040"/>
            <a:chExt cx="2542680" cy="1090080"/>
          </a:xfrm>
        </p:grpSpPr>
        <p:sp>
          <p:nvSpPr>
            <p:cNvPr id="1056" name="CustomShape 35"/>
            <p:cNvSpPr/>
            <p:nvPr/>
          </p:nvSpPr>
          <p:spPr>
            <a:xfrm>
              <a:off x="5123880" y="5362920"/>
              <a:ext cx="2542680" cy="637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ctr"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Get a modern PowerPoint  Presentation that is beautifully designed.   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1057" name="CustomShape 36"/>
            <p:cNvSpPr/>
            <p:nvPr/>
          </p:nvSpPr>
          <p:spPr>
            <a:xfrm>
              <a:off x="5123880" y="4910040"/>
              <a:ext cx="2542680" cy="302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ctr">
                <a:lnSpc>
                  <a:spcPct val="100000"/>
                </a:lnSpc>
              </a:pPr>
              <a:r>
                <a:rPr b="1" lang="en-US" sz="14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b="0" lang="en-US" sz="1400" spc="-1" strike="noStrike">
                <a:latin typeface="Arial"/>
              </a:endParaRPr>
            </a:p>
          </p:txBody>
        </p:sp>
      </p:grpSp>
      <p:grpSp>
        <p:nvGrpSpPr>
          <p:cNvPr id="1058" name="Group 37"/>
          <p:cNvGrpSpPr/>
          <p:nvPr/>
        </p:nvGrpSpPr>
        <p:grpSpPr>
          <a:xfrm>
            <a:off x="7283520" y="2034360"/>
            <a:ext cx="2542680" cy="1090080"/>
            <a:chOff x="7283520" y="2034360"/>
            <a:chExt cx="2542680" cy="1090080"/>
          </a:xfrm>
        </p:grpSpPr>
        <p:sp>
          <p:nvSpPr>
            <p:cNvPr id="1059" name="CustomShape 38"/>
            <p:cNvSpPr/>
            <p:nvPr/>
          </p:nvSpPr>
          <p:spPr>
            <a:xfrm>
              <a:off x="7283520" y="2487240"/>
              <a:ext cx="2542680" cy="637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ctr"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Get a modern PowerPoint  Presentation that is beautifully designed.   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1060" name="CustomShape 39"/>
            <p:cNvSpPr/>
            <p:nvPr/>
          </p:nvSpPr>
          <p:spPr>
            <a:xfrm>
              <a:off x="7283520" y="2034360"/>
              <a:ext cx="2542680" cy="302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ctr">
                <a:lnSpc>
                  <a:spcPct val="100000"/>
                </a:lnSpc>
              </a:pPr>
              <a:r>
                <a:rPr b="1" lang="en-US" sz="14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b="0" lang="en-US" sz="1400" spc="-1" strike="noStrike">
                <a:latin typeface="Arial"/>
              </a:endParaRPr>
            </a:p>
          </p:txBody>
        </p:sp>
      </p:grpSp>
      <p:grpSp>
        <p:nvGrpSpPr>
          <p:cNvPr id="1061" name="Group 40"/>
          <p:cNvGrpSpPr/>
          <p:nvPr/>
        </p:nvGrpSpPr>
        <p:grpSpPr>
          <a:xfrm>
            <a:off x="9443160" y="4910040"/>
            <a:ext cx="2542680" cy="1090080"/>
            <a:chOff x="9443160" y="4910040"/>
            <a:chExt cx="2542680" cy="1090080"/>
          </a:xfrm>
        </p:grpSpPr>
        <p:sp>
          <p:nvSpPr>
            <p:cNvPr id="1062" name="CustomShape 41"/>
            <p:cNvSpPr/>
            <p:nvPr/>
          </p:nvSpPr>
          <p:spPr>
            <a:xfrm>
              <a:off x="9443160" y="5362920"/>
              <a:ext cx="2542680" cy="637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ctr"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Get a modern PowerPoint  Presentation that is beautifully designed.   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1063" name="CustomShape 42"/>
            <p:cNvSpPr/>
            <p:nvPr/>
          </p:nvSpPr>
          <p:spPr>
            <a:xfrm>
              <a:off x="9443160" y="4910040"/>
              <a:ext cx="2542680" cy="302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ctr">
                <a:lnSpc>
                  <a:spcPct val="100000"/>
                </a:lnSpc>
              </a:pPr>
              <a:r>
                <a:rPr b="1" lang="en-US" sz="14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b="0" lang="en-US" sz="1400" spc="-1" strike="noStrike">
                <a:latin typeface="Arial"/>
              </a:endParaRPr>
            </a:p>
          </p:txBody>
        </p:sp>
      </p:grpSp>
      <p:pic>
        <p:nvPicPr>
          <p:cNvPr id="1064" name="" descr=""/>
          <p:cNvPicPr/>
          <p:nvPr/>
        </p:nvPicPr>
        <p:blipFill>
          <a:blip r:embed="rId1"/>
          <a:stretch/>
        </p:blipFill>
        <p:spPr>
          <a:xfrm>
            <a:off x="144720" y="147960"/>
            <a:ext cx="3374640" cy="690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TextShape 1"/>
          <p:cNvSpPr txBox="1"/>
          <p:nvPr/>
        </p:nvSpPr>
        <p:spPr>
          <a:xfrm>
            <a:off x="0" y="352440"/>
            <a:ext cx="12801240" cy="869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720"/>
              </a:spcBef>
              <a:tabLst>
                <a:tab algn="l" pos="0"/>
              </a:tabLst>
            </a:pPr>
            <a:r>
              <a:rPr b="1" lang="en-US" sz="3600" spc="-1" strike="noStrike">
                <a:solidFill>
                  <a:srgbClr val="ffffff"/>
                </a:solidFill>
                <a:latin typeface="Arial"/>
                <a:ea typeface="Arial Unicode MS"/>
              </a:rPr>
              <a:t>Portfolio Presentation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6" name="TextShape 2"/>
          <p:cNvSpPr txBox="1"/>
          <p:nvPr/>
        </p:nvSpPr>
        <p:spPr>
          <a:xfrm>
            <a:off x="0" y="1222920"/>
            <a:ext cx="12801240" cy="434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281"/>
              </a:spcBef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Arial Unicode MS"/>
              </a:rPr>
              <a:t>Insert the title of your subtitle Here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7" name="CustomShape 3"/>
          <p:cNvSpPr/>
          <p:nvPr/>
        </p:nvSpPr>
        <p:spPr>
          <a:xfrm rot="10800000">
            <a:off x="5498280" y="1793880"/>
            <a:ext cx="1799280" cy="135576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1068" name="Group 4"/>
          <p:cNvGrpSpPr/>
          <p:nvPr/>
        </p:nvGrpSpPr>
        <p:grpSpPr>
          <a:xfrm>
            <a:off x="6133320" y="1851480"/>
            <a:ext cx="421200" cy="969480"/>
            <a:chOff x="6133320" y="1851480"/>
            <a:chExt cx="421200" cy="969480"/>
          </a:xfrm>
        </p:grpSpPr>
        <p:grpSp>
          <p:nvGrpSpPr>
            <p:cNvPr id="1069" name="Group 5"/>
            <p:cNvGrpSpPr/>
            <p:nvPr/>
          </p:nvGrpSpPr>
          <p:grpSpPr>
            <a:xfrm>
              <a:off x="6257880" y="1851480"/>
              <a:ext cx="294840" cy="590760"/>
              <a:chOff x="6257880" y="1851480"/>
              <a:chExt cx="294840" cy="590760"/>
            </a:xfrm>
          </p:grpSpPr>
          <p:sp>
            <p:nvSpPr>
              <p:cNvPr id="1070" name="CustomShape 6"/>
              <p:cNvSpPr/>
              <p:nvPr/>
            </p:nvSpPr>
            <p:spPr>
              <a:xfrm>
                <a:off x="6257880" y="1952640"/>
                <a:ext cx="294840" cy="489600"/>
              </a:xfrm>
              <a:custGeom>
                <a:avLst/>
                <a:gdLst/>
                <a:ahLst/>
                <a:rect l="l" t="t" r="r" b="b"/>
                <a:pathLst>
                  <a:path w="726841" h="1121399">
                    <a:moveTo>
                      <a:pt x="236325" y="1049494"/>
                    </a:moveTo>
                    <a:lnTo>
                      <a:pt x="495287" y="1049494"/>
                    </a:lnTo>
                    <a:cubicBezTo>
                      <a:pt x="491080" y="1064561"/>
                      <a:pt x="487966" y="1079199"/>
                      <a:pt x="485273" y="1093187"/>
                    </a:cubicBezTo>
                    <a:lnTo>
                      <a:pt x="245258" y="1092728"/>
                    </a:lnTo>
                    <a:close/>
                    <a:moveTo>
                      <a:pt x="363421" y="203844"/>
                    </a:moveTo>
                    <a:cubicBezTo>
                      <a:pt x="401307" y="203844"/>
                      <a:pt x="432020" y="234557"/>
                      <a:pt x="432020" y="272443"/>
                    </a:cubicBezTo>
                    <a:cubicBezTo>
                      <a:pt x="432020" y="310329"/>
                      <a:pt x="401307" y="341042"/>
                      <a:pt x="363421" y="341042"/>
                    </a:cubicBezTo>
                    <a:cubicBezTo>
                      <a:pt x="325534" y="341042"/>
                      <a:pt x="294821" y="310329"/>
                      <a:pt x="294821" y="272443"/>
                    </a:cubicBezTo>
                    <a:cubicBezTo>
                      <a:pt x="294821" y="234557"/>
                      <a:pt x="325534" y="203844"/>
                      <a:pt x="363421" y="203844"/>
                    </a:cubicBezTo>
                    <a:close/>
                    <a:moveTo>
                      <a:pt x="363421" y="135244"/>
                    </a:moveTo>
                    <a:cubicBezTo>
                      <a:pt x="287648" y="135244"/>
                      <a:pt x="226222" y="196671"/>
                      <a:pt x="226222" y="272443"/>
                    </a:cubicBezTo>
                    <a:cubicBezTo>
                      <a:pt x="226222" y="348216"/>
                      <a:pt x="287648" y="409642"/>
                      <a:pt x="363421" y="409642"/>
                    </a:cubicBezTo>
                    <a:cubicBezTo>
                      <a:pt x="439193" y="409642"/>
                      <a:pt x="500619" y="348216"/>
                      <a:pt x="500619" y="272443"/>
                    </a:cubicBezTo>
                    <a:cubicBezTo>
                      <a:pt x="500619" y="196671"/>
                      <a:pt x="439193" y="135244"/>
                      <a:pt x="363421" y="135244"/>
                    </a:cubicBezTo>
                    <a:close/>
                    <a:moveTo>
                      <a:pt x="196200" y="0"/>
                    </a:moveTo>
                    <a:cubicBezTo>
                      <a:pt x="300307" y="58658"/>
                      <a:pt x="427219" y="59450"/>
                      <a:pt x="531959" y="2129"/>
                    </a:cubicBezTo>
                    <a:cubicBezTo>
                      <a:pt x="645195" y="251105"/>
                      <a:pt x="615578" y="521951"/>
                      <a:pt x="565642" y="749813"/>
                    </a:cubicBezTo>
                    <a:lnTo>
                      <a:pt x="726841" y="904479"/>
                    </a:lnTo>
                    <a:lnTo>
                      <a:pt x="700460" y="1113326"/>
                    </a:lnTo>
                    <a:lnTo>
                      <a:pt x="510728" y="982128"/>
                    </a:lnTo>
                    <a:lnTo>
                      <a:pt x="503274" y="1014651"/>
                    </a:lnTo>
                    <a:lnTo>
                      <a:pt x="228241" y="1014651"/>
                    </a:lnTo>
                    <a:cubicBezTo>
                      <a:pt x="226194" y="1005458"/>
                      <a:pt x="223902" y="996068"/>
                      <a:pt x="221524" y="986461"/>
                    </a:cubicBezTo>
                    <a:lnTo>
                      <a:pt x="26381" y="1121399"/>
                    </a:lnTo>
                    <a:lnTo>
                      <a:pt x="0" y="912552"/>
                    </a:lnTo>
                    <a:lnTo>
                      <a:pt x="162681" y="756465"/>
                    </a:lnTo>
                    <a:lnTo>
                      <a:pt x="163137" y="757906"/>
                    </a:lnTo>
                    <a:lnTo>
                      <a:pt x="165881" y="748957"/>
                    </a:lnTo>
                    <a:cubicBezTo>
                      <a:pt x="117348" y="521774"/>
                      <a:pt x="87568" y="246912"/>
                      <a:pt x="196200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071" name="CustomShape 7"/>
              <p:cNvSpPr/>
              <p:nvPr/>
            </p:nvSpPr>
            <p:spPr>
              <a:xfrm>
                <a:off x="6344640" y="1851480"/>
                <a:ext cx="119880" cy="106200"/>
              </a:xfrm>
              <a:custGeom>
                <a:avLst/>
                <a:gdLst/>
                <a:ahLst/>
                <a:rect l="l" t="t" r="r" b="b"/>
                <a:pathLst>
                  <a:path w="298274" h="244742">
                    <a:moveTo>
                      <a:pt x="147328" y="0"/>
                    </a:moveTo>
                    <a:cubicBezTo>
                      <a:pt x="212319" y="65590"/>
                      <a:pt x="261867" y="134854"/>
                      <a:pt x="298274" y="206570"/>
                    </a:cubicBezTo>
                    <a:cubicBezTo>
                      <a:pt x="205418" y="258299"/>
                      <a:pt x="92251" y="257374"/>
                      <a:pt x="0" y="204273"/>
                    </a:cubicBezTo>
                    <a:cubicBezTo>
                      <a:pt x="35363" y="132633"/>
                      <a:pt x="83678" y="64016"/>
                      <a:pt x="147328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sp>
          <p:nvSpPr>
            <p:cNvPr id="1072" name="CustomShape 8"/>
            <p:cNvSpPr/>
            <p:nvPr/>
          </p:nvSpPr>
          <p:spPr>
            <a:xfrm>
              <a:off x="6133320" y="2462400"/>
              <a:ext cx="421200" cy="358560"/>
            </a:xfrm>
            <a:custGeom>
              <a:avLst/>
              <a:gdLst/>
              <a:ahLst/>
              <a:rect l="l" t="t" r="r" b="b"/>
              <a:pathLst>
                <a:path w="935319" h="738371">
                  <a:moveTo>
                    <a:pt x="570246" y="5904"/>
                  </a:moveTo>
                  <a:cubicBezTo>
                    <a:pt x="462283" y="64891"/>
                    <a:pt x="426421" y="317189"/>
                    <a:pt x="649701" y="474399"/>
                  </a:cubicBezTo>
                  <a:cubicBezTo>
                    <a:pt x="593836" y="327977"/>
                    <a:pt x="630970" y="255746"/>
                    <a:pt x="667057" y="182470"/>
                  </a:cubicBezTo>
                  <a:cubicBezTo>
                    <a:pt x="667659" y="219721"/>
                    <a:pt x="629598" y="299814"/>
                    <a:pt x="723199" y="346469"/>
                  </a:cubicBezTo>
                  <a:cubicBezTo>
                    <a:pt x="679394" y="206128"/>
                    <a:pt x="864427" y="161920"/>
                    <a:pt x="670152" y="6949"/>
                  </a:cubicBezTo>
                  <a:cubicBezTo>
                    <a:pt x="951156" y="47548"/>
                    <a:pt x="868526" y="190548"/>
                    <a:pt x="935319" y="334595"/>
                  </a:cubicBezTo>
                  <a:cubicBezTo>
                    <a:pt x="886447" y="343095"/>
                    <a:pt x="815632" y="212619"/>
                    <a:pt x="831546" y="274410"/>
                  </a:cubicBezTo>
                  <a:cubicBezTo>
                    <a:pt x="915063" y="518579"/>
                    <a:pt x="665249" y="525551"/>
                    <a:pt x="744586" y="738371"/>
                  </a:cubicBezTo>
                  <a:cubicBezTo>
                    <a:pt x="498005" y="724435"/>
                    <a:pt x="570128" y="495242"/>
                    <a:pt x="454164" y="439509"/>
                  </a:cubicBezTo>
                  <a:cubicBezTo>
                    <a:pt x="422689" y="433882"/>
                    <a:pt x="384944" y="459601"/>
                    <a:pt x="454829" y="574141"/>
                  </a:cubicBezTo>
                  <a:cubicBezTo>
                    <a:pt x="47812" y="270832"/>
                    <a:pt x="333584" y="22904"/>
                    <a:pt x="570246" y="5904"/>
                  </a:cubicBezTo>
                  <a:close/>
                  <a:moveTo>
                    <a:pt x="0" y="0"/>
                  </a:moveTo>
                  <a:lnTo>
                    <a:pt x="9284" y="0"/>
                  </a:lnTo>
                  <a:lnTo>
                    <a:pt x="746" y="590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1073" name="CustomShape 9"/>
          <p:cNvSpPr/>
          <p:nvPr/>
        </p:nvSpPr>
        <p:spPr>
          <a:xfrm>
            <a:off x="961920" y="6278040"/>
            <a:ext cx="10885320" cy="11962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74" name="CustomShape 10"/>
          <p:cNvSpPr/>
          <p:nvPr/>
        </p:nvSpPr>
        <p:spPr>
          <a:xfrm>
            <a:off x="1364760" y="6400800"/>
            <a:ext cx="100731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404040"/>
                </a:solidFill>
                <a:latin typeface="Arial"/>
                <a:ea typeface="Arial Unicode MS"/>
              </a:rPr>
              <a:t>Get a modern PowerPoint  Presentation that is beautifully designed.  Easy to change colors, photos and Text. You can simply impress your audience and add a unique zing and appeal to your Presentations. Get a modern PowerPoint  Presentation that is beautifully designed.  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075" name="CustomShape 11"/>
          <p:cNvSpPr/>
          <p:nvPr/>
        </p:nvSpPr>
        <p:spPr>
          <a:xfrm>
            <a:off x="261360" y="239400"/>
            <a:ext cx="12272040" cy="7288920"/>
          </a:xfrm>
          <a:prstGeom prst="frame">
            <a:avLst>
              <a:gd name="adj1" fmla="val 1002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1076" name="" descr=""/>
          <p:cNvPicPr/>
          <p:nvPr/>
        </p:nvPicPr>
        <p:blipFill>
          <a:blip r:embed="rId1"/>
          <a:stretch/>
        </p:blipFill>
        <p:spPr>
          <a:xfrm>
            <a:off x="144720" y="147960"/>
            <a:ext cx="3374640" cy="690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TextShape 1"/>
          <p:cNvSpPr txBox="1"/>
          <p:nvPr/>
        </p:nvSpPr>
        <p:spPr>
          <a:xfrm>
            <a:off x="0" y="184320"/>
            <a:ext cx="12801240" cy="869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720"/>
              </a:spcBef>
              <a:tabLst>
                <a:tab algn="l" pos="0"/>
              </a:tabLst>
            </a:pPr>
            <a:r>
              <a:rPr b="0" lang="en-US" sz="3600" spc="-1" strike="noStrike">
                <a:solidFill>
                  <a:srgbClr val="404040"/>
                </a:solidFill>
                <a:latin typeface="Arial"/>
                <a:ea typeface="Arial Unicode MS"/>
              </a:rPr>
              <a:t>Infographic Style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8" name="TextShape 2"/>
          <p:cNvSpPr txBox="1"/>
          <p:nvPr/>
        </p:nvSpPr>
        <p:spPr>
          <a:xfrm>
            <a:off x="0" y="1054440"/>
            <a:ext cx="12801240" cy="434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281"/>
              </a:spcBef>
              <a:tabLst>
                <a:tab algn="l" pos="0"/>
              </a:tabLst>
            </a:pPr>
            <a:r>
              <a:rPr b="0" lang="en-US" sz="1400" spc="-1" strike="noStrike">
                <a:solidFill>
                  <a:srgbClr val="404040"/>
                </a:solidFill>
                <a:latin typeface="Arial"/>
                <a:ea typeface="Arial Unicode MS"/>
              </a:rPr>
              <a:t>Insert the title of your subtitle Here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079" name="Group 3"/>
          <p:cNvGrpSpPr/>
          <p:nvPr/>
        </p:nvGrpSpPr>
        <p:grpSpPr>
          <a:xfrm>
            <a:off x="4964760" y="1490040"/>
            <a:ext cx="1429560" cy="1541880"/>
            <a:chOff x="4964760" y="1490040"/>
            <a:chExt cx="1429560" cy="1541880"/>
          </a:xfrm>
        </p:grpSpPr>
        <p:sp>
          <p:nvSpPr>
            <p:cNvPr id="1080" name="CustomShape 4"/>
            <p:cNvSpPr/>
            <p:nvPr/>
          </p:nvSpPr>
          <p:spPr>
            <a:xfrm rot="5400000">
              <a:off x="4908600" y="1546200"/>
              <a:ext cx="1541880" cy="1429560"/>
            </a:xfrm>
            <a:prstGeom prst="teardrop">
              <a:avLst>
                <a:gd name="adj" fmla="val 10000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081" name="CustomShape 5"/>
            <p:cNvSpPr/>
            <p:nvPr/>
          </p:nvSpPr>
          <p:spPr>
            <a:xfrm>
              <a:off x="5071320" y="1605600"/>
              <a:ext cx="1215000" cy="13111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1082" name="Group 6"/>
          <p:cNvGrpSpPr/>
          <p:nvPr/>
        </p:nvGrpSpPr>
        <p:grpSpPr>
          <a:xfrm>
            <a:off x="4773600" y="3066840"/>
            <a:ext cx="1428840" cy="1541880"/>
            <a:chOff x="4773600" y="3066840"/>
            <a:chExt cx="1428840" cy="1541880"/>
          </a:xfrm>
        </p:grpSpPr>
        <p:sp>
          <p:nvSpPr>
            <p:cNvPr id="1083" name="CustomShape 7"/>
            <p:cNvSpPr/>
            <p:nvPr/>
          </p:nvSpPr>
          <p:spPr>
            <a:xfrm rot="5400000">
              <a:off x="4717080" y="3123360"/>
              <a:ext cx="1541880" cy="1428840"/>
            </a:xfrm>
            <a:prstGeom prst="teardrop">
              <a:avLst>
                <a:gd name="adj" fmla="val 10000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084" name="CustomShape 8"/>
            <p:cNvSpPr/>
            <p:nvPr/>
          </p:nvSpPr>
          <p:spPr>
            <a:xfrm>
              <a:off x="4879440" y="3182400"/>
              <a:ext cx="1214640" cy="13111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1085" name="Group 9"/>
          <p:cNvGrpSpPr/>
          <p:nvPr/>
        </p:nvGrpSpPr>
        <p:grpSpPr>
          <a:xfrm>
            <a:off x="4577760" y="4609440"/>
            <a:ext cx="1429560" cy="1541880"/>
            <a:chOff x="4577760" y="4609440"/>
            <a:chExt cx="1429560" cy="1541880"/>
          </a:xfrm>
        </p:grpSpPr>
        <p:sp>
          <p:nvSpPr>
            <p:cNvPr id="1086" name="CustomShape 10"/>
            <p:cNvSpPr/>
            <p:nvPr/>
          </p:nvSpPr>
          <p:spPr>
            <a:xfrm rot="5400000">
              <a:off x="4521600" y="4665600"/>
              <a:ext cx="1541880" cy="1429560"/>
            </a:xfrm>
            <a:prstGeom prst="teardrop">
              <a:avLst>
                <a:gd name="adj" fmla="val 10000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087" name="CustomShape 11"/>
            <p:cNvSpPr/>
            <p:nvPr/>
          </p:nvSpPr>
          <p:spPr>
            <a:xfrm>
              <a:off x="4683600" y="4725000"/>
              <a:ext cx="1215360" cy="13111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1088" name="Group 12"/>
          <p:cNvGrpSpPr/>
          <p:nvPr/>
        </p:nvGrpSpPr>
        <p:grpSpPr>
          <a:xfrm>
            <a:off x="6482520" y="2529000"/>
            <a:ext cx="1429560" cy="1541880"/>
            <a:chOff x="6482520" y="2529000"/>
            <a:chExt cx="1429560" cy="1541880"/>
          </a:xfrm>
        </p:grpSpPr>
        <p:sp>
          <p:nvSpPr>
            <p:cNvPr id="1089" name="CustomShape 13"/>
            <p:cNvSpPr/>
            <p:nvPr/>
          </p:nvSpPr>
          <p:spPr>
            <a:xfrm flipH="1" rot="16200000">
              <a:off x="6426000" y="2585160"/>
              <a:ext cx="1541880" cy="1429560"/>
            </a:xfrm>
            <a:prstGeom prst="teardrop">
              <a:avLst>
                <a:gd name="adj" fmla="val 10000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090" name="CustomShape 14"/>
            <p:cNvSpPr/>
            <p:nvPr/>
          </p:nvSpPr>
          <p:spPr>
            <a:xfrm flipH="1">
              <a:off x="6589080" y="2643480"/>
              <a:ext cx="1214640" cy="131184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1091" name="Group 15"/>
          <p:cNvGrpSpPr/>
          <p:nvPr/>
        </p:nvGrpSpPr>
        <p:grpSpPr>
          <a:xfrm>
            <a:off x="6674400" y="4104720"/>
            <a:ext cx="1429560" cy="1541520"/>
            <a:chOff x="6674400" y="4104720"/>
            <a:chExt cx="1429560" cy="1541520"/>
          </a:xfrm>
        </p:grpSpPr>
        <p:sp>
          <p:nvSpPr>
            <p:cNvPr id="1092" name="CustomShape 16"/>
            <p:cNvSpPr/>
            <p:nvPr/>
          </p:nvSpPr>
          <p:spPr>
            <a:xfrm flipH="1" rot="16200000">
              <a:off x="6617880" y="4160520"/>
              <a:ext cx="1541520" cy="1429560"/>
            </a:xfrm>
            <a:prstGeom prst="teardrop">
              <a:avLst>
                <a:gd name="adj" fmla="val 10000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093" name="CustomShape 17"/>
            <p:cNvSpPr/>
            <p:nvPr/>
          </p:nvSpPr>
          <p:spPr>
            <a:xfrm flipH="1">
              <a:off x="6780960" y="4219920"/>
              <a:ext cx="1214640" cy="13111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1094" name="CustomShape 18"/>
          <p:cNvSpPr/>
          <p:nvPr/>
        </p:nvSpPr>
        <p:spPr>
          <a:xfrm>
            <a:off x="6290280" y="2875680"/>
            <a:ext cx="100440" cy="489528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95" name="CustomShape 19"/>
          <p:cNvSpPr/>
          <p:nvPr/>
        </p:nvSpPr>
        <p:spPr>
          <a:xfrm>
            <a:off x="6481800" y="4016880"/>
            <a:ext cx="100440" cy="375228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96" name="CustomShape 20"/>
          <p:cNvSpPr/>
          <p:nvPr/>
        </p:nvSpPr>
        <p:spPr>
          <a:xfrm>
            <a:off x="6098040" y="4016880"/>
            <a:ext cx="100440" cy="375228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97" name="CustomShape 21"/>
          <p:cNvSpPr/>
          <p:nvPr/>
        </p:nvSpPr>
        <p:spPr>
          <a:xfrm>
            <a:off x="5906160" y="5431680"/>
            <a:ext cx="100440" cy="23389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98" name="CustomShape 22"/>
          <p:cNvSpPr/>
          <p:nvPr/>
        </p:nvSpPr>
        <p:spPr>
          <a:xfrm>
            <a:off x="6674400" y="5431680"/>
            <a:ext cx="100440" cy="23389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99" name="CustomShape 23"/>
          <p:cNvSpPr/>
          <p:nvPr/>
        </p:nvSpPr>
        <p:spPr>
          <a:xfrm rot="16200000">
            <a:off x="5402160" y="2006280"/>
            <a:ext cx="551160" cy="510840"/>
          </a:xfrm>
          <a:custGeom>
            <a:avLst/>
            <a:gdLst/>
            <a:ahLst/>
            <a:rect l="l" t="t" r="r" b="b"/>
            <a:pathLst>
              <a:path w="3185463" h="3187558">
                <a:moveTo>
                  <a:pt x="764000" y="2343999"/>
                </a:moveTo>
                <a:cubicBezTo>
                  <a:pt x="566798" y="2256389"/>
                  <a:pt x="385374" y="2134753"/>
                  <a:pt x="230072" y="1981662"/>
                </a:cubicBezTo>
                <a:cubicBezTo>
                  <a:pt x="297001" y="2223876"/>
                  <a:pt x="428049" y="2439341"/>
                  <a:pt x="603989" y="2608945"/>
                </a:cubicBezTo>
                <a:cubicBezTo>
                  <a:pt x="667739" y="2525681"/>
                  <a:pt x="720588" y="2436567"/>
                  <a:pt x="764000" y="2343999"/>
                </a:cubicBezTo>
                <a:close/>
                <a:moveTo>
                  <a:pt x="783530" y="862903"/>
                </a:moveTo>
                <a:cubicBezTo>
                  <a:pt x="737619" y="760936"/>
                  <a:pt x="681240" y="662513"/>
                  <a:pt x="611676" y="571152"/>
                </a:cubicBezTo>
                <a:cubicBezTo>
                  <a:pt x="419218" y="754019"/>
                  <a:pt x="279227" y="991173"/>
                  <a:pt x="215545" y="1258034"/>
                </a:cubicBezTo>
                <a:cubicBezTo>
                  <a:pt x="378729" y="1090139"/>
                  <a:pt x="571934" y="956907"/>
                  <a:pt x="783530" y="862903"/>
                </a:cubicBezTo>
                <a:close/>
                <a:moveTo>
                  <a:pt x="935657" y="1673146"/>
                </a:moveTo>
                <a:lnTo>
                  <a:pt x="227023" y="1673146"/>
                </a:lnTo>
                <a:cubicBezTo>
                  <a:pt x="393068" y="1882941"/>
                  <a:pt x="605618" y="2045968"/>
                  <a:pt x="844267" y="2153109"/>
                </a:cubicBezTo>
                <a:cubicBezTo>
                  <a:pt x="897907" y="1997390"/>
                  <a:pt x="928862" y="1835739"/>
                  <a:pt x="935657" y="1673146"/>
                </a:cubicBezTo>
                <a:close/>
                <a:moveTo>
                  <a:pt x="935928" y="1493146"/>
                </a:moveTo>
                <a:cubicBezTo>
                  <a:pt x="928922" y="1345638"/>
                  <a:pt x="902278" y="1198995"/>
                  <a:pt x="856775" y="1056956"/>
                </a:cubicBezTo>
                <a:cubicBezTo>
                  <a:pt x="636768" y="1156959"/>
                  <a:pt x="439487" y="1304654"/>
                  <a:pt x="281464" y="1493146"/>
                </a:cubicBezTo>
                <a:close/>
                <a:moveTo>
                  <a:pt x="1469785" y="2515107"/>
                </a:moveTo>
                <a:cubicBezTo>
                  <a:pt x="1283000" y="2508124"/>
                  <a:pt x="1100523" y="2472287"/>
                  <a:pt x="927628" y="2411229"/>
                </a:cubicBezTo>
                <a:cubicBezTo>
                  <a:pt x="876831" y="2520843"/>
                  <a:pt x="814172" y="2626182"/>
                  <a:pt x="738220" y="2724387"/>
                </a:cubicBezTo>
                <a:cubicBezTo>
                  <a:pt x="944637" y="2881665"/>
                  <a:pt x="1196120" y="2982471"/>
                  <a:pt x="1469785" y="3005418"/>
                </a:cubicBezTo>
                <a:close/>
                <a:moveTo>
                  <a:pt x="1469785" y="1673146"/>
                </a:moveTo>
                <a:lnTo>
                  <a:pt x="1112275" y="1673146"/>
                </a:lnTo>
                <a:cubicBezTo>
                  <a:pt x="1105327" y="1858153"/>
                  <a:pt x="1070032" y="2042144"/>
                  <a:pt x="1008001" y="2219039"/>
                </a:cubicBezTo>
                <a:cubicBezTo>
                  <a:pt x="1155519" y="2270408"/>
                  <a:pt x="1310845" y="2300826"/>
                  <a:pt x="1469785" y="2307834"/>
                </a:cubicBezTo>
                <a:close/>
                <a:moveTo>
                  <a:pt x="1469785" y="898989"/>
                </a:moveTo>
                <a:cubicBezTo>
                  <a:pt x="1315103" y="907762"/>
                  <a:pt x="1164166" y="938783"/>
                  <a:pt x="1020939" y="990066"/>
                </a:cubicBezTo>
                <a:cubicBezTo>
                  <a:pt x="1074574" y="1153655"/>
                  <a:pt x="1105461" y="1322925"/>
                  <a:pt x="1112368" y="1493146"/>
                </a:cubicBezTo>
                <a:lnTo>
                  <a:pt x="1469785" y="1493146"/>
                </a:lnTo>
                <a:close/>
                <a:moveTo>
                  <a:pt x="1469785" y="182141"/>
                </a:moveTo>
                <a:cubicBezTo>
                  <a:pt x="1199839" y="204777"/>
                  <a:pt x="951477" y="303168"/>
                  <a:pt x="746615" y="456764"/>
                </a:cubicBezTo>
                <a:cubicBezTo>
                  <a:pt x="828296" y="562801"/>
                  <a:pt x="894225" y="677310"/>
                  <a:pt x="947434" y="796072"/>
                </a:cubicBezTo>
                <a:cubicBezTo>
                  <a:pt x="1113886" y="736067"/>
                  <a:pt x="1289644" y="700323"/>
                  <a:pt x="1469785" y="691530"/>
                </a:cubicBezTo>
                <a:close/>
                <a:moveTo>
                  <a:pt x="2150063" y="992171"/>
                </a:moveTo>
                <a:cubicBezTo>
                  <a:pt x="1990712" y="935501"/>
                  <a:pt x="1822242" y="902595"/>
                  <a:pt x="1649785" y="897224"/>
                </a:cubicBezTo>
                <a:lnTo>
                  <a:pt x="1649785" y="1493146"/>
                </a:lnTo>
                <a:lnTo>
                  <a:pt x="2063712" y="1493146"/>
                </a:lnTo>
                <a:cubicBezTo>
                  <a:pt x="2069089" y="1323887"/>
                  <a:pt x="2098366" y="1155330"/>
                  <a:pt x="2150063" y="992171"/>
                </a:cubicBezTo>
                <a:close/>
                <a:moveTo>
                  <a:pt x="2168848" y="2199110"/>
                </a:moveTo>
                <a:cubicBezTo>
                  <a:pt x="2108555" y="2028681"/>
                  <a:pt x="2073581" y="1851532"/>
                  <a:pt x="2065295" y="1673146"/>
                </a:cubicBezTo>
                <a:lnTo>
                  <a:pt x="1649785" y="1673146"/>
                </a:lnTo>
                <a:lnTo>
                  <a:pt x="1649785" y="2307299"/>
                </a:lnTo>
                <a:cubicBezTo>
                  <a:pt x="1829404" y="2299517"/>
                  <a:pt x="2004315" y="2261965"/>
                  <a:pt x="2168848" y="2199110"/>
                </a:cubicBezTo>
                <a:close/>
                <a:moveTo>
                  <a:pt x="2422394" y="446879"/>
                </a:moveTo>
                <a:cubicBezTo>
                  <a:pt x="2204309" y="287209"/>
                  <a:pt x="1938140" y="189883"/>
                  <a:pt x="1649785" y="178919"/>
                </a:cubicBezTo>
                <a:lnTo>
                  <a:pt x="1649785" y="689876"/>
                </a:lnTo>
                <a:cubicBezTo>
                  <a:pt x="1846998" y="695154"/>
                  <a:pt x="2039668" y="732502"/>
                  <a:pt x="2221721" y="797410"/>
                </a:cubicBezTo>
                <a:cubicBezTo>
                  <a:pt x="2275056" y="675360"/>
                  <a:pt x="2341760" y="557662"/>
                  <a:pt x="2422394" y="446879"/>
                </a:cubicBezTo>
                <a:close/>
                <a:moveTo>
                  <a:pt x="2447278" y="2722123"/>
                </a:moveTo>
                <a:cubicBezTo>
                  <a:pt x="2366121" y="2618714"/>
                  <a:pt x="2299534" y="2507403"/>
                  <a:pt x="2246145" y="2391362"/>
                </a:cubicBezTo>
                <a:cubicBezTo>
                  <a:pt x="2057375" y="2464119"/>
                  <a:pt x="1856285" y="2506958"/>
                  <a:pt x="1649785" y="2514779"/>
                </a:cubicBezTo>
                <a:lnTo>
                  <a:pt x="1649785" y="3008639"/>
                </a:lnTo>
                <a:cubicBezTo>
                  <a:pt x="1949198" y="2997255"/>
                  <a:pt x="2224691" y="2892757"/>
                  <a:pt x="2447278" y="2722123"/>
                </a:cubicBezTo>
                <a:close/>
                <a:moveTo>
                  <a:pt x="2878934" y="1493146"/>
                </a:moveTo>
                <a:cubicBezTo>
                  <a:pt x="2723190" y="1307255"/>
                  <a:pt x="2529440" y="1161128"/>
                  <a:pt x="2313862" y="1060620"/>
                </a:cubicBezTo>
                <a:cubicBezTo>
                  <a:pt x="2270535" y="1201714"/>
                  <a:pt x="2245604" y="1347104"/>
                  <a:pt x="2240109" y="1493146"/>
                </a:cubicBezTo>
                <a:close/>
                <a:moveTo>
                  <a:pt x="2890636" y="1673146"/>
                </a:moveTo>
                <a:lnTo>
                  <a:pt x="2241814" y="1673146"/>
                </a:lnTo>
                <a:cubicBezTo>
                  <a:pt x="2249736" y="1827102"/>
                  <a:pt x="2279520" y="1979973"/>
                  <a:pt x="2329964" y="2127513"/>
                </a:cubicBezTo>
                <a:cubicBezTo>
                  <a:pt x="2545677" y="2019923"/>
                  <a:pt x="2738160" y="1866413"/>
                  <a:pt x="2890636" y="1673146"/>
                </a:cubicBezTo>
                <a:close/>
                <a:moveTo>
                  <a:pt x="2973035" y="1284386"/>
                </a:moveTo>
                <a:cubicBezTo>
                  <a:pt x="2912066" y="1001840"/>
                  <a:pt x="2765308" y="751379"/>
                  <a:pt x="2561381" y="561108"/>
                </a:cubicBezTo>
                <a:cubicBezTo>
                  <a:pt x="2489321" y="656437"/>
                  <a:pt x="2431363" y="759225"/>
                  <a:pt x="2384553" y="865647"/>
                </a:cubicBezTo>
                <a:cubicBezTo>
                  <a:pt x="2604520" y="964977"/>
                  <a:pt x="2804622" y="1106677"/>
                  <a:pt x="2973035" y="1284386"/>
                </a:cubicBezTo>
                <a:close/>
                <a:moveTo>
                  <a:pt x="2974277" y="1897328"/>
                </a:moveTo>
                <a:cubicBezTo>
                  <a:pt x="2812488" y="2073933"/>
                  <a:pt x="2619878" y="2216690"/>
                  <a:pt x="2407486" y="2319665"/>
                </a:cubicBezTo>
                <a:cubicBezTo>
                  <a:pt x="2454169" y="2420503"/>
                  <a:pt x="2511856" y="2517376"/>
                  <a:pt x="2582047" y="2607468"/>
                </a:cubicBezTo>
                <a:cubicBezTo>
                  <a:pt x="2776399" y="2417974"/>
                  <a:pt x="2916061" y="2172750"/>
                  <a:pt x="2974277" y="1897328"/>
                </a:cubicBezTo>
                <a:close/>
                <a:moveTo>
                  <a:pt x="3185463" y="1593779"/>
                </a:moveTo>
                <a:cubicBezTo>
                  <a:pt x="3185463" y="2473999"/>
                  <a:pt x="2471904" y="3187558"/>
                  <a:pt x="1591684" y="3187558"/>
                </a:cubicBezTo>
                <a:cubicBezTo>
                  <a:pt x="738111" y="3187558"/>
                  <a:pt x="41261" y="2516549"/>
                  <a:pt x="1913" y="1673146"/>
                </a:cubicBezTo>
                <a:lnTo>
                  <a:pt x="0" y="1673146"/>
                </a:lnTo>
                <a:lnTo>
                  <a:pt x="0" y="1493146"/>
                </a:lnTo>
                <a:lnTo>
                  <a:pt x="2750" y="1493146"/>
                </a:lnTo>
                <a:cubicBezTo>
                  <a:pt x="50490" y="700174"/>
                  <a:pt x="679654" y="64473"/>
                  <a:pt x="1469785" y="6156"/>
                </a:cubicBezTo>
                <a:lnTo>
                  <a:pt x="1469785" y="0"/>
                </a:lnTo>
                <a:lnTo>
                  <a:pt x="1591684" y="0"/>
                </a:lnTo>
                <a:lnTo>
                  <a:pt x="1649785" y="0"/>
                </a:lnTo>
                <a:lnTo>
                  <a:pt x="1649785" y="2934"/>
                </a:lnTo>
                <a:cubicBezTo>
                  <a:pt x="2503127" y="31654"/>
                  <a:pt x="3185463" y="733032"/>
                  <a:pt x="3185463" y="1593779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00" name="CustomShape 24"/>
          <p:cNvSpPr/>
          <p:nvPr/>
        </p:nvSpPr>
        <p:spPr>
          <a:xfrm>
            <a:off x="5274360" y="3627360"/>
            <a:ext cx="425880" cy="382680"/>
          </a:xfrm>
          <a:custGeom>
            <a:avLst/>
            <a:gdLst/>
            <a:ahLst/>
            <a:rect l="l" t="t" r="r" b="b"/>
            <a:pathLst>
              <a:path w="3186824" h="2663936">
                <a:moveTo>
                  <a:pt x="2624444" y="2376100"/>
                </a:moveTo>
                <a:lnTo>
                  <a:pt x="2624444" y="2520100"/>
                </a:lnTo>
                <a:lnTo>
                  <a:pt x="2952463" y="2520100"/>
                </a:lnTo>
                <a:lnTo>
                  <a:pt x="2952463" y="2376100"/>
                </a:lnTo>
                <a:close/>
                <a:moveTo>
                  <a:pt x="210911" y="2376100"/>
                </a:moveTo>
                <a:lnTo>
                  <a:pt x="210911" y="2520100"/>
                </a:lnTo>
                <a:lnTo>
                  <a:pt x="538930" y="2520100"/>
                </a:lnTo>
                <a:lnTo>
                  <a:pt x="538930" y="2376100"/>
                </a:lnTo>
                <a:close/>
                <a:moveTo>
                  <a:pt x="2624444" y="2095269"/>
                </a:moveTo>
                <a:lnTo>
                  <a:pt x="2624444" y="2239269"/>
                </a:lnTo>
                <a:lnTo>
                  <a:pt x="2952463" y="2239269"/>
                </a:lnTo>
                <a:lnTo>
                  <a:pt x="2952463" y="2095269"/>
                </a:lnTo>
                <a:close/>
                <a:moveTo>
                  <a:pt x="210911" y="2095269"/>
                </a:moveTo>
                <a:lnTo>
                  <a:pt x="210911" y="2239269"/>
                </a:lnTo>
                <a:lnTo>
                  <a:pt x="538930" y="2239269"/>
                </a:lnTo>
                <a:lnTo>
                  <a:pt x="538930" y="2095269"/>
                </a:lnTo>
                <a:close/>
                <a:moveTo>
                  <a:pt x="2624444" y="1814436"/>
                </a:moveTo>
                <a:lnTo>
                  <a:pt x="2624444" y="1958436"/>
                </a:lnTo>
                <a:lnTo>
                  <a:pt x="2952463" y="1958436"/>
                </a:lnTo>
                <a:lnTo>
                  <a:pt x="2952463" y="1814436"/>
                </a:lnTo>
                <a:close/>
                <a:moveTo>
                  <a:pt x="210911" y="1814436"/>
                </a:moveTo>
                <a:lnTo>
                  <a:pt x="210911" y="1958436"/>
                </a:lnTo>
                <a:lnTo>
                  <a:pt x="538930" y="1958436"/>
                </a:lnTo>
                <a:lnTo>
                  <a:pt x="538930" y="1814436"/>
                </a:lnTo>
                <a:close/>
                <a:moveTo>
                  <a:pt x="2624444" y="1533603"/>
                </a:moveTo>
                <a:lnTo>
                  <a:pt x="2624444" y="1677603"/>
                </a:lnTo>
                <a:lnTo>
                  <a:pt x="2952463" y="1677603"/>
                </a:lnTo>
                <a:lnTo>
                  <a:pt x="2952463" y="1533603"/>
                </a:lnTo>
                <a:close/>
                <a:moveTo>
                  <a:pt x="210911" y="1533603"/>
                </a:moveTo>
                <a:lnTo>
                  <a:pt x="210911" y="1677603"/>
                </a:lnTo>
                <a:lnTo>
                  <a:pt x="538930" y="1677603"/>
                </a:lnTo>
                <a:lnTo>
                  <a:pt x="538930" y="1533603"/>
                </a:lnTo>
                <a:close/>
                <a:moveTo>
                  <a:pt x="2624444" y="1252770"/>
                </a:moveTo>
                <a:lnTo>
                  <a:pt x="2624444" y="1396770"/>
                </a:lnTo>
                <a:lnTo>
                  <a:pt x="2952463" y="1396770"/>
                </a:lnTo>
                <a:lnTo>
                  <a:pt x="2952463" y="1252770"/>
                </a:lnTo>
                <a:close/>
                <a:moveTo>
                  <a:pt x="210911" y="1252770"/>
                </a:moveTo>
                <a:lnTo>
                  <a:pt x="210911" y="1396770"/>
                </a:lnTo>
                <a:lnTo>
                  <a:pt x="538930" y="1396770"/>
                </a:lnTo>
                <a:lnTo>
                  <a:pt x="538930" y="1252770"/>
                </a:lnTo>
                <a:close/>
                <a:moveTo>
                  <a:pt x="2624444" y="971937"/>
                </a:moveTo>
                <a:lnTo>
                  <a:pt x="2624444" y="1115937"/>
                </a:lnTo>
                <a:lnTo>
                  <a:pt x="2952463" y="1115937"/>
                </a:lnTo>
                <a:lnTo>
                  <a:pt x="2952463" y="971937"/>
                </a:lnTo>
                <a:close/>
                <a:moveTo>
                  <a:pt x="210911" y="971937"/>
                </a:moveTo>
                <a:lnTo>
                  <a:pt x="210911" y="1115937"/>
                </a:lnTo>
                <a:lnTo>
                  <a:pt x="538930" y="1115937"/>
                </a:lnTo>
                <a:lnTo>
                  <a:pt x="538930" y="971937"/>
                </a:lnTo>
                <a:close/>
                <a:moveTo>
                  <a:pt x="2624444" y="691104"/>
                </a:moveTo>
                <a:lnTo>
                  <a:pt x="2624444" y="835104"/>
                </a:lnTo>
                <a:lnTo>
                  <a:pt x="2952463" y="835104"/>
                </a:lnTo>
                <a:lnTo>
                  <a:pt x="2952463" y="691104"/>
                </a:lnTo>
                <a:close/>
                <a:moveTo>
                  <a:pt x="210911" y="691104"/>
                </a:moveTo>
                <a:lnTo>
                  <a:pt x="210911" y="835104"/>
                </a:lnTo>
                <a:lnTo>
                  <a:pt x="538930" y="835104"/>
                </a:lnTo>
                <a:lnTo>
                  <a:pt x="538930" y="691104"/>
                </a:lnTo>
                <a:close/>
                <a:moveTo>
                  <a:pt x="988006" y="552354"/>
                </a:moveTo>
                <a:lnTo>
                  <a:pt x="988006" y="2111583"/>
                </a:lnTo>
                <a:lnTo>
                  <a:pt x="2332169" y="1331969"/>
                </a:lnTo>
                <a:close/>
                <a:moveTo>
                  <a:pt x="2624444" y="410271"/>
                </a:moveTo>
                <a:lnTo>
                  <a:pt x="2624444" y="554271"/>
                </a:lnTo>
                <a:lnTo>
                  <a:pt x="2952463" y="554271"/>
                </a:lnTo>
                <a:lnTo>
                  <a:pt x="2952463" y="410271"/>
                </a:lnTo>
                <a:close/>
                <a:moveTo>
                  <a:pt x="210911" y="410271"/>
                </a:moveTo>
                <a:lnTo>
                  <a:pt x="210911" y="554271"/>
                </a:lnTo>
                <a:lnTo>
                  <a:pt x="538930" y="554271"/>
                </a:lnTo>
                <a:lnTo>
                  <a:pt x="538930" y="410271"/>
                </a:lnTo>
                <a:close/>
                <a:moveTo>
                  <a:pt x="2624444" y="129438"/>
                </a:moveTo>
                <a:lnTo>
                  <a:pt x="2624444" y="273438"/>
                </a:lnTo>
                <a:lnTo>
                  <a:pt x="2952463" y="273438"/>
                </a:lnTo>
                <a:lnTo>
                  <a:pt x="2952463" y="129438"/>
                </a:lnTo>
                <a:close/>
                <a:moveTo>
                  <a:pt x="210911" y="129438"/>
                </a:moveTo>
                <a:lnTo>
                  <a:pt x="210911" y="273438"/>
                </a:lnTo>
                <a:lnTo>
                  <a:pt x="538930" y="273438"/>
                </a:lnTo>
                <a:lnTo>
                  <a:pt x="538930" y="129438"/>
                </a:lnTo>
                <a:close/>
                <a:moveTo>
                  <a:pt x="0" y="0"/>
                </a:moveTo>
                <a:lnTo>
                  <a:pt x="3186824" y="0"/>
                </a:lnTo>
                <a:lnTo>
                  <a:pt x="3186824" y="2663936"/>
                </a:lnTo>
                <a:lnTo>
                  <a:pt x="0" y="2663936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01" name="CustomShape 25"/>
          <p:cNvSpPr/>
          <p:nvPr/>
        </p:nvSpPr>
        <p:spPr>
          <a:xfrm rot="8100000">
            <a:off x="6970320" y="3098160"/>
            <a:ext cx="428400" cy="426960"/>
          </a:xfrm>
          <a:custGeom>
            <a:avLst/>
            <a:gdLst/>
            <a:ahLst/>
            <a:rect l="l" t="t" r="r" b="b"/>
            <a:pathLst>
              <a:path w="2483832" h="2483835">
                <a:moveTo>
                  <a:pt x="657616" y="1826218"/>
                </a:moveTo>
                <a:cubicBezTo>
                  <a:pt x="806520" y="1975122"/>
                  <a:pt x="1047940" y="1975122"/>
                  <a:pt x="1196844" y="1826218"/>
                </a:cubicBezTo>
                <a:cubicBezTo>
                  <a:pt x="1345748" y="1677314"/>
                  <a:pt x="1345748" y="1435894"/>
                  <a:pt x="1196844" y="1286990"/>
                </a:cubicBezTo>
                <a:cubicBezTo>
                  <a:pt x="1047940" y="1138086"/>
                  <a:pt x="806520" y="1138086"/>
                  <a:pt x="657616" y="1286990"/>
                </a:cubicBezTo>
                <a:cubicBezTo>
                  <a:pt x="508712" y="1435894"/>
                  <a:pt x="508712" y="1677314"/>
                  <a:pt x="657616" y="1826218"/>
                </a:cubicBezTo>
                <a:close/>
                <a:moveTo>
                  <a:pt x="293335" y="2190500"/>
                </a:moveTo>
                <a:cubicBezTo>
                  <a:pt x="112098" y="2009262"/>
                  <a:pt x="0" y="1758885"/>
                  <a:pt x="0" y="1482325"/>
                </a:cubicBezTo>
                <a:cubicBezTo>
                  <a:pt x="0" y="929206"/>
                  <a:pt x="459290" y="590078"/>
                  <a:pt x="1001509" y="480815"/>
                </a:cubicBezTo>
                <a:cubicBezTo>
                  <a:pt x="1569704" y="366317"/>
                  <a:pt x="1861757" y="259925"/>
                  <a:pt x="2483832" y="0"/>
                </a:cubicBezTo>
                <a:cubicBezTo>
                  <a:pt x="2230640" y="682694"/>
                  <a:pt x="2130986" y="873716"/>
                  <a:pt x="2003018" y="1482325"/>
                </a:cubicBezTo>
                <a:cubicBezTo>
                  <a:pt x="1901990" y="2042180"/>
                  <a:pt x="1554627" y="2483835"/>
                  <a:pt x="1001509" y="2483835"/>
                </a:cubicBezTo>
                <a:cubicBezTo>
                  <a:pt x="724950" y="2483835"/>
                  <a:pt x="474573" y="2371737"/>
                  <a:pt x="293335" y="219050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02" name="CustomShape 26"/>
          <p:cNvSpPr/>
          <p:nvPr/>
        </p:nvSpPr>
        <p:spPr>
          <a:xfrm rot="2700000">
            <a:off x="7209720" y="4548600"/>
            <a:ext cx="324360" cy="618480"/>
          </a:xfrm>
          <a:custGeom>
            <a:avLst/>
            <a:gdLst/>
            <a:ah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03" name="CustomShape 27"/>
          <p:cNvSpPr/>
          <p:nvPr/>
        </p:nvSpPr>
        <p:spPr>
          <a:xfrm>
            <a:off x="5027040" y="5189760"/>
            <a:ext cx="459000" cy="381600"/>
          </a:xfrm>
          <a:custGeom>
            <a:avLst/>
            <a:gdLst/>
            <a:ahLst/>
            <a:rect l="l" t="t" r="r" b="b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1104" name="Group 28"/>
          <p:cNvGrpSpPr/>
          <p:nvPr/>
        </p:nvGrpSpPr>
        <p:grpSpPr>
          <a:xfrm>
            <a:off x="1230840" y="1609560"/>
            <a:ext cx="3554280" cy="784080"/>
            <a:chOff x="1230840" y="1609560"/>
            <a:chExt cx="3554280" cy="784080"/>
          </a:xfrm>
        </p:grpSpPr>
        <p:sp>
          <p:nvSpPr>
            <p:cNvPr id="1105" name="CustomShape 29"/>
            <p:cNvSpPr/>
            <p:nvPr/>
          </p:nvSpPr>
          <p:spPr>
            <a:xfrm>
              <a:off x="1230840" y="1938240"/>
              <a:ext cx="355428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r"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and appeal to your Presentations.   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1106" name="CustomShape 30"/>
            <p:cNvSpPr/>
            <p:nvPr/>
          </p:nvSpPr>
          <p:spPr>
            <a:xfrm>
              <a:off x="1230840" y="1609560"/>
              <a:ext cx="355428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r">
                <a:lnSpc>
                  <a:spcPct val="100000"/>
                </a:lnSpc>
              </a:pPr>
              <a:r>
                <a:rPr b="1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b="0" lang="en-US" sz="1200" spc="-1" strike="noStrike">
                <a:latin typeface="Arial"/>
              </a:endParaRPr>
            </a:p>
          </p:txBody>
        </p:sp>
      </p:grpSp>
      <p:grpSp>
        <p:nvGrpSpPr>
          <p:cNvPr id="1107" name="Group 31"/>
          <p:cNvGrpSpPr/>
          <p:nvPr/>
        </p:nvGrpSpPr>
        <p:grpSpPr>
          <a:xfrm>
            <a:off x="1093320" y="3139200"/>
            <a:ext cx="3554280" cy="784080"/>
            <a:chOff x="1093320" y="3139200"/>
            <a:chExt cx="3554280" cy="784080"/>
          </a:xfrm>
        </p:grpSpPr>
        <p:sp>
          <p:nvSpPr>
            <p:cNvPr id="1108" name="CustomShape 32"/>
            <p:cNvSpPr/>
            <p:nvPr/>
          </p:nvSpPr>
          <p:spPr>
            <a:xfrm>
              <a:off x="1093320" y="3467880"/>
              <a:ext cx="355428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r"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and appeal to your Presentations.   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1109" name="CustomShape 33"/>
            <p:cNvSpPr/>
            <p:nvPr/>
          </p:nvSpPr>
          <p:spPr>
            <a:xfrm>
              <a:off x="1093320" y="3139200"/>
              <a:ext cx="355428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r">
                <a:lnSpc>
                  <a:spcPct val="100000"/>
                </a:lnSpc>
              </a:pPr>
              <a:r>
                <a:rPr b="1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b="0" lang="en-US" sz="1200" spc="-1" strike="noStrike">
                <a:latin typeface="Arial"/>
              </a:endParaRPr>
            </a:p>
          </p:txBody>
        </p:sp>
      </p:grpSp>
      <p:grpSp>
        <p:nvGrpSpPr>
          <p:cNvPr id="1110" name="Group 34"/>
          <p:cNvGrpSpPr/>
          <p:nvPr/>
        </p:nvGrpSpPr>
        <p:grpSpPr>
          <a:xfrm>
            <a:off x="955080" y="4669920"/>
            <a:ext cx="3554280" cy="784080"/>
            <a:chOff x="955080" y="4669920"/>
            <a:chExt cx="3554280" cy="784080"/>
          </a:xfrm>
        </p:grpSpPr>
        <p:sp>
          <p:nvSpPr>
            <p:cNvPr id="1111" name="CustomShape 35"/>
            <p:cNvSpPr/>
            <p:nvPr/>
          </p:nvSpPr>
          <p:spPr>
            <a:xfrm>
              <a:off x="955080" y="4998600"/>
              <a:ext cx="355428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r"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and appeal to your Presentations.   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1112" name="CustomShape 36"/>
            <p:cNvSpPr/>
            <p:nvPr/>
          </p:nvSpPr>
          <p:spPr>
            <a:xfrm>
              <a:off x="955080" y="4669920"/>
              <a:ext cx="355428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r">
                <a:lnSpc>
                  <a:spcPct val="100000"/>
                </a:lnSpc>
              </a:pPr>
              <a:r>
                <a:rPr b="1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b="0" lang="en-US" sz="1200" spc="-1" strike="noStrike">
                <a:latin typeface="Arial"/>
              </a:endParaRPr>
            </a:p>
          </p:txBody>
        </p:sp>
      </p:grpSp>
      <p:grpSp>
        <p:nvGrpSpPr>
          <p:cNvPr id="1113" name="Group 37"/>
          <p:cNvGrpSpPr/>
          <p:nvPr/>
        </p:nvGrpSpPr>
        <p:grpSpPr>
          <a:xfrm>
            <a:off x="8166240" y="2696760"/>
            <a:ext cx="3554280" cy="784080"/>
            <a:chOff x="8166240" y="2696760"/>
            <a:chExt cx="3554280" cy="784080"/>
          </a:xfrm>
        </p:grpSpPr>
        <p:sp>
          <p:nvSpPr>
            <p:cNvPr id="1114" name="CustomShape 38"/>
            <p:cNvSpPr/>
            <p:nvPr/>
          </p:nvSpPr>
          <p:spPr>
            <a:xfrm>
              <a:off x="8166240" y="3025440"/>
              <a:ext cx="355428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and appeal to your Presentations.   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1115" name="CustomShape 39"/>
            <p:cNvSpPr/>
            <p:nvPr/>
          </p:nvSpPr>
          <p:spPr>
            <a:xfrm>
              <a:off x="8166240" y="2696760"/>
              <a:ext cx="355428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1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b="0" lang="en-US" sz="1200" spc="-1" strike="noStrike">
                <a:latin typeface="Arial"/>
              </a:endParaRPr>
            </a:p>
          </p:txBody>
        </p:sp>
      </p:grpSp>
      <p:grpSp>
        <p:nvGrpSpPr>
          <p:cNvPr id="1116" name="Group 40"/>
          <p:cNvGrpSpPr/>
          <p:nvPr/>
        </p:nvGrpSpPr>
        <p:grpSpPr>
          <a:xfrm>
            <a:off x="8210520" y="4226760"/>
            <a:ext cx="3554280" cy="784080"/>
            <a:chOff x="8210520" y="4226760"/>
            <a:chExt cx="3554280" cy="784080"/>
          </a:xfrm>
        </p:grpSpPr>
        <p:sp>
          <p:nvSpPr>
            <p:cNvPr id="1117" name="CustomShape 41"/>
            <p:cNvSpPr/>
            <p:nvPr/>
          </p:nvSpPr>
          <p:spPr>
            <a:xfrm>
              <a:off x="8210520" y="4555440"/>
              <a:ext cx="355428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and appeal to your Presentations.   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1118" name="CustomShape 42"/>
            <p:cNvSpPr/>
            <p:nvPr/>
          </p:nvSpPr>
          <p:spPr>
            <a:xfrm>
              <a:off x="8210520" y="4226760"/>
              <a:ext cx="355428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1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b="0" lang="en-US" sz="1200" spc="-1" strike="noStrike">
                <a:latin typeface="Arial"/>
              </a:endParaRPr>
            </a:p>
          </p:txBody>
        </p:sp>
      </p:grpSp>
      <p:pic>
        <p:nvPicPr>
          <p:cNvPr id="1119" name="" descr=""/>
          <p:cNvPicPr/>
          <p:nvPr/>
        </p:nvPicPr>
        <p:blipFill>
          <a:blip r:embed="rId1"/>
          <a:stretch/>
        </p:blipFill>
        <p:spPr>
          <a:xfrm>
            <a:off x="144720" y="147960"/>
            <a:ext cx="3374640" cy="690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20" name="차트 22"/>
          <p:cNvGraphicFramePr/>
          <p:nvPr/>
        </p:nvGraphicFramePr>
        <p:xfrm>
          <a:off x="854280" y="623160"/>
          <a:ext cx="5085720" cy="635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121" name="TextShape 1"/>
          <p:cNvSpPr txBox="1"/>
          <p:nvPr/>
        </p:nvSpPr>
        <p:spPr>
          <a:xfrm>
            <a:off x="5995440" y="184320"/>
            <a:ext cx="6804360" cy="869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spcBef>
                <a:spcPts val="720"/>
              </a:spcBef>
              <a:tabLst>
                <a:tab algn="l" pos="0"/>
              </a:tabLst>
            </a:pPr>
            <a:r>
              <a:rPr b="0" lang="en-US" sz="3600" spc="-1" strike="noStrike">
                <a:solidFill>
                  <a:srgbClr val="404040"/>
                </a:solidFill>
                <a:latin typeface="Arial"/>
                <a:ea typeface="Arial Unicode MS"/>
              </a:rPr>
              <a:t>Chart Style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2" name="TextShape 2"/>
          <p:cNvSpPr txBox="1"/>
          <p:nvPr/>
        </p:nvSpPr>
        <p:spPr>
          <a:xfrm>
            <a:off x="5995440" y="1054440"/>
            <a:ext cx="6804360" cy="434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spcBef>
                <a:spcPts val="281"/>
              </a:spcBef>
              <a:tabLst>
                <a:tab algn="l" pos="0"/>
              </a:tabLst>
            </a:pPr>
            <a:r>
              <a:rPr b="0" lang="en-US" sz="1400" spc="-1" strike="noStrike">
                <a:solidFill>
                  <a:srgbClr val="404040"/>
                </a:solidFill>
                <a:latin typeface="Arial"/>
                <a:ea typeface="Arial Unicode MS"/>
              </a:rPr>
              <a:t>Insert the title of your subtitle Here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123" name="Group 3"/>
          <p:cNvGrpSpPr/>
          <p:nvPr/>
        </p:nvGrpSpPr>
        <p:grpSpPr>
          <a:xfrm>
            <a:off x="6197040" y="1924560"/>
            <a:ext cx="5846040" cy="1457280"/>
            <a:chOff x="6197040" y="1924560"/>
            <a:chExt cx="5846040" cy="1457280"/>
          </a:xfrm>
        </p:grpSpPr>
        <p:sp>
          <p:nvSpPr>
            <p:cNvPr id="1124" name="CustomShape 4"/>
            <p:cNvSpPr/>
            <p:nvPr/>
          </p:nvSpPr>
          <p:spPr>
            <a:xfrm>
              <a:off x="6197040" y="2378880"/>
              <a:ext cx="5846040" cy="1002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and appeal to your Presentations. Get a modern PowerPoint  Presentation that is beautifully designed. </a:t>
              </a:r>
              <a:endParaRPr b="0" lang="en-US" sz="1200" spc="-1" strike="noStrike">
                <a:latin typeface="Arial"/>
              </a:endParaRPr>
            </a:p>
            <a:p>
              <a:pPr>
                <a:lnSpc>
                  <a:spcPct val="100000"/>
                </a:lnSpc>
              </a:pPr>
              <a:endParaRPr b="0" lang="en-US" sz="1200" spc="-1" strike="noStrike"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Get a modern PowerPoint  Presentation that is beautifully designed.  Easy to change colors, photos and Text.  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1125" name="CustomShape 5"/>
            <p:cNvSpPr/>
            <p:nvPr/>
          </p:nvSpPr>
          <p:spPr>
            <a:xfrm>
              <a:off x="6197040" y="1924560"/>
              <a:ext cx="5846040" cy="27216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1" lang="en-US" sz="1200" spc="-1" strike="noStrike">
                  <a:solidFill>
                    <a:srgbClr val="ffffff"/>
                  </a:solidFill>
                  <a:latin typeface="Arial"/>
                  <a:ea typeface="Arial Unicode MS"/>
                </a:rPr>
                <a:t>Your Text  Here</a:t>
              </a:r>
              <a:endParaRPr b="0" lang="en-US" sz="1200" spc="-1" strike="noStrike">
                <a:latin typeface="Arial"/>
              </a:endParaRPr>
            </a:p>
          </p:txBody>
        </p:sp>
      </p:grpSp>
      <p:grpSp>
        <p:nvGrpSpPr>
          <p:cNvPr id="1126" name="Group 6"/>
          <p:cNvGrpSpPr/>
          <p:nvPr/>
        </p:nvGrpSpPr>
        <p:grpSpPr>
          <a:xfrm>
            <a:off x="6218640" y="4524840"/>
            <a:ext cx="871920" cy="943200"/>
            <a:chOff x="6218640" y="4524840"/>
            <a:chExt cx="871920" cy="943200"/>
          </a:xfrm>
        </p:grpSpPr>
        <p:sp>
          <p:nvSpPr>
            <p:cNvPr id="1127" name="CustomShape 7"/>
            <p:cNvSpPr/>
            <p:nvPr/>
          </p:nvSpPr>
          <p:spPr>
            <a:xfrm>
              <a:off x="6218640" y="4524840"/>
              <a:ext cx="871920" cy="94320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128" name="CustomShape 8"/>
            <p:cNvSpPr/>
            <p:nvPr/>
          </p:nvSpPr>
          <p:spPr>
            <a:xfrm>
              <a:off x="6294600" y="4606920"/>
              <a:ext cx="721440" cy="77904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1129" name="CustomShape 9"/>
          <p:cNvSpPr/>
          <p:nvPr/>
        </p:nvSpPr>
        <p:spPr>
          <a:xfrm rot="16200000">
            <a:off x="6480720" y="4839120"/>
            <a:ext cx="343800" cy="317880"/>
          </a:xfrm>
          <a:custGeom>
            <a:avLst/>
            <a:gdLst/>
            <a:ahLst/>
            <a:rect l="l" t="t" r="r" b="b"/>
            <a:pathLst>
              <a:path w="3185463" h="3187558">
                <a:moveTo>
                  <a:pt x="764000" y="2343999"/>
                </a:moveTo>
                <a:cubicBezTo>
                  <a:pt x="566798" y="2256389"/>
                  <a:pt x="385374" y="2134753"/>
                  <a:pt x="230072" y="1981662"/>
                </a:cubicBezTo>
                <a:cubicBezTo>
                  <a:pt x="297001" y="2223876"/>
                  <a:pt x="428049" y="2439341"/>
                  <a:pt x="603989" y="2608945"/>
                </a:cubicBezTo>
                <a:cubicBezTo>
                  <a:pt x="667739" y="2525681"/>
                  <a:pt x="720588" y="2436567"/>
                  <a:pt x="764000" y="2343999"/>
                </a:cubicBezTo>
                <a:close/>
                <a:moveTo>
                  <a:pt x="783530" y="862903"/>
                </a:moveTo>
                <a:cubicBezTo>
                  <a:pt x="737619" y="760936"/>
                  <a:pt x="681240" y="662513"/>
                  <a:pt x="611676" y="571152"/>
                </a:cubicBezTo>
                <a:cubicBezTo>
                  <a:pt x="419218" y="754019"/>
                  <a:pt x="279227" y="991173"/>
                  <a:pt x="215545" y="1258034"/>
                </a:cubicBezTo>
                <a:cubicBezTo>
                  <a:pt x="378729" y="1090139"/>
                  <a:pt x="571934" y="956907"/>
                  <a:pt x="783530" y="862903"/>
                </a:cubicBezTo>
                <a:close/>
                <a:moveTo>
                  <a:pt x="935657" y="1673146"/>
                </a:moveTo>
                <a:lnTo>
                  <a:pt x="227023" y="1673146"/>
                </a:lnTo>
                <a:cubicBezTo>
                  <a:pt x="393068" y="1882941"/>
                  <a:pt x="605618" y="2045968"/>
                  <a:pt x="844267" y="2153109"/>
                </a:cubicBezTo>
                <a:cubicBezTo>
                  <a:pt x="897907" y="1997390"/>
                  <a:pt x="928862" y="1835739"/>
                  <a:pt x="935657" y="1673146"/>
                </a:cubicBezTo>
                <a:close/>
                <a:moveTo>
                  <a:pt x="935928" y="1493146"/>
                </a:moveTo>
                <a:cubicBezTo>
                  <a:pt x="928922" y="1345638"/>
                  <a:pt x="902278" y="1198995"/>
                  <a:pt x="856775" y="1056956"/>
                </a:cubicBezTo>
                <a:cubicBezTo>
                  <a:pt x="636768" y="1156959"/>
                  <a:pt x="439487" y="1304654"/>
                  <a:pt x="281464" y="1493146"/>
                </a:cubicBezTo>
                <a:close/>
                <a:moveTo>
                  <a:pt x="1469785" y="2515107"/>
                </a:moveTo>
                <a:cubicBezTo>
                  <a:pt x="1283000" y="2508124"/>
                  <a:pt x="1100523" y="2472287"/>
                  <a:pt x="927628" y="2411229"/>
                </a:cubicBezTo>
                <a:cubicBezTo>
                  <a:pt x="876831" y="2520843"/>
                  <a:pt x="814172" y="2626182"/>
                  <a:pt x="738220" y="2724387"/>
                </a:cubicBezTo>
                <a:cubicBezTo>
                  <a:pt x="944637" y="2881665"/>
                  <a:pt x="1196120" y="2982471"/>
                  <a:pt x="1469785" y="3005418"/>
                </a:cubicBezTo>
                <a:close/>
                <a:moveTo>
                  <a:pt x="1469785" y="1673146"/>
                </a:moveTo>
                <a:lnTo>
                  <a:pt x="1112275" y="1673146"/>
                </a:lnTo>
                <a:cubicBezTo>
                  <a:pt x="1105327" y="1858153"/>
                  <a:pt x="1070032" y="2042144"/>
                  <a:pt x="1008001" y="2219039"/>
                </a:cubicBezTo>
                <a:cubicBezTo>
                  <a:pt x="1155519" y="2270408"/>
                  <a:pt x="1310845" y="2300826"/>
                  <a:pt x="1469785" y="2307834"/>
                </a:cubicBezTo>
                <a:close/>
                <a:moveTo>
                  <a:pt x="1469785" y="898989"/>
                </a:moveTo>
                <a:cubicBezTo>
                  <a:pt x="1315103" y="907762"/>
                  <a:pt x="1164166" y="938783"/>
                  <a:pt x="1020939" y="990066"/>
                </a:cubicBezTo>
                <a:cubicBezTo>
                  <a:pt x="1074574" y="1153655"/>
                  <a:pt x="1105461" y="1322925"/>
                  <a:pt x="1112368" y="1493146"/>
                </a:cubicBezTo>
                <a:lnTo>
                  <a:pt x="1469785" y="1493146"/>
                </a:lnTo>
                <a:close/>
                <a:moveTo>
                  <a:pt x="1469785" y="182141"/>
                </a:moveTo>
                <a:cubicBezTo>
                  <a:pt x="1199839" y="204777"/>
                  <a:pt x="951477" y="303168"/>
                  <a:pt x="746615" y="456764"/>
                </a:cubicBezTo>
                <a:cubicBezTo>
                  <a:pt x="828296" y="562801"/>
                  <a:pt x="894225" y="677310"/>
                  <a:pt x="947434" y="796072"/>
                </a:cubicBezTo>
                <a:cubicBezTo>
                  <a:pt x="1113886" y="736067"/>
                  <a:pt x="1289644" y="700323"/>
                  <a:pt x="1469785" y="691530"/>
                </a:cubicBezTo>
                <a:close/>
                <a:moveTo>
                  <a:pt x="2150063" y="992171"/>
                </a:moveTo>
                <a:cubicBezTo>
                  <a:pt x="1990712" y="935501"/>
                  <a:pt x="1822242" y="902595"/>
                  <a:pt x="1649785" y="897224"/>
                </a:cubicBezTo>
                <a:lnTo>
                  <a:pt x="1649785" y="1493146"/>
                </a:lnTo>
                <a:lnTo>
                  <a:pt x="2063712" y="1493146"/>
                </a:lnTo>
                <a:cubicBezTo>
                  <a:pt x="2069089" y="1323887"/>
                  <a:pt x="2098366" y="1155330"/>
                  <a:pt x="2150063" y="992171"/>
                </a:cubicBezTo>
                <a:close/>
                <a:moveTo>
                  <a:pt x="2168848" y="2199110"/>
                </a:moveTo>
                <a:cubicBezTo>
                  <a:pt x="2108555" y="2028681"/>
                  <a:pt x="2073581" y="1851532"/>
                  <a:pt x="2065295" y="1673146"/>
                </a:cubicBezTo>
                <a:lnTo>
                  <a:pt x="1649785" y="1673146"/>
                </a:lnTo>
                <a:lnTo>
                  <a:pt x="1649785" y="2307299"/>
                </a:lnTo>
                <a:cubicBezTo>
                  <a:pt x="1829404" y="2299517"/>
                  <a:pt x="2004315" y="2261965"/>
                  <a:pt x="2168848" y="2199110"/>
                </a:cubicBezTo>
                <a:close/>
                <a:moveTo>
                  <a:pt x="2422394" y="446879"/>
                </a:moveTo>
                <a:cubicBezTo>
                  <a:pt x="2204309" y="287209"/>
                  <a:pt x="1938140" y="189883"/>
                  <a:pt x="1649785" y="178919"/>
                </a:cubicBezTo>
                <a:lnTo>
                  <a:pt x="1649785" y="689876"/>
                </a:lnTo>
                <a:cubicBezTo>
                  <a:pt x="1846998" y="695154"/>
                  <a:pt x="2039668" y="732502"/>
                  <a:pt x="2221721" y="797410"/>
                </a:cubicBezTo>
                <a:cubicBezTo>
                  <a:pt x="2275056" y="675360"/>
                  <a:pt x="2341760" y="557662"/>
                  <a:pt x="2422394" y="446879"/>
                </a:cubicBezTo>
                <a:close/>
                <a:moveTo>
                  <a:pt x="2447278" y="2722123"/>
                </a:moveTo>
                <a:cubicBezTo>
                  <a:pt x="2366121" y="2618714"/>
                  <a:pt x="2299534" y="2507403"/>
                  <a:pt x="2246145" y="2391362"/>
                </a:cubicBezTo>
                <a:cubicBezTo>
                  <a:pt x="2057375" y="2464119"/>
                  <a:pt x="1856285" y="2506958"/>
                  <a:pt x="1649785" y="2514779"/>
                </a:cubicBezTo>
                <a:lnTo>
                  <a:pt x="1649785" y="3008639"/>
                </a:lnTo>
                <a:cubicBezTo>
                  <a:pt x="1949198" y="2997255"/>
                  <a:pt x="2224691" y="2892757"/>
                  <a:pt x="2447278" y="2722123"/>
                </a:cubicBezTo>
                <a:close/>
                <a:moveTo>
                  <a:pt x="2878934" y="1493146"/>
                </a:moveTo>
                <a:cubicBezTo>
                  <a:pt x="2723190" y="1307255"/>
                  <a:pt x="2529440" y="1161128"/>
                  <a:pt x="2313862" y="1060620"/>
                </a:cubicBezTo>
                <a:cubicBezTo>
                  <a:pt x="2270535" y="1201714"/>
                  <a:pt x="2245604" y="1347104"/>
                  <a:pt x="2240109" y="1493146"/>
                </a:cubicBezTo>
                <a:close/>
                <a:moveTo>
                  <a:pt x="2890636" y="1673146"/>
                </a:moveTo>
                <a:lnTo>
                  <a:pt x="2241814" y="1673146"/>
                </a:lnTo>
                <a:cubicBezTo>
                  <a:pt x="2249736" y="1827102"/>
                  <a:pt x="2279520" y="1979973"/>
                  <a:pt x="2329964" y="2127513"/>
                </a:cubicBezTo>
                <a:cubicBezTo>
                  <a:pt x="2545677" y="2019923"/>
                  <a:pt x="2738160" y="1866413"/>
                  <a:pt x="2890636" y="1673146"/>
                </a:cubicBezTo>
                <a:close/>
                <a:moveTo>
                  <a:pt x="2973035" y="1284386"/>
                </a:moveTo>
                <a:cubicBezTo>
                  <a:pt x="2912066" y="1001840"/>
                  <a:pt x="2765308" y="751379"/>
                  <a:pt x="2561381" y="561108"/>
                </a:cubicBezTo>
                <a:cubicBezTo>
                  <a:pt x="2489321" y="656437"/>
                  <a:pt x="2431363" y="759225"/>
                  <a:pt x="2384553" y="865647"/>
                </a:cubicBezTo>
                <a:cubicBezTo>
                  <a:pt x="2604520" y="964977"/>
                  <a:pt x="2804622" y="1106677"/>
                  <a:pt x="2973035" y="1284386"/>
                </a:cubicBezTo>
                <a:close/>
                <a:moveTo>
                  <a:pt x="2974277" y="1897328"/>
                </a:moveTo>
                <a:cubicBezTo>
                  <a:pt x="2812488" y="2073933"/>
                  <a:pt x="2619878" y="2216690"/>
                  <a:pt x="2407486" y="2319665"/>
                </a:cubicBezTo>
                <a:cubicBezTo>
                  <a:pt x="2454169" y="2420503"/>
                  <a:pt x="2511856" y="2517376"/>
                  <a:pt x="2582047" y="2607468"/>
                </a:cubicBezTo>
                <a:cubicBezTo>
                  <a:pt x="2776399" y="2417974"/>
                  <a:pt x="2916061" y="2172750"/>
                  <a:pt x="2974277" y="1897328"/>
                </a:cubicBezTo>
                <a:close/>
                <a:moveTo>
                  <a:pt x="3185463" y="1593779"/>
                </a:moveTo>
                <a:cubicBezTo>
                  <a:pt x="3185463" y="2473999"/>
                  <a:pt x="2471904" y="3187558"/>
                  <a:pt x="1591684" y="3187558"/>
                </a:cubicBezTo>
                <a:cubicBezTo>
                  <a:pt x="738111" y="3187558"/>
                  <a:pt x="41261" y="2516549"/>
                  <a:pt x="1913" y="1673146"/>
                </a:cubicBezTo>
                <a:lnTo>
                  <a:pt x="0" y="1673146"/>
                </a:lnTo>
                <a:lnTo>
                  <a:pt x="0" y="1493146"/>
                </a:lnTo>
                <a:lnTo>
                  <a:pt x="2750" y="1493146"/>
                </a:lnTo>
                <a:cubicBezTo>
                  <a:pt x="50490" y="700174"/>
                  <a:pt x="679654" y="64473"/>
                  <a:pt x="1469785" y="6156"/>
                </a:cubicBezTo>
                <a:lnTo>
                  <a:pt x="1469785" y="0"/>
                </a:lnTo>
                <a:lnTo>
                  <a:pt x="1591684" y="0"/>
                </a:lnTo>
                <a:lnTo>
                  <a:pt x="1649785" y="0"/>
                </a:lnTo>
                <a:lnTo>
                  <a:pt x="1649785" y="2934"/>
                </a:lnTo>
                <a:cubicBezTo>
                  <a:pt x="2503127" y="31654"/>
                  <a:pt x="3185463" y="733032"/>
                  <a:pt x="3185463" y="159377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1130" name="Group 10"/>
          <p:cNvGrpSpPr/>
          <p:nvPr/>
        </p:nvGrpSpPr>
        <p:grpSpPr>
          <a:xfrm>
            <a:off x="6218640" y="5833800"/>
            <a:ext cx="871920" cy="943200"/>
            <a:chOff x="6218640" y="5833800"/>
            <a:chExt cx="871920" cy="943200"/>
          </a:xfrm>
        </p:grpSpPr>
        <p:sp>
          <p:nvSpPr>
            <p:cNvPr id="1131" name="CustomShape 11"/>
            <p:cNvSpPr/>
            <p:nvPr/>
          </p:nvSpPr>
          <p:spPr>
            <a:xfrm>
              <a:off x="6218640" y="5833800"/>
              <a:ext cx="871920" cy="94320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132" name="CustomShape 12"/>
            <p:cNvSpPr/>
            <p:nvPr/>
          </p:nvSpPr>
          <p:spPr>
            <a:xfrm>
              <a:off x="6294600" y="5915880"/>
              <a:ext cx="721440" cy="77904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1133" name="Group 13"/>
          <p:cNvGrpSpPr/>
          <p:nvPr/>
        </p:nvGrpSpPr>
        <p:grpSpPr>
          <a:xfrm>
            <a:off x="7323480" y="4484520"/>
            <a:ext cx="4115520" cy="782640"/>
            <a:chOff x="7323480" y="4484520"/>
            <a:chExt cx="4115520" cy="782640"/>
          </a:xfrm>
        </p:grpSpPr>
        <p:sp>
          <p:nvSpPr>
            <p:cNvPr id="1134" name="CustomShape 14"/>
            <p:cNvSpPr/>
            <p:nvPr/>
          </p:nvSpPr>
          <p:spPr>
            <a:xfrm>
              <a:off x="7323480" y="4812480"/>
              <a:ext cx="4115520" cy="45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 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1135" name="CustomShape 15"/>
            <p:cNvSpPr/>
            <p:nvPr/>
          </p:nvSpPr>
          <p:spPr>
            <a:xfrm>
              <a:off x="7323480" y="4484520"/>
              <a:ext cx="411552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1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b="0" lang="en-US" sz="1200" spc="-1" strike="noStrike">
                <a:latin typeface="Arial"/>
              </a:endParaRPr>
            </a:p>
          </p:txBody>
        </p:sp>
      </p:grpSp>
      <p:sp>
        <p:nvSpPr>
          <p:cNvPr id="1136" name="CustomShape 16"/>
          <p:cNvSpPr/>
          <p:nvPr/>
        </p:nvSpPr>
        <p:spPr>
          <a:xfrm>
            <a:off x="6486840" y="6151680"/>
            <a:ext cx="348120" cy="314280"/>
          </a:xfrm>
          <a:custGeom>
            <a:avLst/>
            <a:gdLst/>
            <a:ahLst/>
            <a:rect l="l" t="t" r="r" b="b"/>
            <a:pathLst>
              <a:path w="3186824" h="2663936">
                <a:moveTo>
                  <a:pt x="2624444" y="2376100"/>
                </a:moveTo>
                <a:lnTo>
                  <a:pt x="2624444" y="2520100"/>
                </a:lnTo>
                <a:lnTo>
                  <a:pt x="2952463" y="2520100"/>
                </a:lnTo>
                <a:lnTo>
                  <a:pt x="2952463" y="2376100"/>
                </a:lnTo>
                <a:close/>
                <a:moveTo>
                  <a:pt x="210911" y="2376100"/>
                </a:moveTo>
                <a:lnTo>
                  <a:pt x="210911" y="2520100"/>
                </a:lnTo>
                <a:lnTo>
                  <a:pt x="538930" y="2520100"/>
                </a:lnTo>
                <a:lnTo>
                  <a:pt x="538930" y="2376100"/>
                </a:lnTo>
                <a:close/>
                <a:moveTo>
                  <a:pt x="2624444" y="2095269"/>
                </a:moveTo>
                <a:lnTo>
                  <a:pt x="2624444" y="2239269"/>
                </a:lnTo>
                <a:lnTo>
                  <a:pt x="2952463" y="2239269"/>
                </a:lnTo>
                <a:lnTo>
                  <a:pt x="2952463" y="2095269"/>
                </a:lnTo>
                <a:close/>
                <a:moveTo>
                  <a:pt x="210911" y="2095269"/>
                </a:moveTo>
                <a:lnTo>
                  <a:pt x="210911" y="2239269"/>
                </a:lnTo>
                <a:lnTo>
                  <a:pt x="538930" y="2239269"/>
                </a:lnTo>
                <a:lnTo>
                  <a:pt x="538930" y="2095269"/>
                </a:lnTo>
                <a:close/>
                <a:moveTo>
                  <a:pt x="2624444" y="1814436"/>
                </a:moveTo>
                <a:lnTo>
                  <a:pt x="2624444" y="1958436"/>
                </a:lnTo>
                <a:lnTo>
                  <a:pt x="2952463" y="1958436"/>
                </a:lnTo>
                <a:lnTo>
                  <a:pt x="2952463" y="1814436"/>
                </a:lnTo>
                <a:close/>
                <a:moveTo>
                  <a:pt x="210911" y="1814436"/>
                </a:moveTo>
                <a:lnTo>
                  <a:pt x="210911" y="1958436"/>
                </a:lnTo>
                <a:lnTo>
                  <a:pt x="538930" y="1958436"/>
                </a:lnTo>
                <a:lnTo>
                  <a:pt x="538930" y="1814436"/>
                </a:lnTo>
                <a:close/>
                <a:moveTo>
                  <a:pt x="2624444" y="1533603"/>
                </a:moveTo>
                <a:lnTo>
                  <a:pt x="2624444" y="1677603"/>
                </a:lnTo>
                <a:lnTo>
                  <a:pt x="2952463" y="1677603"/>
                </a:lnTo>
                <a:lnTo>
                  <a:pt x="2952463" y="1533603"/>
                </a:lnTo>
                <a:close/>
                <a:moveTo>
                  <a:pt x="210911" y="1533603"/>
                </a:moveTo>
                <a:lnTo>
                  <a:pt x="210911" y="1677603"/>
                </a:lnTo>
                <a:lnTo>
                  <a:pt x="538930" y="1677603"/>
                </a:lnTo>
                <a:lnTo>
                  <a:pt x="538930" y="1533603"/>
                </a:lnTo>
                <a:close/>
                <a:moveTo>
                  <a:pt x="2624444" y="1252770"/>
                </a:moveTo>
                <a:lnTo>
                  <a:pt x="2624444" y="1396770"/>
                </a:lnTo>
                <a:lnTo>
                  <a:pt x="2952463" y="1396770"/>
                </a:lnTo>
                <a:lnTo>
                  <a:pt x="2952463" y="1252770"/>
                </a:lnTo>
                <a:close/>
                <a:moveTo>
                  <a:pt x="210911" y="1252770"/>
                </a:moveTo>
                <a:lnTo>
                  <a:pt x="210911" y="1396770"/>
                </a:lnTo>
                <a:lnTo>
                  <a:pt x="538930" y="1396770"/>
                </a:lnTo>
                <a:lnTo>
                  <a:pt x="538930" y="1252770"/>
                </a:lnTo>
                <a:close/>
                <a:moveTo>
                  <a:pt x="2624444" y="971937"/>
                </a:moveTo>
                <a:lnTo>
                  <a:pt x="2624444" y="1115937"/>
                </a:lnTo>
                <a:lnTo>
                  <a:pt x="2952463" y="1115937"/>
                </a:lnTo>
                <a:lnTo>
                  <a:pt x="2952463" y="971937"/>
                </a:lnTo>
                <a:close/>
                <a:moveTo>
                  <a:pt x="210911" y="971937"/>
                </a:moveTo>
                <a:lnTo>
                  <a:pt x="210911" y="1115937"/>
                </a:lnTo>
                <a:lnTo>
                  <a:pt x="538930" y="1115937"/>
                </a:lnTo>
                <a:lnTo>
                  <a:pt x="538930" y="971937"/>
                </a:lnTo>
                <a:close/>
                <a:moveTo>
                  <a:pt x="2624444" y="691104"/>
                </a:moveTo>
                <a:lnTo>
                  <a:pt x="2624444" y="835104"/>
                </a:lnTo>
                <a:lnTo>
                  <a:pt x="2952463" y="835104"/>
                </a:lnTo>
                <a:lnTo>
                  <a:pt x="2952463" y="691104"/>
                </a:lnTo>
                <a:close/>
                <a:moveTo>
                  <a:pt x="210911" y="691104"/>
                </a:moveTo>
                <a:lnTo>
                  <a:pt x="210911" y="835104"/>
                </a:lnTo>
                <a:lnTo>
                  <a:pt x="538930" y="835104"/>
                </a:lnTo>
                <a:lnTo>
                  <a:pt x="538930" y="691104"/>
                </a:lnTo>
                <a:close/>
                <a:moveTo>
                  <a:pt x="988006" y="552354"/>
                </a:moveTo>
                <a:lnTo>
                  <a:pt x="988006" y="2111583"/>
                </a:lnTo>
                <a:lnTo>
                  <a:pt x="2332169" y="1331969"/>
                </a:lnTo>
                <a:close/>
                <a:moveTo>
                  <a:pt x="2624444" y="410271"/>
                </a:moveTo>
                <a:lnTo>
                  <a:pt x="2624444" y="554271"/>
                </a:lnTo>
                <a:lnTo>
                  <a:pt x="2952463" y="554271"/>
                </a:lnTo>
                <a:lnTo>
                  <a:pt x="2952463" y="410271"/>
                </a:lnTo>
                <a:close/>
                <a:moveTo>
                  <a:pt x="210911" y="410271"/>
                </a:moveTo>
                <a:lnTo>
                  <a:pt x="210911" y="554271"/>
                </a:lnTo>
                <a:lnTo>
                  <a:pt x="538930" y="554271"/>
                </a:lnTo>
                <a:lnTo>
                  <a:pt x="538930" y="410271"/>
                </a:lnTo>
                <a:close/>
                <a:moveTo>
                  <a:pt x="2624444" y="129438"/>
                </a:moveTo>
                <a:lnTo>
                  <a:pt x="2624444" y="273438"/>
                </a:lnTo>
                <a:lnTo>
                  <a:pt x="2952463" y="273438"/>
                </a:lnTo>
                <a:lnTo>
                  <a:pt x="2952463" y="129438"/>
                </a:lnTo>
                <a:close/>
                <a:moveTo>
                  <a:pt x="210911" y="129438"/>
                </a:moveTo>
                <a:lnTo>
                  <a:pt x="210911" y="273438"/>
                </a:lnTo>
                <a:lnTo>
                  <a:pt x="538930" y="273438"/>
                </a:lnTo>
                <a:lnTo>
                  <a:pt x="538930" y="129438"/>
                </a:lnTo>
                <a:close/>
                <a:moveTo>
                  <a:pt x="0" y="0"/>
                </a:moveTo>
                <a:lnTo>
                  <a:pt x="3186824" y="0"/>
                </a:lnTo>
                <a:lnTo>
                  <a:pt x="3186824" y="2663936"/>
                </a:lnTo>
                <a:lnTo>
                  <a:pt x="0" y="266393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1137" name="Group 17"/>
          <p:cNvGrpSpPr/>
          <p:nvPr/>
        </p:nvGrpSpPr>
        <p:grpSpPr>
          <a:xfrm>
            <a:off x="7323480" y="5795640"/>
            <a:ext cx="4115520" cy="783360"/>
            <a:chOff x="7323480" y="5795640"/>
            <a:chExt cx="4115520" cy="783360"/>
          </a:xfrm>
        </p:grpSpPr>
        <p:sp>
          <p:nvSpPr>
            <p:cNvPr id="1138" name="CustomShape 18"/>
            <p:cNvSpPr/>
            <p:nvPr/>
          </p:nvSpPr>
          <p:spPr>
            <a:xfrm>
              <a:off x="7323480" y="6124320"/>
              <a:ext cx="4115520" cy="45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 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1139" name="CustomShape 19"/>
            <p:cNvSpPr/>
            <p:nvPr/>
          </p:nvSpPr>
          <p:spPr>
            <a:xfrm>
              <a:off x="7323480" y="5795640"/>
              <a:ext cx="411552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1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b="0" lang="en-US" sz="1200" spc="-1" strike="noStrike">
                <a:latin typeface="Arial"/>
              </a:endParaRPr>
            </a:p>
          </p:txBody>
        </p:sp>
      </p:grpSp>
      <p:pic>
        <p:nvPicPr>
          <p:cNvPr id="1140" name="" descr=""/>
          <p:cNvPicPr/>
          <p:nvPr/>
        </p:nvPicPr>
        <p:blipFill>
          <a:blip r:embed="rId2"/>
          <a:stretch/>
        </p:blipFill>
        <p:spPr>
          <a:xfrm>
            <a:off x="144720" y="147960"/>
            <a:ext cx="3374640" cy="690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1" name="TextShape 1"/>
          <p:cNvSpPr txBox="1"/>
          <p:nvPr/>
        </p:nvSpPr>
        <p:spPr>
          <a:xfrm>
            <a:off x="0" y="184320"/>
            <a:ext cx="12801240" cy="869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720"/>
              </a:spcBef>
              <a:tabLst>
                <a:tab algn="l" pos="0"/>
              </a:tabLst>
            </a:pPr>
            <a:r>
              <a:rPr b="0" lang="en-US" sz="3600" spc="-1" strike="noStrike">
                <a:solidFill>
                  <a:srgbClr val="404040"/>
                </a:solidFill>
                <a:latin typeface="Arial"/>
                <a:ea typeface="Arial Unicode MS"/>
              </a:rPr>
              <a:t>Infographic Style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2" name="TextShape 2"/>
          <p:cNvSpPr txBox="1"/>
          <p:nvPr/>
        </p:nvSpPr>
        <p:spPr>
          <a:xfrm>
            <a:off x="0" y="1054440"/>
            <a:ext cx="12801240" cy="434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281"/>
              </a:spcBef>
              <a:tabLst>
                <a:tab algn="l" pos="0"/>
              </a:tabLst>
            </a:pPr>
            <a:r>
              <a:rPr b="0" lang="en-US" sz="1400" spc="-1" strike="noStrike">
                <a:solidFill>
                  <a:srgbClr val="404040"/>
                </a:solidFill>
                <a:latin typeface="Arial"/>
                <a:ea typeface="Arial Unicode MS"/>
              </a:rPr>
              <a:t>Insert the title of your subtitle Here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143" name="Group 3"/>
          <p:cNvGrpSpPr/>
          <p:nvPr/>
        </p:nvGrpSpPr>
        <p:grpSpPr>
          <a:xfrm>
            <a:off x="5393520" y="2673720"/>
            <a:ext cx="4664880" cy="4532040"/>
            <a:chOff x="5393520" y="2673720"/>
            <a:chExt cx="4664880" cy="4532040"/>
          </a:xfrm>
        </p:grpSpPr>
        <p:sp>
          <p:nvSpPr>
            <p:cNvPr id="1144" name="CustomShape 4"/>
            <p:cNvSpPr/>
            <p:nvPr/>
          </p:nvSpPr>
          <p:spPr>
            <a:xfrm>
              <a:off x="5393520" y="2673720"/>
              <a:ext cx="150840" cy="419004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145" name="CustomShape 5"/>
            <p:cNvSpPr/>
            <p:nvPr/>
          </p:nvSpPr>
          <p:spPr>
            <a:xfrm>
              <a:off x="5393520" y="6522480"/>
              <a:ext cx="632520" cy="683280"/>
            </a:xfrm>
            <a:prstGeom prst="blockArc">
              <a:avLst>
                <a:gd name="adj1" fmla="val 5431834"/>
                <a:gd name="adj2" fmla="val 10817112"/>
                <a:gd name="adj3" fmla="val 24281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146" name="CustomShape 6"/>
            <p:cNvSpPr/>
            <p:nvPr/>
          </p:nvSpPr>
          <p:spPr>
            <a:xfrm>
              <a:off x="5702760" y="7043400"/>
              <a:ext cx="4082400" cy="16236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147" name="CustomShape 7"/>
            <p:cNvSpPr/>
            <p:nvPr/>
          </p:nvSpPr>
          <p:spPr>
            <a:xfrm rot="16200000">
              <a:off x="9401040" y="6548400"/>
              <a:ext cx="682560" cy="632160"/>
            </a:xfrm>
            <a:prstGeom prst="blockArc">
              <a:avLst>
                <a:gd name="adj1" fmla="val 5431834"/>
                <a:gd name="adj2" fmla="val 10817112"/>
                <a:gd name="adj3" fmla="val 24281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148" name="CustomShape 8"/>
            <p:cNvSpPr/>
            <p:nvPr/>
          </p:nvSpPr>
          <p:spPr>
            <a:xfrm>
              <a:off x="9907560" y="6013800"/>
              <a:ext cx="150840" cy="87012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1149" name="CustomShape 9"/>
          <p:cNvSpPr/>
          <p:nvPr/>
        </p:nvSpPr>
        <p:spPr>
          <a:xfrm>
            <a:off x="956880" y="2468160"/>
            <a:ext cx="5230080" cy="1363320"/>
          </a:xfrm>
          <a:prstGeom prst="rect">
            <a:avLst/>
          </a:prstGeom>
          <a:solidFill>
            <a:schemeClr val="accent1"/>
          </a:solidFill>
          <a:ln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50" name="CustomShape 10"/>
          <p:cNvSpPr/>
          <p:nvPr/>
        </p:nvSpPr>
        <p:spPr>
          <a:xfrm>
            <a:off x="1106280" y="2634840"/>
            <a:ext cx="754920" cy="10332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1151" name="Group 11"/>
          <p:cNvGrpSpPr/>
          <p:nvPr/>
        </p:nvGrpSpPr>
        <p:grpSpPr>
          <a:xfrm>
            <a:off x="1996560" y="2638440"/>
            <a:ext cx="4028760" cy="783360"/>
            <a:chOff x="1996560" y="2638440"/>
            <a:chExt cx="4028760" cy="783360"/>
          </a:xfrm>
        </p:grpSpPr>
        <p:sp>
          <p:nvSpPr>
            <p:cNvPr id="1152" name="CustomShape 12"/>
            <p:cNvSpPr/>
            <p:nvPr/>
          </p:nvSpPr>
          <p:spPr>
            <a:xfrm>
              <a:off x="1996560" y="2967120"/>
              <a:ext cx="4028760" cy="45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zing.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1153" name="CustomShape 13"/>
            <p:cNvSpPr/>
            <p:nvPr/>
          </p:nvSpPr>
          <p:spPr>
            <a:xfrm>
              <a:off x="1996560" y="2638440"/>
              <a:ext cx="402876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1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b="0" lang="en-US" sz="1200" spc="-1" strike="noStrike">
                <a:latin typeface="Arial"/>
              </a:endParaRPr>
            </a:p>
          </p:txBody>
        </p:sp>
      </p:grpSp>
      <p:sp>
        <p:nvSpPr>
          <p:cNvPr id="1154" name="CustomShape 14"/>
          <p:cNvSpPr/>
          <p:nvPr/>
        </p:nvSpPr>
        <p:spPr>
          <a:xfrm>
            <a:off x="1255320" y="2849040"/>
            <a:ext cx="46440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 algn="r">
              <a:lnSpc>
                <a:spcPct val="100000"/>
              </a:lnSpc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Arial Unicode MS"/>
              </a:rPr>
              <a:t>01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155" name="CustomShape 15"/>
          <p:cNvSpPr/>
          <p:nvPr/>
        </p:nvSpPr>
        <p:spPr>
          <a:xfrm>
            <a:off x="970200" y="3955680"/>
            <a:ext cx="5230080" cy="1363320"/>
          </a:xfrm>
          <a:prstGeom prst="rect">
            <a:avLst/>
          </a:prstGeom>
          <a:solidFill>
            <a:schemeClr val="accent1"/>
          </a:solidFill>
          <a:ln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56" name="CustomShape 16"/>
          <p:cNvSpPr/>
          <p:nvPr/>
        </p:nvSpPr>
        <p:spPr>
          <a:xfrm>
            <a:off x="1118160" y="4120920"/>
            <a:ext cx="762840" cy="10332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1157" name="Group 17"/>
          <p:cNvGrpSpPr/>
          <p:nvPr/>
        </p:nvGrpSpPr>
        <p:grpSpPr>
          <a:xfrm>
            <a:off x="2009160" y="4125240"/>
            <a:ext cx="4028760" cy="783360"/>
            <a:chOff x="2009160" y="4125240"/>
            <a:chExt cx="4028760" cy="783360"/>
          </a:xfrm>
        </p:grpSpPr>
        <p:sp>
          <p:nvSpPr>
            <p:cNvPr id="1158" name="CustomShape 18"/>
            <p:cNvSpPr/>
            <p:nvPr/>
          </p:nvSpPr>
          <p:spPr>
            <a:xfrm>
              <a:off x="2009160" y="4453920"/>
              <a:ext cx="4028760" cy="45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zing.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1159" name="CustomShape 19"/>
            <p:cNvSpPr/>
            <p:nvPr/>
          </p:nvSpPr>
          <p:spPr>
            <a:xfrm>
              <a:off x="2009160" y="4125240"/>
              <a:ext cx="402876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1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b="0" lang="en-US" sz="1200" spc="-1" strike="noStrike">
                <a:latin typeface="Arial"/>
              </a:endParaRPr>
            </a:p>
          </p:txBody>
        </p:sp>
      </p:grpSp>
      <p:sp>
        <p:nvSpPr>
          <p:cNvPr id="1160" name="CustomShape 20"/>
          <p:cNvSpPr/>
          <p:nvPr/>
        </p:nvSpPr>
        <p:spPr>
          <a:xfrm>
            <a:off x="1267200" y="4334760"/>
            <a:ext cx="46440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 algn="r">
              <a:lnSpc>
                <a:spcPct val="100000"/>
              </a:lnSpc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Arial Unicode MS"/>
              </a:rPr>
              <a:t>02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161" name="CustomShape 21"/>
          <p:cNvSpPr/>
          <p:nvPr/>
        </p:nvSpPr>
        <p:spPr>
          <a:xfrm>
            <a:off x="981360" y="5459040"/>
            <a:ext cx="5218200" cy="1363320"/>
          </a:xfrm>
          <a:prstGeom prst="rect">
            <a:avLst/>
          </a:prstGeom>
          <a:solidFill>
            <a:schemeClr val="accent1"/>
          </a:solidFill>
          <a:ln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62" name="CustomShape 22"/>
          <p:cNvSpPr/>
          <p:nvPr/>
        </p:nvSpPr>
        <p:spPr>
          <a:xfrm>
            <a:off x="1130040" y="5623560"/>
            <a:ext cx="762840" cy="10332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1163" name="Group 23"/>
          <p:cNvGrpSpPr/>
          <p:nvPr/>
        </p:nvGrpSpPr>
        <p:grpSpPr>
          <a:xfrm>
            <a:off x="2019960" y="5627160"/>
            <a:ext cx="4028760" cy="783360"/>
            <a:chOff x="2019960" y="5627160"/>
            <a:chExt cx="4028760" cy="783360"/>
          </a:xfrm>
        </p:grpSpPr>
        <p:sp>
          <p:nvSpPr>
            <p:cNvPr id="1164" name="CustomShape 24"/>
            <p:cNvSpPr/>
            <p:nvPr/>
          </p:nvSpPr>
          <p:spPr>
            <a:xfrm>
              <a:off x="2019960" y="5955840"/>
              <a:ext cx="4028760" cy="45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zing.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1165" name="CustomShape 25"/>
            <p:cNvSpPr/>
            <p:nvPr/>
          </p:nvSpPr>
          <p:spPr>
            <a:xfrm>
              <a:off x="2019960" y="5627160"/>
              <a:ext cx="402876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1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b="0" lang="en-US" sz="1200" spc="-1" strike="noStrike">
                <a:latin typeface="Arial"/>
              </a:endParaRPr>
            </a:p>
          </p:txBody>
        </p:sp>
      </p:grpSp>
      <p:sp>
        <p:nvSpPr>
          <p:cNvPr id="1166" name="CustomShape 26"/>
          <p:cNvSpPr/>
          <p:nvPr/>
        </p:nvSpPr>
        <p:spPr>
          <a:xfrm>
            <a:off x="1279080" y="5838480"/>
            <a:ext cx="46440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 algn="r">
              <a:lnSpc>
                <a:spcPct val="100000"/>
              </a:lnSpc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Arial Unicode MS"/>
              </a:rPr>
              <a:t>03</a:t>
            </a:r>
            <a:endParaRPr b="0" lang="en-US" sz="2000" spc="-1" strike="noStrike">
              <a:latin typeface="Arial"/>
            </a:endParaRPr>
          </a:p>
        </p:txBody>
      </p:sp>
      <p:grpSp>
        <p:nvGrpSpPr>
          <p:cNvPr id="1167" name="Group 27"/>
          <p:cNvGrpSpPr/>
          <p:nvPr/>
        </p:nvGrpSpPr>
        <p:grpSpPr>
          <a:xfrm>
            <a:off x="8073000" y="1595520"/>
            <a:ext cx="3860640" cy="4424040"/>
            <a:chOff x="8073000" y="1595520"/>
            <a:chExt cx="3860640" cy="4424040"/>
          </a:xfrm>
        </p:grpSpPr>
        <p:sp>
          <p:nvSpPr>
            <p:cNvPr id="1168" name="CustomShape 28"/>
            <p:cNvSpPr/>
            <p:nvPr/>
          </p:nvSpPr>
          <p:spPr>
            <a:xfrm rot="8100000">
              <a:off x="8763840" y="2530800"/>
              <a:ext cx="2333880" cy="2327040"/>
            </a:xfrm>
            <a:custGeom>
              <a:avLst/>
              <a:gdLst/>
              <a:ahLst/>
              <a:rect l="l" t="t" r="r" b="b"/>
              <a:pathLst>
                <a:path w="2192670" h="2192671">
                  <a:moveTo>
                    <a:pt x="293361" y="1899310"/>
                  </a:moveTo>
                  <a:cubicBezTo>
                    <a:pt x="112107" y="1718057"/>
                    <a:pt x="0" y="1467657"/>
                    <a:pt x="0" y="1191074"/>
                  </a:cubicBezTo>
                  <a:cubicBezTo>
                    <a:pt x="0" y="637907"/>
                    <a:pt x="448430" y="189477"/>
                    <a:pt x="1001597" y="189477"/>
                  </a:cubicBezTo>
                  <a:lnTo>
                    <a:pt x="1341342" y="189477"/>
                  </a:lnTo>
                  <a:lnTo>
                    <a:pt x="1530818" y="0"/>
                  </a:lnTo>
                  <a:cubicBezTo>
                    <a:pt x="1606970" y="-76151"/>
                    <a:pt x="1730435" y="-76151"/>
                    <a:pt x="1806586" y="0"/>
                  </a:cubicBezTo>
                  <a:lnTo>
                    <a:pt x="1996062" y="189477"/>
                  </a:lnTo>
                  <a:lnTo>
                    <a:pt x="2003194" y="189477"/>
                  </a:lnTo>
                  <a:lnTo>
                    <a:pt x="2003194" y="196609"/>
                  </a:lnTo>
                  <a:lnTo>
                    <a:pt x="2192670" y="386085"/>
                  </a:lnTo>
                  <a:cubicBezTo>
                    <a:pt x="2268822" y="462236"/>
                    <a:pt x="2268822" y="585701"/>
                    <a:pt x="2192670" y="661852"/>
                  </a:cubicBezTo>
                  <a:lnTo>
                    <a:pt x="2003193" y="851329"/>
                  </a:lnTo>
                  <a:cubicBezTo>
                    <a:pt x="2003193" y="964577"/>
                    <a:pt x="2003194" y="1077826"/>
                    <a:pt x="2003194" y="1191074"/>
                  </a:cubicBezTo>
                  <a:cubicBezTo>
                    <a:pt x="2003194" y="1744241"/>
                    <a:pt x="1554764" y="2192671"/>
                    <a:pt x="1001597" y="2192671"/>
                  </a:cubicBezTo>
                  <a:cubicBezTo>
                    <a:pt x="725014" y="2192671"/>
                    <a:pt x="474614" y="2080563"/>
                    <a:pt x="293361" y="1899310"/>
                  </a:cubicBezTo>
                  <a:close/>
                </a:path>
              </a:pathLst>
            </a:custGeom>
            <a:solidFill>
              <a:schemeClr val="bg1"/>
            </a:solidFill>
            <a:ln w="69850"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169" name="CustomShape 29"/>
            <p:cNvSpPr/>
            <p:nvPr/>
          </p:nvSpPr>
          <p:spPr>
            <a:xfrm>
              <a:off x="9549720" y="5205600"/>
              <a:ext cx="882720" cy="198360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170" name="CustomShape 30"/>
            <p:cNvSpPr/>
            <p:nvPr/>
          </p:nvSpPr>
          <p:spPr>
            <a:xfrm>
              <a:off x="9586800" y="5513400"/>
              <a:ext cx="810000" cy="197640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171" name="CustomShape 31"/>
            <p:cNvSpPr/>
            <p:nvPr/>
          </p:nvSpPr>
          <p:spPr>
            <a:xfrm>
              <a:off x="9660600" y="5821920"/>
              <a:ext cx="661320" cy="197640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172" name="CustomShape 32"/>
            <p:cNvSpPr/>
            <p:nvPr/>
          </p:nvSpPr>
          <p:spPr>
            <a:xfrm rot="2700000">
              <a:off x="11188440" y="2131200"/>
              <a:ext cx="209160" cy="522360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173" name="CustomShape 33"/>
            <p:cNvSpPr/>
            <p:nvPr/>
          </p:nvSpPr>
          <p:spPr>
            <a:xfrm flipH="1" rot="18900000">
              <a:off x="8573040" y="2131200"/>
              <a:ext cx="209160" cy="522720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174" name="CustomShape 34"/>
            <p:cNvSpPr/>
            <p:nvPr/>
          </p:nvSpPr>
          <p:spPr>
            <a:xfrm>
              <a:off x="9902520" y="1595520"/>
              <a:ext cx="200880" cy="543240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175" name="CustomShape 35"/>
            <p:cNvSpPr/>
            <p:nvPr/>
          </p:nvSpPr>
          <p:spPr>
            <a:xfrm rot="5400000">
              <a:off x="11573280" y="3222360"/>
              <a:ext cx="216720" cy="503640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176" name="CustomShape 36"/>
            <p:cNvSpPr/>
            <p:nvPr/>
          </p:nvSpPr>
          <p:spPr>
            <a:xfrm flipH="1" rot="16200000">
              <a:off x="8215920" y="3223080"/>
              <a:ext cx="216720" cy="502560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1177" name="CustomShape 37"/>
          <p:cNvSpPr/>
          <p:nvPr/>
        </p:nvSpPr>
        <p:spPr>
          <a:xfrm>
            <a:off x="6398640" y="6438600"/>
            <a:ext cx="29412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en-US" sz="1800" spc="-1" strike="noStrike">
                <a:solidFill>
                  <a:srgbClr val="404040"/>
                </a:solidFill>
                <a:latin typeface="Arial"/>
                <a:ea typeface="Arial Unicode MS"/>
              </a:rPr>
              <a:t>Your Text  Here</a:t>
            </a:r>
            <a:endParaRPr b="0" lang="en-US" sz="1800" spc="-1" strike="noStrike">
              <a:latin typeface="Arial"/>
            </a:endParaRPr>
          </a:p>
        </p:txBody>
      </p:sp>
      <p:grpSp>
        <p:nvGrpSpPr>
          <p:cNvPr id="1178" name="Group 38"/>
          <p:cNvGrpSpPr/>
          <p:nvPr/>
        </p:nvGrpSpPr>
        <p:grpSpPr>
          <a:xfrm>
            <a:off x="9370800" y="2574720"/>
            <a:ext cx="948240" cy="2178360"/>
            <a:chOff x="9370800" y="2574720"/>
            <a:chExt cx="948240" cy="2178360"/>
          </a:xfrm>
        </p:grpSpPr>
        <p:grpSp>
          <p:nvGrpSpPr>
            <p:cNvPr id="1179" name="Group 39"/>
            <p:cNvGrpSpPr/>
            <p:nvPr/>
          </p:nvGrpSpPr>
          <p:grpSpPr>
            <a:xfrm>
              <a:off x="9650520" y="2574720"/>
              <a:ext cx="660960" cy="1328760"/>
              <a:chOff x="9650520" y="2574720"/>
              <a:chExt cx="660960" cy="1328760"/>
            </a:xfrm>
          </p:grpSpPr>
          <p:sp>
            <p:nvSpPr>
              <p:cNvPr id="1180" name="CustomShape 40"/>
              <p:cNvSpPr/>
              <p:nvPr/>
            </p:nvSpPr>
            <p:spPr>
              <a:xfrm>
                <a:off x="9650520" y="2801160"/>
                <a:ext cx="660960" cy="1102320"/>
              </a:xfrm>
              <a:custGeom>
                <a:avLst/>
                <a:gdLst/>
                <a:ahLst/>
                <a:rect l="l" t="t" r="r" b="b"/>
                <a:pathLst>
                  <a:path w="726841" h="1121399">
                    <a:moveTo>
                      <a:pt x="236325" y="1049494"/>
                    </a:moveTo>
                    <a:lnTo>
                      <a:pt x="495287" y="1049494"/>
                    </a:lnTo>
                    <a:cubicBezTo>
                      <a:pt x="491080" y="1064561"/>
                      <a:pt x="487966" y="1079199"/>
                      <a:pt x="485273" y="1093187"/>
                    </a:cubicBezTo>
                    <a:lnTo>
                      <a:pt x="245258" y="1092728"/>
                    </a:lnTo>
                    <a:close/>
                    <a:moveTo>
                      <a:pt x="363421" y="203844"/>
                    </a:moveTo>
                    <a:cubicBezTo>
                      <a:pt x="401307" y="203844"/>
                      <a:pt x="432020" y="234557"/>
                      <a:pt x="432020" y="272443"/>
                    </a:cubicBezTo>
                    <a:cubicBezTo>
                      <a:pt x="432020" y="310329"/>
                      <a:pt x="401307" y="341042"/>
                      <a:pt x="363421" y="341042"/>
                    </a:cubicBezTo>
                    <a:cubicBezTo>
                      <a:pt x="325534" y="341042"/>
                      <a:pt x="294821" y="310329"/>
                      <a:pt x="294821" y="272443"/>
                    </a:cubicBezTo>
                    <a:cubicBezTo>
                      <a:pt x="294821" y="234557"/>
                      <a:pt x="325534" y="203844"/>
                      <a:pt x="363421" y="203844"/>
                    </a:cubicBezTo>
                    <a:close/>
                    <a:moveTo>
                      <a:pt x="363421" y="135244"/>
                    </a:moveTo>
                    <a:cubicBezTo>
                      <a:pt x="287648" y="135244"/>
                      <a:pt x="226222" y="196671"/>
                      <a:pt x="226222" y="272443"/>
                    </a:cubicBezTo>
                    <a:cubicBezTo>
                      <a:pt x="226222" y="348216"/>
                      <a:pt x="287648" y="409642"/>
                      <a:pt x="363421" y="409642"/>
                    </a:cubicBezTo>
                    <a:cubicBezTo>
                      <a:pt x="439193" y="409642"/>
                      <a:pt x="500619" y="348216"/>
                      <a:pt x="500619" y="272443"/>
                    </a:cubicBezTo>
                    <a:cubicBezTo>
                      <a:pt x="500619" y="196671"/>
                      <a:pt x="439193" y="135244"/>
                      <a:pt x="363421" y="135244"/>
                    </a:cubicBezTo>
                    <a:close/>
                    <a:moveTo>
                      <a:pt x="196200" y="0"/>
                    </a:moveTo>
                    <a:cubicBezTo>
                      <a:pt x="300307" y="58658"/>
                      <a:pt x="427219" y="59450"/>
                      <a:pt x="531959" y="2129"/>
                    </a:cubicBezTo>
                    <a:cubicBezTo>
                      <a:pt x="645195" y="251105"/>
                      <a:pt x="615578" y="521951"/>
                      <a:pt x="565642" y="749813"/>
                    </a:cubicBezTo>
                    <a:lnTo>
                      <a:pt x="726841" y="904479"/>
                    </a:lnTo>
                    <a:lnTo>
                      <a:pt x="700460" y="1113326"/>
                    </a:lnTo>
                    <a:lnTo>
                      <a:pt x="510728" y="982128"/>
                    </a:lnTo>
                    <a:lnTo>
                      <a:pt x="503274" y="1014651"/>
                    </a:lnTo>
                    <a:lnTo>
                      <a:pt x="228241" y="1014651"/>
                    </a:lnTo>
                    <a:cubicBezTo>
                      <a:pt x="226194" y="1005458"/>
                      <a:pt x="223902" y="996068"/>
                      <a:pt x="221524" y="986461"/>
                    </a:cubicBezTo>
                    <a:lnTo>
                      <a:pt x="26381" y="1121399"/>
                    </a:lnTo>
                    <a:lnTo>
                      <a:pt x="0" y="912552"/>
                    </a:lnTo>
                    <a:lnTo>
                      <a:pt x="162681" y="756465"/>
                    </a:lnTo>
                    <a:lnTo>
                      <a:pt x="163137" y="757906"/>
                    </a:lnTo>
                    <a:lnTo>
                      <a:pt x="165881" y="748957"/>
                    </a:lnTo>
                    <a:cubicBezTo>
                      <a:pt x="117348" y="521774"/>
                      <a:pt x="87568" y="246912"/>
                      <a:pt x="196200" y="0"/>
                    </a:cubicBez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181" name="CustomShape 41"/>
              <p:cNvSpPr/>
              <p:nvPr/>
            </p:nvSpPr>
            <p:spPr>
              <a:xfrm>
                <a:off x="9845280" y="2574720"/>
                <a:ext cx="270720" cy="239400"/>
              </a:xfrm>
              <a:custGeom>
                <a:avLst/>
                <a:gdLst/>
                <a:ahLst/>
                <a:rect l="l" t="t" r="r" b="b"/>
                <a:pathLst>
                  <a:path w="298274" h="244742">
                    <a:moveTo>
                      <a:pt x="147328" y="0"/>
                    </a:moveTo>
                    <a:cubicBezTo>
                      <a:pt x="212319" y="65590"/>
                      <a:pt x="261867" y="134854"/>
                      <a:pt x="298274" y="206570"/>
                    </a:cubicBezTo>
                    <a:cubicBezTo>
                      <a:pt x="205418" y="258299"/>
                      <a:pt x="92251" y="257374"/>
                      <a:pt x="0" y="204273"/>
                    </a:cubicBezTo>
                    <a:cubicBezTo>
                      <a:pt x="35363" y="132633"/>
                      <a:pt x="83678" y="64016"/>
                      <a:pt x="14732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sp>
          <p:nvSpPr>
            <p:cNvPr id="1182" name="CustomShape 42"/>
            <p:cNvSpPr/>
            <p:nvPr/>
          </p:nvSpPr>
          <p:spPr>
            <a:xfrm>
              <a:off x="9370800" y="3945960"/>
              <a:ext cx="948240" cy="807120"/>
            </a:xfrm>
            <a:custGeom>
              <a:avLst/>
              <a:gdLst/>
              <a:ahLst/>
              <a:rect l="l" t="t" r="r" b="b"/>
              <a:pathLst>
                <a:path w="935319" h="738371">
                  <a:moveTo>
                    <a:pt x="570246" y="5904"/>
                  </a:moveTo>
                  <a:cubicBezTo>
                    <a:pt x="462283" y="64891"/>
                    <a:pt x="426421" y="317189"/>
                    <a:pt x="649701" y="474399"/>
                  </a:cubicBezTo>
                  <a:cubicBezTo>
                    <a:pt x="593836" y="327977"/>
                    <a:pt x="630970" y="255746"/>
                    <a:pt x="667057" y="182470"/>
                  </a:cubicBezTo>
                  <a:cubicBezTo>
                    <a:pt x="667659" y="219721"/>
                    <a:pt x="629598" y="299814"/>
                    <a:pt x="723199" y="346469"/>
                  </a:cubicBezTo>
                  <a:cubicBezTo>
                    <a:pt x="679394" y="206128"/>
                    <a:pt x="864427" y="161920"/>
                    <a:pt x="670152" y="6949"/>
                  </a:cubicBezTo>
                  <a:cubicBezTo>
                    <a:pt x="951156" y="47548"/>
                    <a:pt x="868526" y="190548"/>
                    <a:pt x="935319" y="334595"/>
                  </a:cubicBezTo>
                  <a:cubicBezTo>
                    <a:pt x="886447" y="343095"/>
                    <a:pt x="815632" y="212619"/>
                    <a:pt x="831546" y="274410"/>
                  </a:cubicBezTo>
                  <a:cubicBezTo>
                    <a:pt x="915063" y="518579"/>
                    <a:pt x="665249" y="525551"/>
                    <a:pt x="744586" y="738371"/>
                  </a:cubicBezTo>
                  <a:cubicBezTo>
                    <a:pt x="498005" y="724435"/>
                    <a:pt x="570128" y="495242"/>
                    <a:pt x="454164" y="439509"/>
                  </a:cubicBezTo>
                  <a:cubicBezTo>
                    <a:pt x="422689" y="433882"/>
                    <a:pt x="384944" y="459601"/>
                    <a:pt x="454829" y="574141"/>
                  </a:cubicBezTo>
                  <a:cubicBezTo>
                    <a:pt x="47812" y="270832"/>
                    <a:pt x="333584" y="22904"/>
                    <a:pt x="570246" y="5904"/>
                  </a:cubicBezTo>
                  <a:close/>
                  <a:moveTo>
                    <a:pt x="0" y="0"/>
                  </a:moveTo>
                  <a:lnTo>
                    <a:pt x="9284" y="0"/>
                  </a:lnTo>
                  <a:lnTo>
                    <a:pt x="746" y="590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183" name="" descr=""/>
          <p:cNvPicPr/>
          <p:nvPr/>
        </p:nvPicPr>
        <p:blipFill>
          <a:blip r:embed="rId1"/>
          <a:stretch/>
        </p:blipFill>
        <p:spPr>
          <a:xfrm>
            <a:off x="144720" y="147960"/>
            <a:ext cx="3374640" cy="690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CustomShape 1"/>
          <p:cNvSpPr/>
          <p:nvPr/>
        </p:nvSpPr>
        <p:spPr>
          <a:xfrm>
            <a:off x="275040" y="239400"/>
            <a:ext cx="5846040" cy="7288920"/>
          </a:xfrm>
          <a:prstGeom prst="frame">
            <a:avLst>
              <a:gd name="adj1" fmla="val 1002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85" name="CustomShape 2"/>
          <p:cNvSpPr/>
          <p:nvPr/>
        </p:nvSpPr>
        <p:spPr>
          <a:xfrm>
            <a:off x="6745680" y="705240"/>
            <a:ext cx="5746680" cy="187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  <a:spcBef>
                <a:spcPts val="641"/>
              </a:spcBef>
              <a:tabLst>
                <a:tab algn="l" pos="0"/>
              </a:tabLst>
            </a:pPr>
            <a:r>
              <a:rPr b="1" lang="en-US" sz="3200" spc="-1" strike="noStrike">
                <a:solidFill>
                  <a:srgbClr val="404040"/>
                </a:solidFill>
                <a:latin typeface="Arial"/>
                <a:ea typeface="Arial Unicode MS"/>
              </a:rPr>
              <a:t>Simple Presentation</a:t>
            </a:r>
            <a:endParaRPr b="0" lang="en-US" sz="3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algn="l" pos="0"/>
              </a:tabLst>
            </a:pPr>
            <a:r>
              <a:rPr b="1" lang="en-US" sz="3200" spc="-1" strike="noStrike">
                <a:solidFill>
                  <a:srgbClr val="404040"/>
                </a:solidFill>
                <a:latin typeface="Arial"/>
                <a:ea typeface="Arial Unicode MS"/>
              </a:rPr>
              <a:t>Designed   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1186" name="CustomShape 3"/>
          <p:cNvSpPr/>
          <p:nvPr/>
        </p:nvSpPr>
        <p:spPr>
          <a:xfrm>
            <a:off x="6745680" y="2879280"/>
            <a:ext cx="5746680" cy="100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404040"/>
                </a:solidFill>
                <a:latin typeface="Arial"/>
                <a:ea typeface="Arial Unicode MS"/>
              </a:rPr>
              <a:t>Get a modern PowerPoint  Presentation that is beautifully designed.  Easy to change colors, photos and Text. You can simply impress your audience and add a unique zing and appeal to your Presentations. Get a modern PowerPoint  Presentation that is beautifully designed.  Easy to change colors, photos and Text. Get a modern PowerPoint  Presentation that is beautifully designed. 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187" name="CustomShape 4"/>
          <p:cNvSpPr/>
          <p:nvPr/>
        </p:nvSpPr>
        <p:spPr>
          <a:xfrm>
            <a:off x="7204680" y="6754680"/>
            <a:ext cx="5038920" cy="76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b="1" lang="en-US" sz="2000" spc="-1" strike="noStrike">
                <a:solidFill>
                  <a:srgbClr val="404040"/>
                </a:solidFill>
                <a:latin typeface="Arial"/>
                <a:ea typeface="Arial Unicode MS"/>
              </a:rPr>
              <a:t>Portfolio Presentation</a:t>
            </a:r>
            <a:endParaRPr b="0" lang="en-US" sz="2000" spc="-1" strike="noStrike">
              <a:latin typeface="Arial"/>
            </a:endParaRPr>
          </a:p>
        </p:txBody>
      </p:sp>
      <p:pic>
        <p:nvPicPr>
          <p:cNvPr id="1188" name="" descr=""/>
          <p:cNvPicPr/>
          <p:nvPr/>
        </p:nvPicPr>
        <p:blipFill>
          <a:blip r:embed="rId1"/>
          <a:stretch/>
        </p:blipFill>
        <p:spPr>
          <a:xfrm>
            <a:off x="144720" y="147960"/>
            <a:ext cx="3374640" cy="690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" name="TextShape 1"/>
          <p:cNvSpPr txBox="1"/>
          <p:nvPr/>
        </p:nvSpPr>
        <p:spPr>
          <a:xfrm>
            <a:off x="0" y="184320"/>
            <a:ext cx="12801240" cy="869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720"/>
              </a:spcBef>
              <a:tabLst>
                <a:tab algn="l" pos="0"/>
              </a:tabLst>
            </a:pPr>
            <a:r>
              <a:rPr b="0" lang="en-US" sz="3600" spc="-1" strike="noStrike">
                <a:solidFill>
                  <a:srgbClr val="404040"/>
                </a:solidFill>
                <a:latin typeface="Arial"/>
                <a:ea typeface="Arial Unicode MS"/>
              </a:rPr>
              <a:t>Infographic Style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0" name="TextShape 2"/>
          <p:cNvSpPr txBox="1"/>
          <p:nvPr/>
        </p:nvSpPr>
        <p:spPr>
          <a:xfrm>
            <a:off x="0" y="1054440"/>
            <a:ext cx="12801240" cy="434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281"/>
              </a:spcBef>
              <a:tabLst>
                <a:tab algn="l" pos="0"/>
              </a:tabLst>
            </a:pPr>
            <a:r>
              <a:rPr b="0" lang="en-US" sz="1400" spc="-1" strike="noStrike">
                <a:solidFill>
                  <a:srgbClr val="404040"/>
                </a:solidFill>
                <a:latin typeface="Arial"/>
                <a:ea typeface="Arial Unicode MS"/>
              </a:rPr>
              <a:t>Insert the title of your subtitle Here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191" name="Group 3"/>
          <p:cNvGrpSpPr/>
          <p:nvPr/>
        </p:nvGrpSpPr>
        <p:grpSpPr>
          <a:xfrm>
            <a:off x="5265720" y="2686680"/>
            <a:ext cx="1169280" cy="1088280"/>
            <a:chOff x="5265720" y="2686680"/>
            <a:chExt cx="1169280" cy="1088280"/>
          </a:xfrm>
        </p:grpSpPr>
        <p:sp>
          <p:nvSpPr>
            <p:cNvPr id="1192" name="CustomShape 4"/>
            <p:cNvSpPr/>
            <p:nvPr/>
          </p:nvSpPr>
          <p:spPr>
            <a:xfrm>
              <a:off x="5265720" y="2686680"/>
              <a:ext cx="1169280" cy="108828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193" name="CustomShape 5"/>
            <p:cNvSpPr/>
            <p:nvPr/>
          </p:nvSpPr>
          <p:spPr>
            <a:xfrm>
              <a:off x="5374080" y="2788920"/>
              <a:ext cx="951840" cy="88524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1194" name="Group 6"/>
          <p:cNvGrpSpPr/>
          <p:nvPr/>
        </p:nvGrpSpPr>
        <p:grpSpPr>
          <a:xfrm>
            <a:off x="6327360" y="3420720"/>
            <a:ext cx="1169280" cy="1088280"/>
            <a:chOff x="6327360" y="3420720"/>
            <a:chExt cx="1169280" cy="1088280"/>
          </a:xfrm>
        </p:grpSpPr>
        <p:sp>
          <p:nvSpPr>
            <p:cNvPr id="1195" name="CustomShape 7"/>
            <p:cNvSpPr/>
            <p:nvPr/>
          </p:nvSpPr>
          <p:spPr>
            <a:xfrm>
              <a:off x="6327360" y="3420720"/>
              <a:ext cx="1169280" cy="108828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196" name="CustomShape 8"/>
            <p:cNvSpPr/>
            <p:nvPr/>
          </p:nvSpPr>
          <p:spPr>
            <a:xfrm>
              <a:off x="6435720" y="3522960"/>
              <a:ext cx="951840" cy="88524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1197" name="Group 9"/>
          <p:cNvGrpSpPr/>
          <p:nvPr/>
        </p:nvGrpSpPr>
        <p:grpSpPr>
          <a:xfrm>
            <a:off x="5265720" y="4155480"/>
            <a:ext cx="1169280" cy="1088280"/>
            <a:chOff x="5265720" y="4155480"/>
            <a:chExt cx="1169280" cy="1088280"/>
          </a:xfrm>
        </p:grpSpPr>
        <p:sp>
          <p:nvSpPr>
            <p:cNvPr id="1198" name="CustomShape 10"/>
            <p:cNvSpPr/>
            <p:nvPr/>
          </p:nvSpPr>
          <p:spPr>
            <a:xfrm>
              <a:off x="5265720" y="4155480"/>
              <a:ext cx="1169280" cy="108828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199" name="CustomShape 11"/>
            <p:cNvSpPr/>
            <p:nvPr/>
          </p:nvSpPr>
          <p:spPr>
            <a:xfrm>
              <a:off x="5374080" y="4257720"/>
              <a:ext cx="951840" cy="88524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1200" name="Group 12"/>
          <p:cNvGrpSpPr/>
          <p:nvPr/>
        </p:nvGrpSpPr>
        <p:grpSpPr>
          <a:xfrm>
            <a:off x="5265720" y="5623920"/>
            <a:ext cx="1169280" cy="1088280"/>
            <a:chOff x="5265720" y="5623920"/>
            <a:chExt cx="1169280" cy="1088280"/>
          </a:xfrm>
        </p:grpSpPr>
        <p:sp>
          <p:nvSpPr>
            <p:cNvPr id="1201" name="CustomShape 13"/>
            <p:cNvSpPr/>
            <p:nvPr/>
          </p:nvSpPr>
          <p:spPr>
            <a:xfrm>
              <a:off x="5265720" y="5623920"/>
              <a:ext cx="1169280" cy="108828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202" name="CustomShape 14"/>
            <p:cNvSpPr/>
            <p:nvPr/>
          </p:nvSpPr>
          <p:spPr>
            <a:xfrm>
              <a:off x="5374080" y="5726160"/>
              <a:ext cx="951840" cy="88524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1203" name="Group 15"/>
          <p:cNvGrpSpPr/>
          <p:nvPr/>
        </p:nvGrpSpPr>
        <p:grpSpPr>
          <a:xfrm>
            <a:off x="6327360" y="4889520"/>
            <a:ext cx="1169280" cy="1088280"/>
            <a:chOff x="6327360" y="4889520"/>
            <a:chExt cx="1169280" cy="1088280"/>
          </a:xfrm>
        </p:grpSpPr>
        <p:sp>
          <p:nvSpPr>
            <p:cNvPr id="1204" name="CustomShape 16"/>
            <p:cNvSpPr/>
            <p:nvPr/>
          </p:nvSpPr>
          <p:spPr>
            <a:xfrm>
              <a:off x="6327360" y="4889520"/>
              <a:ext cx="1169280" cy="108828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205" name="CustomShape 17"/>
            <p:cNvSpPr/>
            <p:nvPr/>
          </p:nvSpPr>
          <p:spPr>
            <a:xfrm>
              <a:off x="6435720" y="4991760"/>
              <a:ext cx="951840" cy="88524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1206" name="CustomShape 18"/>
          <p:cNvSpPr/>
          <p:nvPr/>
        </p:nvSpPr>
        <p:spPr>
          <a:xfrm>
            <a:off x="7497000" y="3964680"/>
            <a:ext cx="4244400" cy="1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5400">
            <a:solidFill>
              <a:schemeClr val="tx1">
                <a:lumMod val="75000"/>
                <a:lumOff val="25000"/>
              </a:schemeClr>
            </a:solidFill>
            <a:round/>
            <a:tailEnd len="lg" type="oval" w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07" name="CustomShape 19"/>
          <p:cNvSpPr/>
          <p:nvPr/>
        </p:nvSpPr>
        <p:spPr>
          <a:xfrm>
            <a:off x="7497000" y="5434200"/>
            <a:ext cx="4244400" cy="1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5400">
            <a:solidFill>
              <a:schemeClr val="tx1">
                <a:lumMod val="75000"/>
                <a:lumOff val="25000"/>
              </a:schemeClr>
            </a:solidFill>
            <a:round/>
            <a:tailEnd len="lg" type="oval" w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08" name="CustomShape 20"/>
          <p:cNvSpPr/>
          <p:nvPr/>
        </p:nvSpPr>
        <p:spPr>
          <a:xfrm flipH="1">
            <a:off x="1022760" y="3229920"/>
            <a:ext cx="4243320" cy="1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5400">
            <a:solidFill>
              <a:schemeClr val="tx1">
                <a:lumMod val="75000"/>
                <a:lumOff val="25000"/>
              </a:schemeClr>
            </a:solidFill>
            <a:round/>
            <a:tailEnd len="lg" type="oval" w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09" name="CustomShape 21"/>
          <p:cNvSpPr/>
          <p:nvPr/>
        </p:nvSpPr>
        <p:spPr>
          <a:xfrm flipH="1">
            <a:off x="1022760" y="4699800"/>
            <a:ext cx="4243320" cy="1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5400">
            <a:solidFill>
              <a:schemeClr val="tx1">
                <a:lumMod val="75000"/>
                <a:lumOff val="25000"/>
              </a:schemeClr>
            </a:solidFill>
            <a:round/>
            <a:tailEnd len="lg" type="oval" w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10" name="CustomShape 22"/>
          <p:cNvSpPr/>
          <p:nvPr/>
        </p:nvSpPr>
        <p:spPr>
          <a:xfrm flipH="1">
            <a:off x="1022760" y="6167880"/>
            <a:ext cx="4243320" cy="1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5400">
            <a:solidFill>
              <a:schemeClr val="tx1">
                <a:lumMod val="75000"/>
                <a:lumOff val="25000"/>
              </a:schemeClr>
            </a:solidFill>
            <a:round/>
            <a:tailEnd len="lg" type="oval" w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11" name="CustomShape 23"/>
          <p:cNvSpPr/>
          <p:nvPr/>
        </p:nvSpPr>
        <p:spPr>
          <a:xfrm rot="16200000">
            <a:off x="5599800" y="2985120"/>
            <a:ext cx="502920" cy="466560"/>
          </a:xfrm>
          <a:custGeom>
            <a:avLst/>
            <a:gdLst/>
            <a:ahLst/>
            <a:rect l="l" t="t" r="r" b="b"/>
            <a:pathLst>
              <a:path w="3185463" h="3187558">
                <a:moveTo>
                  <a:pt x="764000" y="2343999"/>
                </a:moveTo>
                <a:cubicBezTo>
                  <a:pt x="566798" y="2256389"/>
                  <a:pt x="385374" y="2134753"/>
                  <a:pt x="230072" y="1981662"/>
                </a:cubicBezTo>
                <a:cubicBezTo>
                  <a:pt x="297001" y="2223876"/>
                  <a:pt x="428049" y="2439341"/>
                  <a:pt x="603989" y="2608945"/>
                </a:cubicBezTo>
                <a:cubicBezTo>
                  <a:pt x="667739" y="2525681"/>
                  <a:pt x="720588" y="2436567"/>
                  <a:pt x="764000" y="2343999"/>
                </a:cubicBezTo>
                <a:close/>
                <a:moveTo>
                  <a:pt x="783530" y="862903"/>
                </a:moveTo>
                <a:cubicBezTo>
                  <a:pt x="737619" y="760936"/>
                  <a:pt x="681240" y="662513"/>
                  <a:pt x="611676" y="571152"/>
                </a:cubicBezTo>
                <a:cubicBezTo>
                  <a:pt x="419218" y="754019"/>
                  <a:pt x="279227" y="991173"/>
                  <a:pt x="215545" y="1258034"/>
                </a:cubicBezTo>
                <a:cubicBezTo>
                  <a:pt x="378729" y="1090139"/>
                  <a:pt x="571934" y="956907"/>
                  <a:pt x="783530" y="862903"/>
                </a:cubicBezTo>
                <a:close/>
                <a:moveTo>
                  <a:pt x="935657" y="1673146"/>
                </a:moveTo>
                <a:lnTo>
                  <a:pt x="227023" y="1673146"/>
                </a:lnTo>
                <a:cubicBezTo>
                  <a:pt x="393068" y="1882941"/>
                  <a:pt x="605618" y="2045968"/>
                  <a:pt x="844267" y="2153109"/>
                </a:cubicBezTo>
                <a:cubicBezTo>
                  <a:pt x="897907" y="1997390"/>
                  <a:pt x="928862" y="1835739"/>
                  <a:pt x="935657" y="1673146"/>
                </a:cubicBezTo>
                <a:close/>
                <a:moveTo>
                  <a:pt x="935928" y="1493146"/>
                </a:moveTo>
                <a:cubicBezTo>
                  <a:pt x="928922" y="1345638"/>
                  <a:pt x="902278" y="1198995"/>
                  <a:pt x="856775" y="1056956"/>
                </a:cubicBezTo>
                <a:cubicBezTo>
                  <a:pt x="636768" y="1156959"/>
                  <a:pt x="439487" y="1304654"/>
                  <a:pt x="281464" y="1493146"/>
                </a:cubicBezTo>
                <a:close/>
                <a:moveTo>
                  <a:pt x="1469785" y="2515107"/>
                </a:moveTo>
                <a:cubicBezTo>
                  <a:pt x="1283000" y="2508124"/>
                  <a:pt x="1100523" y="2472287"/>
                  <a:pt x="927628" y="2411229"/>
                </a:cubicBezTo>
                <a:cubicBezTo>
                  <a:pt x="876831" y="2520843"/>
                  <a:pt x="814172" y="2626182"/>
                  <a:pt x="738220" y="2724387"/>
                </a:cubicBezTo>
                <a:cubicBezTo>
                  <a:pt x="944637" y="2881665"/>
                  <a:pt x="1196120" y="2982471"/>
                  <a:pt x="1469785" y="3005418"/>
                </a:cubicBezTo>
                <a:close/>
                <a:moveTo>
                  <a:pt x="1469785" y="1673146"/>
                </a:moveTo>
                <a:lnTo>
                  <a:pt x="1112275" y="1673146"/>
                </a:lnTo>
                <a:cubicBezTo>
                  <a:pt x="1105327" y="1858153"/>
                  <a:pt x="1070032" y="2042144"/>
                  <a:pt x="1008001" y="2219039"/>
                </a:cubicBezTo>
                <a:cubicBezTo>
                  <a:pt x="1155519" y="2270408"/>
                  <a:pt x="1310845" y="2300826"/>
                  <a:pt x="1469785" y="2307834"/>
                </a:cubicBezTo>
                <a:close/>
                <a:moveTo>
                  <a:pt x="1469785" y="898989"/>
                </a:moveTo>
                <a:cubicBezTo>
                  <a:pt x="1315103" y="907762"/>
                  <a:pt x="1164166" y="938783"/>
                  <a:pt x="1020939" y="990066"/>
                </a:cubicBezTo>
                <a:cubicBezTo>
                  <a:pt x="1074574" y="1153655"/>
                  <a:pt x="1105461" y="1322925"/>
                  <a:pt x="1112368" y="1493146"/>
                </a:cubicBezTo>
                <a:lnTo>
                  <a:pt x="1469785" y="1493146"/>
                </a:lnTo>
                <a:close/>
                <a:moveTo>
                  <a:pt x="1469785" y="182141"/>
                </a:moveTo>
                <a:cubicBezTo>
                  <a:pt x="1199839" y="204777"/>
                  <a:pt x="951477" y="303168"/>
                  <a:pt x="746615" y="456764"/>
                </a:cubicBezTo>
                <a:cubicBezTo>
                  <a:pt x="828296" y="562801"/>
                  <a:pt x="894225" y="677310"/>
                  <a:pt x="947434" y="796072"/>
                </a:cubicBezTo>
                <a:cubicBezTo>
                  <a:pt x="1113886" y="736067"/>
                  <a:pt x="1289644" y="700323"/>
                  <a:pt x="1469785" y="691530"/>
                </a:cubicBezTo>
                <a:close/>
                <a:moveTo>
                  <a:pt x="2150063" y="992171"/>
                </a:moveTo>
                <a:cubicBezTo>
                  <a:pt x="1990712" y="935501"/>
                  <a:pt x="1822242" y="902595"/>
                  <a:pt x="1649785" y="897224"/>
                </a:cubicBezTo>
                <a:lnTo>
                  <a:pt x="1649785" y="1493146"/>
                </a:lnTo>
                <a:lnTo>
                  <a:pt x="2063712" y="1493146"/>
                </a:lnTo>
                <a:cubicBezTo>
                  <a:pt x="2069089" y="1323887"/>
                  <a:pt x="2098366" y="1155330"/>
                  <a:pt x="2150063" y="992171"/>
                </a:cubicBezTo>
                <a:close/>
                <a:moveTo>
                  <a:pt x="2168848" y="2199110"/>
                </a:moveTo>
                <a:cubicBezTo>
                  <a:pt x="2108555" y="2028681"/>
                  <a:pt x="2073581" y="1851532"/>
                  <a:pt x="2065295" y="1673146"/>
                </a:cubicBezTo>
                <a:lnTo>
                  <a:pt x="1649785" y="1673146"/>
                </a:lnTo>
                <a:lnTo>
                  <a:pt x="1649785" y="2307299"/>
                </a:lnTo>
                <a:cubicBezTo>
                  <a:pt x="1829404" y="2299517"/>
                  <a:pt x="2004315" y="2261965"/>
                  <a:pt x="2168848" y="2199110"/>
                </a:cubicBezTo>
                <a:close/>
                <a:moveTo>
                  <a:pt x="2422394" y="446879"/>
                </a:moveTo>
                <a:cubicBezTo>
                  <a:pt x="2204309" y="287209"/>
                  <a:pt x="1938140" y="189883"/>
                  <a:pt x="1649785" y="178919"/>
                </a:cubicBezTo>
                <a:lnTo>
                  <a:pt x="1649785" y="689876"/>
                </a:lnTo>
                <a:cubicBezTo>
                  <a:pt x="1846998" y="695154"/>
                  <a:pt x="2039668" y="732502"/>
                  <a:pt x="2221721" y="797410"/>
                </a:cubicBezTo>
                <a:cubicBezTo>
                  <a:pt x="2275056" y="675360"/>
                  <a:pt x="2341760" y="557662"/>
                  <a:pt x="2422394" y="446879"/>
                </a:cubicBezTo>
                <a:close/>
                <a:moveTo>
                  <a:pt x="2447278" y="2722123"/>
                </a:moveTo>
                <a:cubicBezTo>
                  <a:pt x="2366121" y="2618714"/>
                  <a:pt x="2299534" y="2507403"/>
                  <a:pt x="2246145" y="2391362"/>
                </a:cubicBezTo>
                <a:cubicBezTo>
                  <a:pt x="2057375" y="2464119"/>
                  <a:pt x="1856285" y="2506958"/>
                  <a:pt x="1649785" y="2514779"/>
                </a:cubicBezTo>
                <a:lnTo>
                  <a:pt x="1649785" y="3008639"/>
                </a:lnTo>
                <a:cubicBezTo>
                  <a:pt x="1949198" y="2997255"/>
                  <a:pt x="2224691" y="2892757"/>
                  <a:pt x="2447278" y="2722123"/>
                </a:cubicBezTo>
                <a:close/>
                <a:moveTo>
                  <a:pt x="2878934" y="1493146"/>
                </a:moveTo>
                <a:cubicBezTo>
                  <a:pt x="2723190" y="1307255"/>
                  <a:pt x="2529440" y="1161128"/>
                  <a:pt x="2313862" y="1060620"/>
                </a:cubicBezTo>
                <a:cubicBezTo>
                  <a:pt x="2270535" y="1201714"/>
                  <a:pt x="2245604" y="1347104"/>
                  <a:pt x="2240109" y="1493146"/>
                </a:cubicBezTo>
                <a:close/>
                <a:moveTo>
                  <a:pt x="2890636" y="1673146"/>
                </a:moveTo>
                <a:lnTo>
                  <a:pt x="2241814" y="1673146"/>
                </a:lnTo>
                <a:cubicBezTo>
                  <a:pt x="2249736" y="1827102"/>
                  <a:pt x="2279520" y="1979973"/>
                  <a:pt x="2329964" y="2127513"/>
                </a:cubicBezTo>
                <a:cubicBezTo>
                  <a:pt x="2545677" y="2019923"/>
                  <a:pt x="2738160" y="1866413"/>
                  <a:pt x="2890636" y="1673146"/>
                </a:cubicBezTo>
                <a:close/>
                <a:moveTo>
                  <a:pt x="2973035" y="1284386"/>
                </a:moveTo>
                <a:cubicBezTo>
                  <a:pt x="2912066" y="1001840"/>
                  <a:pt x="2765308" y="751379"/>
                  <a:pt x="2561381" y="561108"/>
                </a:cubicBezTo>
                <a:cubicBezTo>
                  <a:pt x="2489321" y="656437"/>
                  <a:pt x="2431363" y="759225"/>
                  <a:pt x="2384553" y="865647"/>
                </a:cubicBezTo>
                <a:cubicBezTo>
                  <a:pt x="2604520" y="964977"/>
                  <a:pt x="2804622" y="1106677"/>
                  <a:pt x="2973035" y="1284386"/>
                </a:cubicBezTo>
                <a:close/>
                <a:moveTo>
                  <a:pt x="2974277" y="1897328"/>
                </a:moveTo>
                <a:cubicBezTo>
                  <a:pt x="2812488" y="2073933"/>
                  <a:pt x="2619878" y="2216690"/>
                  <a:pt x="2407486" y="2319665"/>
                </a:cubicBezTo>
                <a:cubicBezTo>
                  <a:pt x="2454169" y="2420503"/>
                  <a:pt x="2511856" y="2517376"/>
                  <a:pt x="2582047" y="2607468"/>
                </a:cubicBezTo>
                <a:cubicBezTo>
                  <a:pt x="2776399" y="2417974"/>
                  <a:pt x="2916061" y="2172750"/>
                  <a:pt x="2974277" y="1897328"/>
                </a:cubicBezTo>
                <a:close/>
                <a:moveTo>
                  <a:pt x="3185463" y="1593779"/>
                </a:moveTo>
                <a:cubicBezTo>
                  <a:pt x="3185463" y="2473999"/>
                  <a:pt x="2471904" y="3187558"/>
                  <a:pt x="1591684" y="3187558"/>
                </a:cubicBezTo>
                <a:cubicBezTo>
                  <a:pt x="738111" y="3187558"/>
                  <a:pt x="41261" y="2516549"/>
                  <a:pt x="1913" y="1673146"/>
                </a:cubicBezTo>
                <a:lnTo>
                  <a:pt x="0" y="1673146"/>
                </a:lnTo>
                <a:lnTo>
                  <a:pt x="0" y="1493146"/>
                </a:lnTo>
                <a:lnTo>
                  <a:pt x="2750" y="1493146"/>
                </a:lnTo>
                <a:cubicBezTo>
                  <a:pt x="50490" y="700174"/>
                  <a:pt x="679654" y="64473"/>
                  <a:pt x="1469785" y="6156"/>
                </a:cubicBezTo>
                <a:lnTo>
                  <a:pt x="1469785" y="0"/>
                </a:lnTo>
                <a:lnTo>
                  <a:pt x="1591684" y="0"/>
                </a:lnTo>
                <a:lnTo>
                  <a:pt x="1649785" y="0"/>
                </a:lnTo>
                <a:lnTo>
                  <a:pt x="1649785" y="2934"/>
                </a:lnTo>
                <a:cubicBezTo>
                  <a:pt x="2503127" y="31654"/>
                  <a:pt x="3185463" y="733032"/>
                  <a:pt x="3185463" y="159377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12" name="CustomShape 24"/>
          <p:cNvSpPr/>
          <p:nvPr/>
        </p:nvSpPr>
        <p:spPr>
          <a:xfrm>
            <a:off x="5638680" y="4507560"/>
            <a:ext cx="425520" cy="382680"/>
          </a:xfrm>
          <a:custGeom>
            <a:avLst/>
            <a:gdLst/>
            <a:ahLst/>
            <a:rect l="l" t="t" r="r" b="b"/>
            <a:pathLst>
              <a:path w="3186824" h="2663936">
                <a:moveTo>
                  <a:pt x="2624444" y="2376100"/>
                </a:moveTo>
                <a:lnTo>
                  <a:pt x="2624444" y="2520100"/>
                </a:lnTo>
                <a:lnTo>
                  <a:pt x="2952463" y="2520100"/>
                </a:lnTo>
                <a:lnTo>
                  <a:pt x="2952463" y="2376100"/>
                </a:lnTo>
                <a:close/>
                <a:moveTo>
                  <a:pt x="210911" y="2376100"/>
                </a:moveTo>
                <a:lnTo>
                  <a:pt x="210911" y="2520100"/>
                </a:lnTo>
                <a:lnTo>
                  <a:pt x="538930" y="2520100"/>
                </a:lnTo>
                <a:lnTo>
                  <a:pt x="538930" y="2376100"/>
                </a:lnTo>
                <a:close/>
                <a:moveTo>
                  <a:pt x="2624444" y="2095269"/>
                </a:moveTo>
                <a:lnTo>
                  <a:pt x="2624444" y="2239269"/>
                </a:lnTo>
                <a:lnTo>
                  <a:pt x="2952463" y="2239269"/>
                </a:lnTo>
                <a:lnTo>
                  <a:pt x="2952463" y="2095269"/>
                </a:lnTo>
                <a:close/>
                <a:moveTo>
                  <a:pt x="210911" y="2095269"/>
                </a:moveTo>
                <a:lnTo>
                  <a:pt x="210911" y="2239269"/>
                </a:lnTo>
                <a:lnTo>
                  <a:pt x="538930" y="2239269"/>
                </a:lnTo>
                <a:lnTo>
                  <a:pt x="538930" y="2095269"/>
                </a:lnTo>
                <a:close/>
                <a:moveTo>
                  <a:pt x="2624444" y="1814436"/>
                </a:moveTo>
                <a:lnTo>
                  <a:pt x="2624444" y="1958436"/>
                </a:lnTo>
                <a:lnTo>
                  <a:pt x="2952463" y="1958436"/>
                </a:lnTo>
                <a:lnTo>
                  <a:pt x="2952463" y="1814436"/>
                </a:lnTo>
                <a:close/>
                <a:moveTo>
                  <a:pt x="210911" y="1814436"/>
                </a:moveTo>
                <a:lnTo>
                  <a:pt x="210911" y="1958436"/>
                </a:lnTo>
                <a:lnTo>
                  <a:pt x="538930" y="1958436"/>
                </a:lnTo>
                <a:lnTo>
                  <a:pt x="538930" y="1814436"/>
                </a:lnTo>
                <a:close/>
                <a:moveTo>
                  <a:pt x="2624444" y="1533603"/>
                </a:moveTo>
                <a:lnTo>
                  <a:pt x="2624444" y="1677603"/>
                </a:lnTo>
                <a:lnTo>
                  <a:pt x="2952463" y="1677603"/>
                </a:lnTo>
                <a:lnTo>
                  <a:pt x="2952463" y="1533603"/>
                </a:lnTo>
                <a:close/>
                <a:moveTo>
                  <a:pt x="210911" y="1533603"/>
                </a:moveTo>
                <a:lnTo>
                  <a:pt x="210911" y="1677603"/>
                </a:lnTo>
                <a:lnTo>
                  <a:pt x="538930" y="1677603"/>
                </a:lnTo>
                <a:lnTo>
                  <a:pt x="538930" y="1533603"/>
                </a:lnTo>
                <a:close/>
                <a:moveTo>
                  <a:pt x="2624444" y="1252770"/>
                </a:moveTo>
                <a:lnTo>
                  <a:pt x="2624444" y="1396770"/>
                </a:lnTo>
                <a:lnTo>
                  <a:pt x="2952463" y="1396770"/>
                </a:lnTo>
                <a:lnTo>
                  <a:pt x="2952463" y="1252770"/>
                </a:lnTo>
                <a:close/>
                <a:moveTo>
                  <a:pt x="210911" y="1252770"/>
                </a:moveTo>
                <a:lnTo>
                  <a:pt x="210911" y="1396770"/>
                </a:lnTo>
                <a:lnTo>
                  <a:pt x="538930" y="1396770"/>
                </a:lnTo>
                <a:lnTo>
                  <a:pt x="538930" y="1252770"/>
                </a:lnTo>
                <a:close/>
                <a:moveTo>
                  <a:pt x="2624444" y="971937"/>
                </a:moveTo>
                <a:lnTo>
                  <a:pt x="2624444" y="1115937"/>
                </a:lnTo>
                <a:lnTo>
                  <a:pt x="2952463" y="1115937"/>
                </a:lnTo>
                <a:lnTo>
                  <a:pt x="2952463" y="971937"/>
                </a:lnTo>
                <a:close/>
                <a:moveTo>
                  <a:pt x="210911" y="971937"/>
                </a:moveTo>
                <a:lnTo>
                  <a:pt x="210911" y="1115937"/>
                </a:lnTo>
                <a:lnTo>
                  <a:pt x="538930" y="1115937"/>
                </a:lnTo>
                <a:lnTo>
                  <a:pt x="538930" y="971937"/>
                </a:lnTo>
                <a:close/>
                <a:moveTo>
                  <a:pt x="2624444" y="691104"/>
                </a:moveTo>
                <a:lnTo>
                  <a:pt x="2624444" y="835104"/>
                </a:lnTo>
                <a:lnTo>
                  <a:pt x="2952463" y="835104"/>
                </a:lnTo>
                <a:lnTo>
                  <a:pt x="2952463" y="691104"/>
                </a:lnTo>
                <a:close/>
                <a:moveTo>
                  <a:pt x="210911" y="691104"/>
                </a:moveTo>
                <a:lnTo>
                  <a:pt x="210911" y="835104"/>
                </a:lnTo>
                <a:lnTo>
                  <a:pt x="538930" y="835104"/>
                </a:lnTo>
                <a:lnTo>
                  <a:pt x="538930" y="691104"/>
                </a:lnTo>
                <a:close/>
                <a:moveTo>
                  <a:pt x="988006" y="552354"/>
                </a:moveTo>
                <a:lnTo>
                  <a:pt x="988006" y="2111583"/>
                </a:lnTo>
                <a:lnTo>
                  <a:pt x="2332169" y="1331969"/>
                </a:lnTo>
                <a:close/>
                <a:moveTo>
                  <a:pt x="2624444" y="410271"/>
                </a:moveTo>
                <a:lnTo>
                  <a:pt x="2624444" y="554271"/>
                </a:lnTo>
                <a:lnTo>
                  <a:pt x="2952463" y="554271"/>
                </a:lnTo>
                <a:lnTo>
                  <a:pt x="2952463" y="410271"/>
                </a:lnTo>
                <a:close/>
                <a:moveTo>
                  <a:pt x="210911" y="410271"/>
                </a:moveTo>
                <a:lnTo>
                  <a:pt x="210911" y="554271"/>
                </a:lnTo>
                <a:lnTo>
                  <a:pt x="538930" y="554271"/>
                </a:lnTo>
                <a:lnTo>
                  <a:pt x="538930" y="410271"/>
                </a:lnTo>
                <a:close/>
                <a:moveTo>
                  <a:pt x="2624444" y="129438"/>
                </a:moveTo>
                <a:lnTo>
                  <a:pt x="2624444" y="273438"/>
                </a:lnTo>
                <a:lnTo>
                  <a:pt x="2952463" y="273438"/>
                </a:lnTo>
                <a:lnTo>
                  <a:pt x="2952463" y="129438"/>
                </a:lnTo>
                <a:close/>
                <a:moveTo>
                  <a:pt x="210911" y="129438"/>
                </a:moveTo>
                <a:lnTo>
                  <a:pt x="210911" y="273438"/>
                </a:lnTo>
                <a:lnTo>
                  <a:pt x="538930" y="273438"/>
                </a:lnTo>
                <a:lnTo>
                  <a:pt x="538930" y="129438"/>
                </a:lnTo>
                <a:close/>
                <a:moveTo>
                  <a:pt x="0" y="0"/>
                </a:moveTo>
                <a:lnTo>
                  <a:pt x="3186824" y="0"/>
                </a:lnTo>
                <a:lnTo>
                  <a:pt x="3186824" y="2663936"/>
                </a:lnTo>
                <a:lnTo>
                  <a:pt x="0" y="266393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13" name="CustomShape 25"/>
          <p:cNvSpPr/>
          <p:nvPr/>
        </p:nvSpPr>
        <p:spPr>
          <a:xfrm rot="8100000">
            <a:off x="6679800" y="3759120"/>
            <a:ext cx="428400" cy="426960"/>
          </a:xfrm>
          <a:custGeom>
            <a:avLst/>
            <a:gdLst/>
            <a:ahLst/>
            <a:rect l="l" t="t" r="r" b="b"/>
            <a:pathLst>
              <a:path w="2483832" h="2483835">
                <a:moveTo>
                  <a:pt x="657616" y="1826218"/>
                </a:moveTo>
                <a:cubicBezTo>
                  <a:pt x="806520" y="1975122"/>
                  <a:pt x="1047940" y="1975122"/>
                  <a:pt x="1196844" y="1826218"/>
                </a:cubicBezTo>
                <a:cubicBezTo>
                  <a:pt x="1345748" y="1677314"/>
                  <a:pt x="1345748" y="1435894"/>
                  <a:pt x="1196844" y="1286990"/>
                </a:cubicBezTo>
                <a:cubicBezTo>
                  <a:pt x="1047940" y="1138086"/>
                  <a:pt x="806520" y="1138086"/>
                  <a:pt x="657616" y="1286990"/>
                </a:cubicBezTo>
                <a:cubicBezTo>
                  <a:pt x="508712" y="1435894"/>
                  <a:pt x="508712" y="1677314"/>
                  <a:pt x="657616" y="1826218"/>
                </a:cubicBezTo>
                <a:close/>
                <a:moveTo>
                  <a:pt x="293335" y="2190500"/>
                </a:moveTo>
                <a:cubicBezTo>
                  <a:pt x="112098" y="2009262"/>
                  <a:pt x="0" y="1758885"/>
                  <a:pt x="0" y="1482325"/>
                </a:cubicBezTo>
                <a:cubicBezTo>
                  <a:pt x="0" y="929206"/>
                  <a:pt x="459290" y="590078"/>
                  <a:pt x="1001509" y="480815"/>
                </a:cubicBezTo>
                <a:cubicBezTo>
                  <a:pt x="1569704" y="366317"/>
                  <a:pt x="1861757" y="259925"/>
                  <a:pt x="2483832" y="0"/>
                </a:cubicBezTo>
                <a:cubicBezTo>
                  <a:pt x="2230640" y="682694"/>
                  <a:pt x="2130986" y="873716"/>
                  <a:pt x="2003018" y="1482325"/>
                </a:cubicBezTo>
                <a:cubicBezTo>
                  <a:pt x="1901990" y="2042180"/>
                  <a:pt x="1554627" y="2483835"/>
                  <a:pt x="1001509" y="2483835"/>
                </a:cubicBezTo>
                <a:cubicBezTo>
                  <a:pt x="724950" y="2483835"/>
                  <a:pt x="474573" y="2371737"/>
                  <a:pt x="293335" y="219050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14" name="CustomShape 26"/>
          <p:cNvSpPr/>
          <p:nvPr/>
        </p:nvSpPr>
        <p:spPr>
          <a:xfrm rot="2700000">
            <a:off x="6748560" y="5090400"/>
            <a:ext cx="324360" cy="618480"/>
          </a:xfrm>
          <a:custGeom>
            <a:avLst/>
            <a:gdLst/>
            <a:ah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15" name="CustomShape 27"/>
          <p:cNvSpPr/>
          <p:nvPr/>
        </p:nvSpPr>
        <p:spPr>
          <a:xfrm>
            <a:off x="5621760" y="5967000"/>
            <a:ext cx="459360" cy="381600"/>
          </a:xfrm>
          <a:custGeom>
            <a:avLst/>
            <a:gdLst/>
            <a:ahLst/>
            <a:rect l="l" t="t" r="r" b="b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1216" name="Group 28"/>
          <p:cNvGrpSpPr/>
          <p:nvPr/>
        </p:nvGrpSpPr>
        <p:grpSpPr>
          <a:xfrm>
            <a:off x="1361160" y="1861200"/>
            <a:ext cx="3628440" cy="784080"/>
            <a:chOff x="1361160" y="1861200"/>
            <a:chExt cx="3628440" cy="784080"/>
          </a:xfrm>
        </p:grpSpPr>
        <p:sp>
          <p:nvSpPr>
            <p:cNvPr id="1217" name="CustomShape 29"/>
            <p:cNvSpPr/>
            <p:nvPr/>
          </p:nvSpPr>
          <p:spPr>
            <a:xfrm>
              <a:off x="1361160" y="2189880"/>
              <a:ext cx="362844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r"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and appeal to your Presentations.     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1218" name="CustomShape 30"/>
            <p:cNvSpPr/>
            <p:nvPr/>
          </p:nvSpPr>
          <p:spPr>
            <a:xfrm>
              <a:off x="1361160" y="1861200"/>
              <a:ext cx="362844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r">
                <a:lnSpc>
                  <a:spcPct val="100000"/>
                </a:lnSpc>
              </a:pPr>
              <a:r>
                <a:rPr b="1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b="0" lang="en-US" sz="1200" spc="-1" strike="noStrike">
                <a:latin typeface="Arial"/>
              </a:endParaRPr>
            </a:p>
          </p:txBody>
        </p:sp>
      </p:grpSp>
      <p:grpSp>
        <p:nvGrpSpPr>
          <p:cNvPr id="1219" name="Group 31"/>
          <p:cNvGrpSpPr/>
          <p:nvPr/>
        </p:nvGrpSpPr>
        <p:grpSpPr>
          <a:xfrm>
            <a:off x="1361160" y="3351240"/>
            <a:ext cx="3628440" cy="784080"/>
            <a:chOff x="1361160" y="3351240"/>
            <a:chExt cx="3628440" cy="784080"/>
          </a:xfrm>
        </p:grpSpPr>
        <p:sp>
          <p:nvSpPr>
            <p:cNvPr id="1220" name="CustomShape 32"/>
            <p:cNvSpPr/>
            <p:nvPr/>
          </p:nvSpPr>
          <p:spPr>
            <a:xfrm>
              <a:off x="1361160" y="3679920"/>
              <a:ext cx="362844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r"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and appeal to your Presentations.     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1221" name="CustomShape 33"/>
            <p:cNvSpPr/>
            <p:nvPr/>
          </p:nvSpPr>
          <p:spPr>
            <a:xfrm>
              <a:off x="1361160" y="3351240"/>
              <a:ext cx="362844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r">
                <a:lnSpc>
                  <a:spcPct val="100000"/>
                </a:lnSpc>
              </a:pPr>
              <a:r>
                <a:rPr b="1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b="0" lang="en-US" sz="1200" spc="-1" strike="noStrike">
                <a:latin typeface="Arial"/>
              </a:endParaRPr>
            </a:p>
          </p:txBody>
        </p:sp>
      </p:grpSp>
      <p:grpSp>
        <p:nvGrpSpPr>
          <p:cNvPr id="1222" name="Group 34"/>
          <p:cNvGrpSpPr/>
          <p:nvPr/>
        </p:nvGrpSpPr>
        <p:grpSpPr>
          <a:xfrm>
            <a:off x="1361160" y="4840920"/>
            <a:ext cx="3628440" cy="784080"/>
            <a:chOff x="1361160" y="4840920"/>
            <a:chExt cx="3628440" cy="784080"/>
          </a:xfrm>
        </p:grpSpPr>
        <p:sp>
          <p:nvSpPr>
            <p:cNvPr id="1223" name="CustomShape 35"/>
            <p:cNvSpPr/>
            <p:nvPr/>
          </p:nvSpPr>
          <p:spPr>
            <a:xfrm>
              <a:off x="1361160" y="5169600"/>
              <a:ext cx="362844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r"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and appeal to your Presentations.     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1224" name="CustomShape 36"/>
            <p:cNvSpPr/>
            <p:nvPr/>
          </p:nvSpPr>
          <p:spPr>
            <a:xfrm>
              <a:off x="1361160" y="4840920"/>
              <a:ext cx="362844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r">
                <a:lnSpc>
                  <a:spcPct val="100000"/>
                </a:lnSpc>
              </a:pPr>
              <a:r>
                <a:rPr b="1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b="0" lang="en-US" sz="1200" spc="-1" strike="noStrike">
                <a:latin typeface="Arial"/>
              </a:endParaRPr>
            </a:p>
          </p:txBody>
        </p:sp>
      </p:grpSp>
      <p:grpSp>
        <p:nvGrpSpPr>
          <p:cNvPr id="1225" name="Group 37"/>
          <p:cNvGrpSpPr/>
          <p:nvPr/>
        </p:nvGrpSpPr>
        <p:grpSpPr>
          <a:xfrm>
            <a:off x="7810200" y="2606400"/>
            <a:ext cx="3628440" cy="784080"/>
            <a:chOff x="7810200" y="2606400"/>
            <a:chExt cx="3628440" cy="784080"/>
          </a:xfrm>
        </p:grpSpPr>
        <p:sp>
          <p:nvSpPr>
            <p:cNvPr id="1226" name="CustomShape 38"/>
            <p:cNvSpPr/>
            <p:nvPr/>
          </p:nvSpPr>
          <p:spPr>
            <a:xfrm>
              <a:off x="7810200" y="2935080"/>
              <a:ext cx="362844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and appeal to your Presentations.     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1227" name="CustomShape 39"/>
            <p:cNvSpPr/>
            <p:nvPr/>
          </p:nvSpPr>
          <p:spPr>
            <a:xfrm>
              <a:off x="7810200" y="2606400"/>
              <a:ext cx="362844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1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b="0" lang="en-US" sz="1200" spc="-1" strike="noStrike">
                <a:latin typeface="Arial"/>
              </a:endParaRPr>
            </a:p>
          </p:txBody>
        </p:sp>
      </p:grpSp>
      <p:grpSp>
        <p:nvGrpSpPr>
          <p:cNvPr id="1228" name="Group 40"/>
          <p:cNvGrpSpPr/>
          <p:nvPr/>
        </p:nvGrpSpPr>
        <p:grpSpPr>
          <a:xfrm>
            <a:off x="7810200" y="4096440"/>
            <a:ext cx="3628440" cy="784080"/>
            <a:chOff x="7810200" y="4096440"/>
            <a:chExt cx="3628440" cy="784080"/>
          </a:xfrm>
        </p:grpSpPr>
        <p:sp>
          <p:nvSpPr>
            <p:cNvPr id="1229" name="CustomShape 41"/>
            <p:cNvSpPr/>
            <p:nvPr/>
          </p:nvSpPr>
          <p:spPr>
            <a:xfrm>
              <a:off x="7810200" y="4425120"/>
              <a:ext cx="362844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and appeal to your Presentations.     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1230" name="CustomShape 42"/>
            <p:cNvSpPr/>
            <p:nvPr/>
          </p:nvSpPr>
          <p:spPr>
            <a:xfrm>
              <a:off x="7810200" y="4096440"/>
              <a:ext cx="362844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1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b="0" lang="en-US" sz="1200" spc="-1" strike="noStrike">
                <a:latin typeface="Arial"/>
              </a:endParaRPr>
            </a:p>
          </p:txBody>
        </p:sp>
      </p:grpSp>
      <p:pic>
        <p:nvPicPr>
          <p:cNvPr id="1231" name="" descr=""/>
          <p:cNvPicPr/>
          <p:nvPr/>
        </p:nvPicPr>
        <p:blipFill>
          <a:blip r:embed="rId1"/>
          <a:stretch/>
        </p:blipFill>
        <p:spPr>
          <a:xfrm>
            <a:off x="144720" y="147960"/>
            <a:ext cx="3374640" cy="690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TextShape 1"/>
          <p:cNvSpPr txBox="1"/>
          <p:nvPr/>
        </p:nvSpPr>
        <p:spPr>
          <a:xfrm>
            <a:off x="0" y="184320"/>
            <a:ext cx="12801240" cy="869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720"/>
              </a:spcBef>
              <a:tabLst>
                <a:tab algn="l" pos="0"/>
              </a:tabLst>
            </a:pPr>
            <a:r>
              <a:rPr b="0" lang="en-US" sz="3600" spc="-1" strike="noStrike">
                <a:solidFill>
                  <a:srgbClr val="404040"/>
                </a:solidFill>
                <a:latin typeface="Arial"/>
                <a:ea typeface="Arial Unicode MS"/>
              </a:rPr>
              <a:t>Mobile Style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3" name="TextShape 2"/>
          <p:cNvSpPr txBox="1"/>
          <p:nvPr/>
        </p:nvSpPr>
        <p:spPr>
          <a:xfrm>
            <a:off x="0" y="1054440"/>
            <a:ext cx="12801240" cy="434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281"/>
              </a:spcBef>
              <a:tabLst>
                <a:tab algn="l" pos="0"/>
              </a:tabLst>
            </a:pPr>
            <a:r>
              <a:rPr b="0" lang="en-US" sz="1400" spc="-1" strike="noStrike">
                <a:solidFill>
                  <a:srgbClr val="404040"/>
                </a:solidFill>
                <a:latin typeface="Arial"/>
                <a:ea typeface="Arial Unicode MS"/>
              </a:rPr>
              <a:t>Insert the title of your subtitle Here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4" name="CustomShape 3"/>
          <p:cNvSpPr/>
          <p:nvPr/>
        </p:nvSpPr>
        <p:spPr>
          <a:xfrm>
            <a:off x="529920" y="1600560"/>
            <a:ext cx="3932280" cy="146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  <a:spcBef>
                <a:spcPts val="479"/>
              </a:spcBef>
              <a:tabLst>
                <a:tab algn="l" pos="0"/>
              </a:tabLst>
            </a:pPr>
            <a:r>
              <a:rPr b="1" lang="en-US" sz="2400" spc="-1" strike="noStrike">
                <a:solidFill>
                  <a:srgbClr val="404040"/>
                </a:solidFill>
                <a:latin typeface="Arial"/>
                <a:ea typeface="Arial Unicode MS"/>
              </a:rPr>
              <a:t>Simple Portfolio 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tabLst>
                <a:tab algn="l" pos="0"/>
              </a:tabLst>
            </a:pPr>
            <a:r>
              <a:rPr b="1" lang="en-US" sz="2400" spc="-1" strike="noStrike">
                <a:solidFill>
                  <a:srgbClr val="404040"/>
                </a:solidFill>
                <a:latin typeface="Arial"/>
                <a:ea typeface="Arial Unicode MS"/>
              </a:rPr>
              <a:t>Designed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235" name="CustomShape 4"/>
          <p:cNvSpPr/>
          <p:nvPr/>
        </p:nvSpPr>
        <p:spPr>
          <a:xfrm>
            <a:off x="148320" y="3399120"/>
            <a:ext cx="445212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marL="171360" indent="-171000" algn="r">
              <a:lnSpc>
                <a:spcPct val="100000"/>
              </a:lnSpc>
              <a:buClr>
                <a:srgbClr val="404040"/>
              </a:buClr>
              <a:buFont typeface="Wingdings" charset="2"/>
              <a:buChar char=""/>
            </a:pPr>
            <a:r>
              <a:rPr b="0" lang="en-US" sz="1200" spc="-1" strike="noStrike">
                <a:solidFill>
                  <a:srgbClr val="404040"/>
                </a:solidFill>
                <a:latin typeface="Arial"/>
                <a:ea typeface="Arial Unicode MS"/>
              </a:rPr>
              <a:t>Easy to change colors, photos and Text. 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236" name="CustomShape 5"/>
          <p:cNvSpPr/>
          <p:nvPr/>
        </p:nvSpPr>
        <p:spPr>
          <a:xfrm>
            <a:off x="148320" y="3881880"/>
            <a:ext cx="445212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marL="171360" indent="-171000" algn="r">
              <a:lnSpc>
                <a:spcPct val="100000"/>
              </a:lnSpc>
              <a:buClr>
                <a:srgbClr val="404040"/>
              </a:buClr>
              <a:buFont typeface="Wingdings" charset="2"/>
              <a:buChar char=""/>
            </a:pPr>
            <a:r>
              <a:rPr b="0" lang="en-US" sz="1200" spc="-1" strike="noStrike">
                <a:solidFill>
                  <a:srgbClr val="404040"/>
                </a:solidFill>
                <a:latin typeface="Arial"/>
                <a:ea typeface="Arial Unicode MS"/>
              </a:rPr>
              <a:t>Easy to change colors, photos and Text. 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237" name="CustomShape 6"/>
          <p:cNvSpPr/>
          <p:nvPr/>
        </p:nvSpPr>
        <p:spPr>
          <a:xfrm>
            <a:off x="148320" y="4366080"/>
            <a:ext cx="445212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marL="171360" indent="-171000" algn="r">
              <a:lnSpc>
                <a:spcPct val="100000"/>
              </a:lnSpc>
              <a:buClr>
                <a:srgbClr val="404040"/>
              </a:buClr>
              <a:buFont typeface="Wingdings" charset="2"/>
              <a:buChar char=""/>
            </a:pPr>
            <a:r>
              <a:rPr b="0" lang="en-US" sz="1200" spc="-1" strike="noStrike">
                <a:solidFill>
                  <a:srgbClr val="404040"/>
                </a:solidFill>
                <a:latin typeface="Arial"/>
                <a:ea typeface="Arial Unicode MS"/>
              </a:rPr>
              <a:t>Easy to change colors, photos and Text. 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238" name="CustomShape 7"/>
          <p:cNvSpPr/>
          <p:nvPr/>
        </p:nvSpPr>
        <p:spPr>
          <a:xfrm>
            <a:off x="8095680" y="3399840"/>
            <a:ext cx="445212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marL="171360" indent="-171000">
              <a:lnSpc>
                <a:spcPct val="100000"/>
              </a:lnSpc>
              <a:buClr>
                <a:srgbClr val="404040"/>
              </a:buClr>
              <a:buFont typeface="Wingdings" charset="2"/>
              <a:buChar char=""/>
            </a:pPr>
            <a:r>
              <a:rPr b="0" lang="en-US" sz="1200" spc="-1" strike="noStrike">
                <a:solidFill>
                  <a:srgbClr val="404040"/>
                </a:solidFill>
                <a:latin typeface="Arial"/>
                <a:ea typeface="Arial Unicode MS"/>
              </a:rPr>
              <a:t>Easy to change colors, photos and Text. 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239" name="CustomShape 8"/>
          <p:cNvSpPr/>
          <p:nvPr/>
        </p:nvSpPr>
        <p:spPr>
          <a:xfrm>
            <a:off x="8095680" y="3883320"/>
            <a:ext cx="445212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marL="171360" indent="-171000">
              <a:lnSpc>
                <a:spcPct val="100000"/>
              </a:lnSpc>
              <a:buClr>
                <a:srgbClr val="404040"/>
              </a:buClr>
              <a:buFont typeface="Wingdings" charset="2"/>
              <a:buChar char=""/>
            </a:pPr>
            <a:r>
              <a:rPr b="0" lang="en-US" sz="1200" spc="-1" strike="noStrike">
                <a:solidFill>
                  <a:srgbClr val="404040"/>
                </a:solidFill>
                <a:latin typeface="Arial"/>
                <a:ea typeface="Arial Unicode MS"/>
              </a:rPr>
              <a:t>Easy to change colors, photos and Text. 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240" name="CustomShape 9"/>
          <p:cNvSpPr/>
          <p:nvPr/>
        </p:nvSpPr>
        <p:spPr>
          <a:xfrm>
            <a:off x="8095680" y="4367520"/>
            <a:ext cx="445212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marL="171360" indent="-171000">
              <a:lnSpc>
                <a:spcPct val="100000"/>
              </a:lnSpc>
              <a:buClr>
                <a:srgbClr val="404040"/>
              </a:buClr>
              <a:buFont typeface="Wingdings" charset="2"/>
              <a:buChar char=""/>
            </a:pPr>
            <a:r>
              <a:rPr b="0" lang="en-US" sz="1200" spc="-1" strike="noStrike">
                <a:solidFill>
                  <a:srgbClr val="404040"/>
                </a:solidFill>
                <a:latin typeface="Arial"/>
                <a:ea typeface="Arial Unicode MS"/>
              </a:rPr>
              <a:t>Easy to change colors, photos and Text. 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241" name="CustomShape 10"/>
          <p:cNvSpPr/>
          <p:nvPr/>
        </p:nvSpPr>
        <p:spPr>
          <a:xfrm>
            <a:off x="8369280" y="1598760"/>
            <a:ext cx="3932280" cy="146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algn="r">
              <a:lnSpc>
                <a:spcPct val="100000"/>
              </a:lnSpc>
              <a:spcBef>
                <a:spcPts val="479"/>
              </a:spcBef>
              <a:tabLst>
                <a:tab algn="l" pos="0"/>
              </a:tabLst>
            </a:pPr>
            <a:r>
              <a:rPr b="1" lang="en-US" sz="2400" spc="-1" strike="noStrike">
                <a:solidFill>
                  <a:srgbClr val="404040"/>
                </a:solidFill>
                <a:latin typeface="Arial"/>
                <a:ea typeface="Arial Unicode MS"/>
              </a:rPr>
              <a:t>Simple Portfolio </a:t>
            </a:r>
            <a:endParaRPr b="0" lang="en-US" sz="2400" spc="-1" strike="noStrike">
              <a:latin typeface="Arial"/>
            </a:endParaRPr>
          </a:p>
          <a:p>
            <a:pPr algn="r">
              <a:lnSpc>
                <a:spcPct val="100000"/>
              </a:lnSpc>
              <a:spcBef>
                <a:spcPts val="479"/>
              </a:spcBef>
              <a:tabLst>
                <a:tab algn="l" pos="0"/>
              </a:tabLst>
            </a:pPr>
            <a:r>
              <a:rPr b="1" lang="en-US" sz="2400" spc="-1" strike="noStrike">
                <a:solidFill>
                  <a:srgbClr val="404040"/>
                </a:solidFill>
                <a:latin typeface="Arial"/>
                <a:ea typeface="Arial Unicode MS"/>
              </a:rPr>
              <a:t>Designed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242" name="CustomShape 11"/>
          <p:cNvSpPr/>
          <p:nvPr/>
        </p:nvSpPr>
        <p:spPr>
          <a:xfrm>
            <a:off x="3953160" y="6183000"/>
            <a:ext cx="369360" cy="689040"/>
          </a:xfrm>
          <a:custGeom>
            <a:avLst/>
            <a:gdLst/>
            <a:ahLst/>
            <a:rect l="l" t="t" r="r" b="b"/>
            <a:pathLst>
              <a:path w="1872208" h="3240000">
                <a:moveTo>
                  <a:pt x="936104" y="2852499"/>
                </a:moveTo>
                <a:cubicBezTo>
                  <a:pt x="861605" y="2852499"/>
                  <a:pt x="801211" y="2912893"/>
                  <a:pt x="801211" y="2987392"/>
                </a:cubicBezTo>
                <a:cubicBezTo>
                  <a:pt x="801211" y="3061891"/>
                  <a:pt x="861605" y="3122285"/>
                  <a:pt x="936104" y="3122285"/>
                </a:cubicBezTo>
                <a:cubicBezTo>
                  <a:pt x="1010603" y="3122285"/>
                  <a:pt x="1070997" y="3061891"/>
                  <a:pt x="1070997" y="2987392"/>
                </a:cubicBezTo>
                <a:cubicBezTo>
                  <a:pt x="1070997" y="2912893"/>
                  <a:pt x="1010603" y="2852499"/>
                  <a:pt x="936104" y="2852499"/>
                </a:cubicBezTo>
                <a:close/>
                <a:moveTo>
                  <a:pt x="144016" y="323096"/>
                </a:moveTo>
                <a:lnTo>
                  <a:pt x="144016" y="2699360"/>
                </a:lnTo>
                <a:lnTo>
                  <a:pt x="1728192" y="2699360"/>
                </a:lnTo>
                <a:lnTo>
                  <a:pt x="1728192" y="323096"/>
                </a:lnTo>
                <a:close/>
                <a:moveTo>
                  <a:pt x="720104" y="107072"/>
                </a:moveTo>
                <a:cubicBezTo>
                  <a:pt x="690281" y="107072"/>
                  <a:pt x="666104" y="131249"/>
                  <a:pt x="666104" y="161072"/>
                </a:cubicBezTo>
                <a:cubicBezTo>
                  <a:pt x="666104" y="190895"/>
                  <a:pt x="690281" y="215072"/>
                  <a:pt x="720104" y="215072"/>
                </a:cubicBezTo>
                <a:lnTo>
                  <a:pt x="1152104" y="215072"/>
                </a:lnTo>
                <a:cubicBezTo>
                  <a:pt x="1181927" y="215072"/>
                  <a:pt x="1206104" y="190895"/>
                  <a:pt x="1206104" y="161072"/>
                </a:cubicBezTo>
                <a:cubicBezTo>
                  <a:pt x="1206104" y="131249"/>
                  <a:pt x="1181927" y="107072"/>
                  <a:pt x="1152104" y="107072"/>
                </a:cubicBezTo>
                <a:close/>
                <a:moveTo>
                  <a:pt x="312041" y="0"/>
                </a:moveTo>
                <a:lnTo>
                  <a:pt x="1560167" y="0"/>
                </a:lnTo>
                <a:cubicBezTo>
                  <a:pt x="1732502" y="0"/>
                  <a:pt x="1872208" y="139706"/>
                  <a:pt x="1872208" y="312041"/>
                </a:cubicBezTo>
                <a:lnTo>
                  <a:pt x="1872208" y="2927959"/>
                </a:lnTo>
                <a:cubicBezTo>
                  <a:pt x="1872208" y="3100294"/>
                  <a:pt x="1732502" y="3240000"/>
                  <a:pt x="1560167" y="3240000"/>
                </a:cubicBezTo>
                <a:lnTo>
                  <a:pt x="312041" y="3240000"/>
                </a:lnTo>
                <a:cubicBezTo>
                  <a:pt x="139706" y="3240000"/>
                  <a:pt x="0" y="3100294"/>
                  <a:pt x="0" y="2927959"/>
                </a:cubicBezTo>
                <a:lnTo>
                  <a:pt x="0" y="312041"/>
                </a:lnTo>
                <a:cubicBezTo>
                  <a:pt x="0" y="139706"/>
                  <a:pt x="139706" y="0"/>
                  <a:pt x="31204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43" name="CustomShape 12"/>
          <p:cNvSpPr/>
          <p:nvPr/>
        </p:nvSpPr>
        <p:spPr>
          <a:xfrm>
            <a:off x="8383680" y="6225480"/>
            <a:ext cx="662040" cy="603720"/>
          </a:xfrm>
          <a:custGeom>
            <a:avLst/>
            <a:gdLst/>
            <a:ahLst/>
            <a:rect l="l" t="t" r="r" b="b"/>
            <a:pathLst>
              <a:path w="2736304" h="2313707">
                <a:moveTo>
                  <a:pt x="1046195" y="1945901"/>
                </a:moveTo>
                <a:lnTo>
                  <a:pt x="998316" y="2093032"/>
                </a:lnTo>
                <a:lnTo>
                  <a:pt x="1737988" y="2093032"/>
                </a:lnTo>
                <a:lnTo>
                  <a:pt x="1690109" y="1945901"/>
                </a:lnTo>
                <a:close/>
                <a:moveTo>
                  <a:pt x="396044" y="89541"/>
                </a:moveTo>
                <a:lnTo>
                  <a:pt x="396044" y="1241668"/>
                </a:lnTo>
                <a:lnTo>
                  <a:pt x="2340260" y="1241668"/>
                </a:lnTo>
                <a:lnTo>
                  <a:pt x="2340260" y="89541"/>
                </a:lnTo>
                <a:close/>
                <a:moveTo>
                  <a:pt x="252028" y="0"/>
                </a:moveTo>
                <a:lnTo>
                  <a:pt x="2484276" y="0"/>
                </a:lnTo>
                <a:lnTo>
                  <a:pt x="2484276" y="1331208"/>
                </a:lnTo>
                <a:lnTo>
                  <a:pt x="2484679" y="1331208"/>
                </a:lnTo>
                <a:lnTo>
                  <a:pt x="2736304" y="2195304"/>
                </a:lnTo>
                <a:lnTo>
                  <a:pt x="2736304" y="2313707"/>
                </a:lnTo>
                <a:lnTo>
                  <a:pt x="0" y="2313707"/>
                </a:lnTo>
                <a:lnTo>
                  <a:pt x="0" y="2195304"/>
                </a:lnTo>
                <a:lnTo>
                  <a:pt x="251625" y="1331208"/>
                </a:lnTo>
                <a:lnTo>
                  <a:pt x="252028" y="133120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1244" name="Group 13"/>
          <p:cNvGrpSpPr/>
          <p:nvPr/>
        </p:nvGrpSpPr>
        <p:grpSpPr>
          <a:xfrm>
            <a:off x="9378000" y="5875560"/>
            <a:ext cx="2923200" cy="784080"/>
            <a:chOff x="9378000" y="5875560"/>
            <a:chExt cx="2923200" cy="784080"/>
          </a:xfrm>
        </p:grpSpPr>
        <p:sp>
          <p:nvSpPr>
            <p:cNvPr id="1245" name="CustomShape 14"/>
            <p:cNvSpPr/>
            <p:nvPr/>
          </p:nvSpPr>
          <p:spPr>
            <a:xfrm>
              <a:off x="9378000" y="6204240"/>
              <a:ext cx="292320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ffce29"/>
                  </a:solidFill>
                  <a:latin typeface="Arial"/>
                  <a:ea typeface="Arial Unicode MS"/>
                </a:rPr>
                <a:t>You can simply impress your audience and add a unique zing. 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1246" name="CustomShape 15"/>
            <p:cNvSpPr/>
            <p:nvPr/>
          </p:nvSpPr>
          <p:spPr>
            <a:xfrm>
              <a:off x="9378000" y="5875560"/>
              <a:ext cx="292320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1" lang="en-US" sz="1200" spc="-1" strike="noStrike">
                  <a:solidFill>
                    <a:srgbClr val="ffce29"/>
                  </a:solidFill>
                  <a:latin typeface="Arial"/>
                  <a:ea typeface="Arial Unicode MS"/>
                </a:rPr>
                <a:t>Your Text  Here</a:t>
              </a:r>
              <a:endParaRPr b="0" lang="en-US" sz="1200" spc="-1" strike="noStrike">
                <a:latin typeface="Arial"/>
              </a:endParaRPr>
            </a:p>
          </p:txBody>
        </p:sp>
      </p:grpSp>
      <p:grpSp>
        <p:nvGrpSpPr>
          <p:cNvPr id="1247" name="Group 16"/>
          <p:cNvGrpSpPr/>
          <p:nvPr/>
        </p:nvGrpSpPr>
        <p:grpSpPr>
          <a:xfrm>
            <a:off x="561240" y="5875560"/>
            <a:ext cx="2923200" cy="784080"/>
            <a:chOff x="561240" y="5875560"/>
            <a:chExt cx="2923200" cy="784080"/>
          </a:xfrm>
        </p:grpSpPr>
        <p:sp>
          <p:nvSpPr>
            <p:cNvPr id="1248" name="CustomShape 17"/>
            <p:cNvSpPr/>
            <p:nvPr/>
          </p:nvSpPr>
          <p:spPr>
            <a:xfrm>
              <a:off x="561240" y="6204240"/>
              <a:ext cx="292320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r"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ffce29"/>
                  </a:solidFill>
                  <a:latin typeface="Arial"/>
                  <a:ea typeface="Arial Unicode MS"/>
                </a:rPr>
                <a:t>You can simply impress your audience and add a unique zing. 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1249" name="CustomShape 18"/>
            <p:cNvSpPr/>
            <p:nvPr/>
          </p:nvSpPr>
          <p:spPr>
            <a:xfrm>
              <a:off x="561240" y="5875560"/>
              <a:ext cx="292320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r">
                <a:lnSpc>
                  <a:spcPct val="100000"/>
                </a:lnSpc>
              </a:pPr>
              <a:r>
                <a:rPr b="1" lang="en-US" sz="1200" spc="-1" strike="noStrike">
                  <a:solidFill>
                    <a:srgbClr val="ffce29"/>
                  </a:solidFill>
                  <a:latin typeface="Arial"/>
                  <a:ea typeface="Arial Unicode MS"/>
                </a:rPr>
                <a:t>Your Text  Here</a:t>
              </a:r>
              <a:endParaRPr b="0" lang="en-US" sz="1200" spc="-1" strike="noStrike">
                <a:latin typeface="Arial"/>
              </a:endParaRPr>
            </a:p>
          </p:txBody>
        </p:sp>
      </p:grpSp>
      <p:pic>
        <p:nvPicPr>
          <p:cNvPr id="1250" name="" descr=""/>
          <p:cNvPicPr/>
          <p:nvPr/>
        </p:nvPicPr>
        <p:blipFill>
          <a:blip r:embed="rId1"/>
          <a:stretch/>
        </p:blipFill>
        <p:spPr>
          <a:xfrm>
            <a:off x="144720" y="147960"/>
            <a:ext cx="3374640" cy="690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1" name="TextShape 1"/>
          <p:cNvSpPr txBox="1"/>
          <p:nvPr/>
        </p:nvSpPr>
        <p:spPr>
          <a:xfrm>
            <a:off x="0" y="184320"/>
            <a:ext cx="12801240" cy="869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720"/>
              </a:spcBef>
              <a:tabLst>
                <a:tab algn="l" pos="0"/>
              </a:tabLst>
            </a:pPr>
            <a:r>
              <a:rPr b="0" lang="en-US" sz="3600" spc="-1" strike="noStrike">
                <a:solidFill>
                  <a:srgbClr val="404040"/>
                </a:solidFill>
                <a:latin typeface="Arial"/>
                <a:ea typeface="Arial Unicode MS"/>
              </a:rPr>
              <a:t>Infographic Style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2" name="TextShape 2"/>
          <p:cNvSpPr txBox="1"/>
          <p:nvPr/>
        </p:nvSpPr>
        <p:spPr>
          <a:xfrm>
            <a:off x="0" y="1054440"/>
            <a:ext cx="12801240" cy="434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281"/>
              </a:spcBef>
              <a:tabLst>
                <a:tab algn="l" pos="0"/>
              </a:tabLst>
            </a:pPr>
            <a:r>
              <a:rPr b="0" lang="en-US" sz="1400" spc="-1" strike="noStrike">
                <a:solidFill>
                  <a:srgbClr val="404040"/>
                </a:solidFill>
                <a:latin typeface="Arial"/>
                <a:ea typeface="Arial Unicode MS"/>
              </a:rPr>
              <a:t>Insert the title of your subtitle Here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253" name="Group 3"/>
          <p:cNvGrpSpPr/>
          <p:nvPr/>
        </p:nvGrpSpPr>
        <p:grpSpPr>
          <a:xfrm>
            <a:off x="6480000" y="1787040"/>
            <a:ext cx="1200240" cy="1293480"/>
            <a:chOff x="6480000" y="1787040"/>
            <a:chExt cx="1200240" cy="1293480"/>
          </a:xfrm>
        </p:grpSpPr>
        <p:sp>
          <p:nvSpPr>
            <p:cNvPr id="1254" name="CustomShape 4"/>
            <p:cNvSpPr/>
            <p:nvPr/>
          </p:nvSpPr>
          <p:spPr>
            <a:xfrm rot="2700000">
              <a:off x="6703920" y="1880640"/>
              <a:ext cx="687960" cy="1058760"/>
            </a:xfrm>
            <a:custGeom>
              <a:avLst/>
              <a:gdLst/>
              <a:ahLst/>
              <a:rect l="l" t="t" r="r" b="b"/>
              <a:pathLst>
                <a:path w="726841" h="1121399">
                  <a:moveTo>
                    <a:pt x="236325" y="1049494"/>
                  </a:moveTo>
                  <a:lnTo>
                    <a:pt x="495287" y="1049494"/>
                  </a:lnTo>
                  <a:cubicBezTo>
                    <a:pt x="491080" y="1064561"/>
                    <a:pt x="487966" y="1079199"/>
                    <a:pt x="485273" y="1093187"/>
                  </a:cubicBezTo>
                  <a:lnTo>
                    <a:pt x="245258" y="1092728"/>
                  </a:lnTo>
                  <a:close/>
                  <a:moveTo>
                    <a:pt x="363421" y="203844"/>
                  </a:moveTo>
                  <a:cubicBezTo>
                    <a:pt x="401307" y="203844"/>
                    <a:pt x="432020" y="234557"/>
                    <a:pt x="432020" y="272443"/>
                  </a:cubicBezTo>
                  <a:cubicBezTo>
                    <a:pt x="432020" y="310329"/>
                    <a:pt x="401307" y="341042"/>
                    <a:pt x="363421" y="341042"/>
                  </a:cubicBezTo>
                  <a:cubicBezTo>
                    <a:pt x="325534" y="341042"/>
                    <a:pt x="294821" y="310329"/>
                    <a:pt x="294821" y="272443"/>
                  </a:cubicBezTo>
                  <a:cubicBezTo>
                    <a:pt x="294821" y="234557"/>
                    <a:pt x="325534" y="203844"/>
                    <a:pt x="363421" y="203844"/>
                  </a:cubicBezTo>
                  <a:close/>
                  <a:moveTo>
                    <a:pt x="363421" y="135244"/>
                  </a:moveTo>
                  <a:cubicBezTo>
                    <a:pt x="287648" y="135244"/>
                    <a:pt x="226222" y="196671"/>
                    <a:pt x="226222" y="272443"/>
                  </a:cubicBezTo>
                  <a:cubicBezTo>
                    <a:pt x="226222" y="348216"/>
                    <a:pt x="287648" y="409642"/>
                    <a:pt x="363421" y="409642"/>
                  </a:cubicBezTo>
                  <a:cubicBezTo>
                    <a:pt x="439193" y="409642"/>
                    <a:pt x="500619" y="348216"/>
                    <a:pt x="500619" y="272443"/>
                  </a:cubicBezTo>
                  <a:cubicBezTo>
                    <a:pt x="500619" y="196671"/>
                    <a:pt x="439193" y="135244"/>
                    <a:pt x="363421" y="135244"/>
                  </a:cubicBezTo>
                  <a:close/>
                  <a:moveTo>
                    <a:pt x="196200" y="0"/>
                  </a:moveTo>
                  <a:cubicBezTo>
                    <a:pt x="300307" y="58658"/>
                    <a:pt x="427219" y="59450"/>
                    <a:pt x="531959" y="2129"/>
                  </a:cubicBezTo>
                  <a:cubicBezTo>
                    <a:pt x="645195" y="251105"/>
                    <a:pt x="615578" y="521951"/>
                    <a:pt x="565642" y="749813"/>
                  </a:cubicBezTo>
                  <a:lnTo>
                    <a:pt x="726841" y="904479"/>
                  </a:lnTo>
                  <a:lnTo>
                    <a:pt x="700460" y="1113326"/>
                  </a:lnTo>
                  <a:lnTo>
                    <a:pt x="510728" y="982128"/>
                  </a:lnTo>
                  <a:lnTo>
                    <a:pt x="503274" y="1014651"/>
                  </a:lnTo>
                  <a:lnTo>
                    <a:pt x="228241" y="1014651"/>
                  </a:lnTo>
                  <a:cubicBezTo>
                    <a:pt x="226194" y="1005458"/>
                    <a:pt x="223902" y="996068"/>
                    <a:pt x="221524" y="986461"/>
                  </a:cubicBezTo>
                  <a:lnTo>
                    <a:pt x="26381" y="1121399"/>
                  </a:lnTo>
                  <a:lnTo>
                    <a:pt x="0" y="912552"/>
                  </a:lnTo>
                  <a:lnTo>
                    <a:pt x="162681" y="756465"/>
                  </a:lnTo>
                  <a:lnTo>
                    <a:pt x="163137" y="757906"/>
                  </a:lnTo>
                  <a:lnTo>
                    <a:pt x="165881" y="748957"/>
                  </a:lnTo>
                  <a:cubicBezTo>
                    <a:pt x="117348" y="521774"/>
                    <a:pt x="87568" y="246912"/>
                    <a:pt x="196200" y="0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255" name="CustomShape 5"/>
            <p:cNvSpPr/>
            <p:nvPr/>
          </p:nvSpPr>
          <p:spPr>
            <a:xfrm rot="2700000">
              <a:off x="7359840" y="1852920"/>
              <a:ext cx="280440" cy="230400"/>
            </a:xfrm>
            <a:custGeom>
              <a:avLst/>
              <a:gdLst/>
              <a:ahLst/>
              <a:rect l="l" t="t" r="r" b="b"/>
              <a:pathLst>
                <a:path w="298274" h="244742">
                  <a:moveTo>
                    <a:pt x="147328" y="0"/>
                  </a:moveTo>
                  <a:cubicBezTo>
                    <a:pt x="212319" y="65590"/>
                    <a:pt x="261867" y="134854"/>
                    <a:pt x="298274" y="206570"/>
                  </a:cubicBezTo>
                  <a:cubicBezTo>
                    <a:pt x="205418" y="258299"/>
                    <a:pt x="92251" y="257374"/>
                    <a:pt x="0" y="204273"/>
                  </a:cubicBezTo>
                  <a:cubicBezTo>
                    <a:pt x="35363" y="132633"/>
                    <a:pt x="83678" y="64016"/>
                    <a:pt x="14732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1256" name="Group 6"/>
          <p:cNvGrpSpPr/>
          <p:nvPr/>
        </p:nvGrpSpPr>
        <p:grpSpPr>
          <a:xfrm>
            <a:off x="4106520" y="2761560"/>
            <a:ext cx="4586400" cy="4442760"/>
            <a:chOff x="4106520" y="2761560"/>
            <a:chExt cx="4586400" cy="4442760"/>
          </a:xfrm>
        </p:grpSpPr>
        <p:sp>
          <p:nvSpPr>
            <p:cNvPr id="1257" name="CustomShape 7"/>
            <p:cNvSpPr/>
            <p:nvPr/>
          </p:nvSpPr>
          <p:spPr>
            <a:xfrm>
              <a:off x="5743080" y="6010920"/>
              <a:ext cx="1977120" cy="1193400"/>
            </a:xfrm>
            <a:custGeom>
              <a:avLst/>
              <a:gdLst/>
              <a:ahLst/>
              <a:rect l="l" t="t" r="r" b="b"/>
              <a:pathLst>
                <a:path w="1411833" h="790042">
                  <a:moveTo>
                    <a:pt x="1404518" y="585216"/>
                  </a:moveTo>
                  <a:lnTo>
                    <a:pt x="0" y="790042"/>
                  </a:lnTo>
                  <a:lnTo>
                    <a:pt x="1411833" y="0"/>
                  </a:lnTo>
                  <a:cubicBezTo>
                    <a:pt x="1409395" y="195072"/>
                    <a:pt x="1406956" y="390144"/>
                    <a:pt x="1404518" y="58521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258" name="CustomShape 8"/>
            <p:cNvSpPr/>
            <p:nvPr/>
          </p:nvSpPr>
          <p:spPr>
            <a:xfrm>
              <a:off x="4124520" y="4729320"/>
              <a:ext cx="2981520" cy="1580040"/>
            </a:xfrm>
            <a:custGeom>
              <a:avLst/>
              <a:gdLst/>
              <a:ahLst/>
              <a:rect l="l" t="t" r="r" b="b"/>
              <a:pathLst>
                <a:path w="2130190" h="1046074">
                  <a:moveTo>
                    <a:pt x="2121408" y="0"/>
                  </a:moveTo>
                  <a:cubicBezTo>
                    <a:pt x="1676664" y="86171"/>
                    <a:pt x="714451" y="292608"/>
                    <a:pt x="0" y="438912"/>
                  </a:cubicBezTo>
                  <a:cubicBezTo>
                    <a:pt x="2439" y="648614"/>
                    <a:pt x="4877" y="836372"/>
                    <a:pt x="7316" y="1046074"/>
                  </a:cubicBezTo>
                  <a:lnTo>
                    <a:pt x="2128723" y="592531"/>
                  </a:lnTo>
                  <a:cubicBezTo>
                    <a:pt x="2133599" y="377952"/>
                    <a:pt x="2125065" y="296265"/>
                    <a:pt x="212140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259" name="CustomShape 9"/>
            <p:cNvSpPr/>
            <p:nvPr/>
          </p:nvSpPr>
          <p:spPr>
            <a:xfrm>
              <a:off x="4677840" y="3811320"/>
              <a:ext cx="4013640" cy="1325880"/>
            </a:xfrm>
            <a:custGeom>
              <a:avLst/>
              <a:gdLst/>
              <a:ahLst/>
              <a:rect l="l" t="t" r="r" b="b"/>
              <a:pathLst>
                <a:path w="2867558" h="877824">
                  <a:moveTo>
                    <a:pt x="7315" y="292608"/>
                  </a:moveTo>
                  <a:lnTo>
                    <a:pt x="2860243" y="0"/>
                  </a:lnTo>
                  <a:cubicBezTo>
                    <a:pt x="2862681" y="202387"/>
                    <a:pt x="2865120" y="404775"/>
                    <a:pt x="2867558" y="607162"/>
                  </a:cubicBezTo>
                  <a:lnTo>
                    <a:pt x="0" y="877824"/>
                  </a:lnTo>
                  <a:cubicBezTo>
                    <a:pt x="2438" y="682752"/>
                    <a:pt x="4877" y="487680"/>
                    <a:pt x="7315" y="29260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260" name="CustomShape 10"/>
            <p:cNvSpPr/>
            <p:nvPr/>
          </p:nvSpPr>
          <p:spPr>
            <a:xfrm rot="5400000">
              <a:off x="6140880" y="2159280"/>
              <a:ext cx="1480320" cy="3623760"/>
            </a:xfrm>
            <a:prstGeom prst="parallelogram">
              <a:avLst>
                <a:gd name="adj" fmla="val 37692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261" name="CustomShape 11"/>
            <p:cNvSpPr/>
            <p:nvPr/>
          </p:nvSpPr>
          <p:spPr>
            <a:xfrm rot="5400000">
              <a:off x="5215680" y="3717000"/>
              <a:ext cx="1359000" cy="2456280"/>
            </a:xfrm>
            <a:prstGeom prst="parallelogram">
              <a:avLst>
                <a:gd name="adj" fmla="val 34438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262" name="CustomShape 12"/>
            <p:cNvSpPr/>
            <p:nvPr/>
          </p:nvSpPr>
          <p:spPr>
            <a:xfrm rot="5400000">
              <a:off x="5178600" y="4335480"/>
              <a:ext cx="1479600" cy="3623760"/>
            </a:xfrm>
            <a:prstGeom prst="parallelogram">
              <a:avLst>
                <a:gd name="adj" fmla="val 37692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263" name="CustomShape 13"/>
            <p:cNvSpPr/>
            <p:nvPr/>
          </p:nvSpPr>
          <p:spPr>
            <a:xfrm>
              <a:off x="5065920" y="2761560"/>
              <a:ext cx="1679400" cy="695880"/>
            </a:xfrm>
            <a:custGeom>
              <a:avLst/>
              <a:gdLst/>
              <a:ahLst/>
              <a:rect l="l" t="t" r="r" b="b"/>
              <a:pathLst>
                <a:path w="1199693" h="460858">
                  <a:moveTo>
                    <a:pt x="1089965" y="0"/>
                  </a:moveTo>
                  <a:lnTo>
                    <a:pt x="0" y="307238"/>
                  </a:lnTo>
                  <a:lnTo>
                    <a:pt x="1016813" y="460858"/>
                  </a:lnTo>
                  <a:lnTo>
                    <a:pt x="1199693" y="117043"/>
                  </a:lnTo>
                  <a:lnTo>
                    <a:pt x="108996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1264" name="Group 14"/>
          <p:cNvGrpSpPr/>
          <p:nvPr/>
        </p:nvGrpSpPr>
        <p:grpSpPr>
          <a:xfrm>
            <a:off x="7810200" y="4813920"/>
            <a:ext cx="3554280" cy="783360"/>
            <a:chOff x="7810200" y="4813920"/>
            <a:chExt cx="3554280" cy="783360"/>
          </a:xfrm>
        </p:grpSpPr>
        <p:sp>
          <p:nvSpPr>
            <p:cNvPr id="1265" name="CustomShape 15"/>
            <p:cNvSpPr/>
            <p:nvPr/>
          </p:nvSpPr>
          <p:spPr>
            <a:xfrm>
              <a:off x="7810200" y="5141880"/>
              <a:ext cx="355428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and appeal to your Presentations.   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1266" name="CustomShape 16"/>
            <p:cNvSpPr/>
            <p:nvPr/>
          </p:nvSpPr>
          <p:spPr>
            <a:xfrm>
              <a:off x="7810200" y="4813920"/>
              <a:ext cx="355428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1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b="0" lang="en-US" sz="1200" spc="-1" strike="noStrike">
                <a:latin typeface="Arial"/>
              </a:endParaRPr>
            </a:p>
          </p:txBody>
        </p:sp>
      </p:grpSp>
      <p:grpSp>
        <p:nvGrpSpPr>
          <p:cNvPr id="1267" name="Group 17"/>
          <p:cNvGrpSpPr/>
          <p:nvPr/>
        </p:nvGrpSpPr>
        <p:grpSpPr>
          <a:xfrm>
            <a:off x="1432440" y="2797920"/>
            <a:ext cx="3554280" cy="783360"/>
            <a:chOff x="1432440" y="2797920"/>
            <a:chExt cx="3554280" cy="783360"/>
          </a:xfrm>
        </p:grpSpPr>
        <p:sp>
          <p:nvSpPr>
            <p:cNvPr id="1268" name="CustomShape 18"/>
            <p:cNvSpPr/>
            <p:nvPr/>
          </p:nvSpPr>
          <p:spPr>
            <a:xfrm>
              <a:off x="1432440" y="3125880"/>
              <a:ext cx="355428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r"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and appeal to your Presentations.   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1269" name="CustomShape 19"/>
            <p:cNvSpPr/>
            <p:nvPr/>
          </p:nvSpPr>
          <p:spPr>
            <a:xfrm>
              <a:off x="1432440" y="2797920"/>
              <a:ext cx="355428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r">
                <a:lnSpc>
                  <a:spcPct val="100000"/>
                </a:lnSpc>
              </a:pPr>
              <a:r>
                <a:rPr b="1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b="0" lang="en-US" sz="1200" spc="-1" strike="noStrike">
                <a:latin typeface="Arial"/>
              </a:endParaRPr>
            </a:p>
          </p:txBody>
        </p:sp>
      </p:grpSp>
      <p:grpSp>
        <p:nvGrpSpPr>
          <p:cNvPr id="1270" name="Group 20"/>
          <p:cNvGrpSpPr/>
          <p:nvPr/>
        </p:nvGrpSpPr>
        <p:grpSpPr>
          <a:xfrm>
            <a:off x="461880" y="5158080"/>
            <a:ext cx="3554280" cy="784080"/>
            <a:chOff x="461880" y="5158080"/>
            <a:chExt cx="3554280" cy="784080"/>
          </a:xfrm>
        </p:grpSpPr>
        <p:sp>
          <p:nvSpPr>
            <p:cNvPr id="1271" name="CustomShape 21"/>
            <p:cNvSpPr/>
            <p:nvPr/>
          </p:nvSpPr>
          <p:spPr>
            <a:xfrm>
              <a:off x="461880" y="5486760"/>
              <a:ext cx="355428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r"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and appeal to your Presentations.   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1272" name="CustomShape 22"/>
            <p:cNvSpPr/>
            <p:nvPr/>
          </p:nvSpPr>
          <p:spPr>
            <a:xfrm>
              <a:off x="461880" y="5158080"/>
              <a:ext cx="355428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r">
                <a:lnSpc>
                  <a:spcPct val="100000"/>
                </a:lnSpc>
              </a:pPr>
              <a:r>
                <a:rPr b="1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b="0" lang="en-US" sz="1200" spc="-1" strike="noStrike">
                <a:latin typeface="Arial"/>
              </a:endParaRPr>
            </a:p>
          </p:txBody>
        </p:sp>
      </p:grpSp>
      <p:sp>
        <p:nvSpPr>
          <p:cNvPr id="1273" name="CustomShape 23"/>
          <p:cNvSpPr/>
          <p:nvPr/>
        </p:nvSpPr>
        <p:spPr>
          <a:xfrm rot="458400">
            <a:off x="4630680" y="5745960"/>
            <a:ext cx="2596680" cy="80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10000"/>
              </a:lnSpc>
              <a:spcBef>
                <a:spcPts val="400"/>
              </a:spcBef>
              <a:tabLst>
                <a:tab algn="l" pos="0"/>
              </a:tabLst>
            </a:pPr>
            <a:r>
              <a:rPr b="1" lang="en-US" sz="2000" spc="-1" strike="noStrike">
                <a:solidFill>
                  <a:srgbClr val="404040"/>
                </a:solidFill>
                <a:latin typeface="Arial"/>
                <a:ea typeface="Arial Unicode MS"/>
              </a:rPr>
              <a:t>Presentation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274" name="CustomShape 24"/>
          <p:cNvSpPr/>
          <p:nvPr/>
        </p:nvSpPr>
        <p:spPr>
          <a:xfrm rot="583800">
            <a:off x="4540320" y="4526280"/>
            <a:ext cx="2577600" cy="80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10000"/>
              </a:lnSpc>
              <a:spcBef>
                <a:spcPts val="400"/>
              </a:spcBef>
              <a:tabLst>
                <a:tab algn="l" pos="0"/>
              </a:tabLst>
            </a:pPr>
            <a:r>
              <a:rPr b="1" lang="en-US" sz="2000" spc="-1" strike="noStrike">
                <a:solidFill>
                  <a:srgbClr val="404040"/>
                </a:solidFill>
                <a:latin typeface="Arial"/>
                <a:ea typeface="Arial Unicode MS"/>
              </a:rPr>
              <a:t>Designed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275" name="CustomShape 25"/>
          <p:cNvSpPr/>
          <p:nvPr/>
        </p:nvSpPr>
        <p:spPr>
          <a:xfrm rot="500400">
            <a:off x="5618880" y="3585600"/>
            <a:ext cx="2576160" cy="80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10000"/>
              </a:lnSpc>
              <a:spcBef>
                <a:spcPts val="400"/>
              </a:spcBef>
              <a:tabLst>
                <a:tab algn="l" pos="0"/>
              </a:tabLst>
            </a:pPr>
            <a:r>
              <a:rPr b="1" lang="en-US" sz="2000" spc="-1" strike="noStrike">
                <a:solidFill>
                  <a:srgbClr val="404040"/>
                </a:solidFill>
                <a:latin typeface="Arial"/>
                <a:ea typeface="Arial Unicode MS"/>
              </a:rPr>
              <a:t>PowerPoint</a:t>
            </a:r>
            <a:endParaRPr b="0" lang="en-US" sz="2000" spc="-1" strike="noStrike">
              <a:latin typeface="Arial"/>
            </a:endParaRPr>
          </a:p>
        </p:txBody>
      </p:sp>
      <p:pic>
        <p:nvPicPr>
          <p:cNvPr id="1276" name="" descr=""/>
          <p:cNvPicPr/>
          <p:nvPr/>
        </p:nvPicPr>
        <p:blipFill>
          <a:blip r:embed="rId1"/>
          <a:stretch/>
        </p:blipFill>
        <p:spPr>
          <a:xfrm>
            <a:off x="144720" y="147960"/>
            <a:ext cx="3374640" cy="690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7" name="Group 1"/>
          <p:cNvGrpSpPr/>
          <p:nvPr/>
        </p:nvGrpSpPr>
        <p:grpSpPr>
          <a:xfrm>
            <a:off x="8627400" y="2855880"/>
            <a:ext cx="3628440" cy="965880"/>
            <a:chOff x="8627400" y="2855880"/>
            <a:chExt cx="3628440" cy="965880"/>
          </a:xfrm>
        </p:grpSpPr>
        <p:sp>
          <p:nvSpPr>
            <p:cNvPr id="1278" name="CustomShape 2"/>
            <p:cNvSpPr/>
            <p:nvPr/>
          </p:nvSpPr>
          <p:spPr>
            <a:xfrm>
              <a:off x="8627400" y="3184560"/>
              <a:ext cx="3628440" cy="637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r">
                <a:lnSpc>
                  <a:spcPct val="100000"/>
                </a:lnSpc>
              </a:pPr>
              <a:r>
                <a:rPr b="1" lang="en-US" sz="1200" spc="-1" strike="noStrike">
                  <a:solidFill>
                    <a:srgbClr val="ffffff"/>
                  </a:solidFill>
                  <a:latin typeface="Arial"/>
                  <a:ea typeface="Arial Unicode MS"/>
                </a:rPr>
                <a:t>You can simply impress your audience and add a unique zing and appeal to your Presentations. 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1279" name="CustomShape 3"/>
            <p:cNvSpPr/>
            <p:nvPr/>
          </p:nvSpPr>
          <p:spPr>
            <a:xfrm>
              <a:off x="8627400" y="2855880"/>
              <a:ext cx="362844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r">
                <a:lnSpc>
                  <a:spcPct val="100000"/>
                </a:lnSpc>
              </a:pPr>
              <a:r>
                <a:rPr b="1" lang="en-US" sz="1200" spc="-1" strike="noStrike">
                  <a:solidFill>
                    <a:srgbClr val="ffffff"/>
                  </a:solidFill>
                  <a:latin typeface="Arial"/>
                  <a:ea typeface="Arial Unicode MS"/>
                </a:rPr>
                <a:t>Your Text  Here</a:t>
              </a:r>
              <a:endParaRPr b="0" lang="en-US" sz="1200" spc="-1" strike="noStrike">
                <a:latin typeface="Arial"/>
              </a:endParaRPr>
            </a:p>
          </p:txBody>
        </p:sp>
      </p:grpSp>
      <p:sp>
        <p:nvSpPr>
          <p:cNvPr id="1280" name="CustomShape 4"/>
          <p:cNvSpPr/>
          <p:nvPr/>
        </p:nvSpPr>
        <p:spPr>
          <a:xfrm>
            <a:off x="3020760" y="4874760"/>
            <a:ext cx="6753600" cy="184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algn="ctr">
              <a:lnSpc>
                <a:spcPct val="100000"/>
              </a:lnSpc>
              <a:spcBef>
                <a:spcPts val="641"/>
              </a:spcBef>
              <a:tabLst>
                <a:tab algn="l" pos="0"/>
              </a:tabLst>
            </a:pPr>
            <a:r>
              <a:rPr b="1" lang="en-US" sz="3200" spc="-1" strike="noStrike">
                <a:solidFill>
                  <a:srgbClr val="404040"/>
                </a:solidFill>
                <a:latin typeface="Arial"/>
                <a:ea typeface="Arial Unicode MS"/>
              </a:rPr>
              <a:t>Portfolio Presentation</a:t>
            </a:r>
            <a:endParaRPr b="0" lang="en-US" sz="32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641"/>
              </a:spcBef>
              <a:tabLst>
                <a:tab algn="l" pos="0"/>
              </a:tabLst>
            </a:pPr>
            <a:r>
              <a:rPr b="1" lang="en-US" sz="3200" spc="-1" strike="noStrike">
                <a:solidFill>
                  <a:srgbClr val="404040"/>
                </a:solidFill>
                <a:latin typeface="Arial"/>
                <a:ea typeface="Arial Unicode MS"/>
              </a:rPr>
              <a:t>Designed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1281" name="CustomShape 5"/>
          <p:cNvSpPr/>
          <p:nvPr/>
        </p:nvSpPr>
        <p:spPr>
          <a:xfrm>
            <a:off x="2265480" y="6725160"/>
            <a:ext cx="826632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404040"/>
                </a:solidFill>
                <a:latin typeface="Arial"/>
                <a:ea typeface="Arial Unicode MS"/>
              </a:rPr>
              <a:t>Get a modern PowerPoint  Presentation that is beautifully designed.  Easy to change colors, photos and Text.  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282" name="CustomShape 6"/>
          <p:cNvSpPr/>
          <p:nvPr/>
        </p:nvSpPr>
        <p:spPr>
          <a:xfrm>
            <a:off x="312120" y="282600"/>
            <a:ext cx="12171600" cy="4079880"/>
          </a:xfrm>
          <a:prstGeom prst="frame">
            <a:avLst>
              <a:gd name="adj1" fmla="val 1002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1283" name="" descr=""/>
          <p:cNvPicPr/>
          <p:nvPr/>
        </p:nvPicPr>
        <p:blipFill>
          <a:blip r:embed="rId1"/>
          <a:stretch/>
        </p:blipFill>
        <p:spPr>
          <a:xfrm>
            <a:off x="144720" y="147960"/>
            <a:ext cx="3374640" cy="690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4" name="Group 1"/>
          <p:cNvGrpSpPr/>
          <p:nvPr/>
        </p:nvGrpSpPr>
        <p:grpSpPr>
          <a:xfrm>
            <a:off x="6876720" y="2431800"/>
            <a:ext cx="1360440" cy="1468800"/>
            <a:chOff x="6876720" y="2431800"/>
            <a:chExt cx="1360440" cy="1468800"/>
          </a:xfrm>
        </p:grpSpPr>
        <p:sp>
          <p:nvSpPr>
            <p:cNvPr id="1285" name="CustomShape 2"/>
            <p:cNvSpPr/>
            <p:nvPr/>
          </p:nvSpPr>
          <p:spPr>
            <a:xfrm>
              <a:off x="6876720" y="2431800"/>
              <a:ext cx="1360440" cy="146880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286" name="CustomShape 3"/>
            <p:cNvSpPr/>
            <p:nvPr/>
          </p:nvSpPr>
          <p:spPr>
            <a:xfrm>
              <a:off x="7003080" y="2568600"/>
              <a:ext cx="1108080" cy="119628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1287" name="Group 4"/>
          <p:cNvGrpSpPr/>
          <p:nvPr/>
        </p:nvGrpSpPr>
        <p:grpSpPr>
          <a:xfrm>
            <a:off x="6104160" y="3247560"/>
            <a:ext cx="1360440" cy="1468800"/>
            <a:chOff x="6104160" y="3247560"/>
            <a:chExt cx="1360440" cy="1468800"/>
          </a:xfrm>
        </p:grpSpPr>
        <p:sp>
          <p:nvSpPr>
            <p:cNvPr id="1288" name="CustomShape 5"/>
            <p:cNvSpPr/>
            <p:nvPr/>
          </p:nvSpPr>
          <p:spPr>
            <a:xfrm>
              <a:off x="6104160" y="3247560"/>
              <a:ext cx="1360440" cy="146880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289" name="CustomShape 6"/>
            <p:cNvSpPr/>
            <p:nvPr/>
          </p:nvSpPr>
          <p:spPr>
            <a:xfrm>
              <a:off x="6230520" y="3383640"/>
              <a:ext cx="1108080" cy="119628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1290" name="Group 7"/>
          <p:cNvGrpSpPr/>
          <p:nvPr/>
        </p:nvGrpSpPr>
        <p:grpSpPr>
          <a:xfrm>
            <a:off x="5332680" y="4063680"/>
            <a:ext cx="1360440" cy="1468800"/>
            <a:chOff x="5332680" y="4063680"/>
            <a:chExt cx="1360440" cy="1468800"/>
          </a:xfrm>
        </p:grpSpPr>
        <p:sp>
          <p:nvSpPr>
            <p:cNvPr id="1291" name="CustomShape 8"/>
            <p:cNvSpPr/>
            <p:nvPr/>
          </p:nvSpPr>
          <p:spPr>
            <a:xfrm>
              <a:off x="5332680" y="4063680"/>
              <a:ext cx="1360440" cy="146880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292" name="CustomShape 9"/>
            <p:cNvSpPr/>
            <p:nvPr/>
          </p:nvSpPr>
          <p:spPr>
            <a:xfrm>
              <a:off x="5454720" y="4227480"/>
              <a:ext cx="1107360" cy="119628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1293" name="TextShape 10"/>
          <p:cNvSpPr txBox="1"/>
          <p:nvPr/>
        </p:nvSpPr>
        <p:spPr>
          <a:xfrm>
            <a:off x="0" y="184320"/>
            <a:ext cx="12801240" cy="869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720"/>
              </a:spcBef>
              <a:tabLst>
                <a:tab algn="l" pos="0"/>
              </a:tabLst>
            </a:pPr>
            <a:r>
              <a:rPr b="0" lang="en-US" sz="3600" spc="-1" strike="noStrike">
                <a:solidFill>
                  <a:srgbClr val="404040"/>
                </a:solidFill>
                <a:latin typeface="Arial"/>
                <a:ea typeface="Arial Unicode MS"/>
              </a:rPr>
              <a:t>Infographic Style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4" name="TextShape 11"/>
          <p:cNvSpPr txBox="1"/>
          <p:nvPr/>
        </p:nvSpPr>
        <p:spPr>
          <a:xfrm>
            <a:off x="0" y="1054440"/>
            <a:ext cx="12801240" cy="434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281"/>
              </a:spcBef>
              <a:tabLst>
                <a:tab algn="l" pos="0"/>
              </a:tabLst>
            </a:pPr>
            <a:r>
              <a:rPr b="0" lang="en-US" sz="1400" spc="-1" strike="noStrike">
                <a:solidFill>
                  <a:srgbClr val="404040"/>
                </a:solidFill>
                <a:latin typeface="Arial"/>
                <a:ea typeface="Arial Unicode MS"/>
              </a:rPr>
              <a:t>Insert the title of your subtitle Here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5" name="CustomShape 12"/>
          <p:cNvSpPr/>
          <p:nvPr/>
        </p:nvSpPr>
        <p:spPr>
          <a:xfrm rot="16200000">
            <a:off x="7390080" y="2781360"/>
            <a:ext cx="502920" cy="465840"/>
          </a:xfrm>
          <a:custGeom>
            <a:avLst/>
            <a:gdLst/>
            <a:ahLst/>
            <a:rect l="l" t="t" r="r" b="b"/>
            <a:pathLst>
              <a:path w="3185463" h="3187558">
                <a:moveTo>
                  <a:pt x="764000" y="2343999"/>
                </a:moveTo>
                <a:cubicBezTo>
                  <a:pt x="566798" y="2256389"/>
                  <a:pt x="385374" y="2134753"/>
                  <a:pt x="230072" y="1981662"/>
                </a:cubicBezTo>
                <a:cubicBezTo>
                  <a:pt x="297001" y="2223876"/>
                  <a:pt x="428049" y="2439341"/>
                  <a:pt x="603989" y="2608945"/>
                </a:cubicBezTo>
                <a:cubicBezTo>
                  <a:pt x="667739" y="2525681"/>
                  <a:pt x="720588" y="2436567"/>
                  <a:pt x="764000" y="2343999"/>
                </a:cubicBezTo>
                <a:close/>
                <a:moveTo>
                  <a:pt x="783530" y="862903"/>
                </a:moveTo>
                <a:cubicBezTo>
                  <a:pt x="737619" y="760936"/>
                  <a:pt x="681240" y="662513"/>
                  <a:pt x="611676" y="571152"/>
                </a:cubicBezTo>
                <a:cubicBezTo>
                  <a:pt x="419218" y="754019"/>
                  <a:pt x="279227" y="991173"/>
                  <a:pt x="215545" y="1258034"/>
                </a:cubicBezTo>
                <a:cubicBezTo>
                  <a:pt x="378729" y="1090139"/>
                  <a:pt x="571934" y="956907"/>
                  <a:pt x="783530" y="862903"/>
                </a:cubicBezTo>
                <a:close/>
                <a:moveTo>
                  <a:pt x="935657" y="1673146"/>
                </a:moveTo>
                <a:lnTo>
                  <a:pt x="227023" y="1673146"/>
                </a:lnTo>
                <a:cubicBezTo>
                  <a:pt x="393068" y="1882941"/>
                  <a:pt x="605618" y="2045968"/>
                  <a:pt x="844267" y="2153109"/>
                </a:cubicBezTo>
                <a:cubicBezTo>
                  <a:pt x="897907" y="1997390"/>
                  <a:pt x="928862" y="1835739"/>
                  <a:pt x="935657" y="1673146"/>
                </a:cubicBezTo>
                <a:close/>
                <a:moveTo>
                  <a:pt x="935928" y="1493146"/>
                </a:moveTo>
                <a:cubicBezTo>
                  <a:pt x="928922" y="1345638"/>
                  <a:pt x="902278" y="1198995"/>
                  <a:pt x="856775" y="1056956"/>
                </a:cubicBezTo>
                <a:cubicBezTo>
                  <a:pt x="636768" y="1156959"/>
                  <a:pt x="439487" y="1304654"/>
                  <a:pt x="281464" y="1493146"/>
                </a:cubicBezTo>
                <a:close/>
                <a:moveTo>
                  <a:pt x="1469785" y="2515107"/>
                </a:moveTo>
                <a:cubicBezTo>
                  <a:pt x="1283000" y="2508124"/>
                  <a:pt x="1100523" y="2472287"/>
                  <a:pt x="927628" y="2411229"/>
                </a:cubicBezTo>
                <a:cubicBezTo>
                  <a:pt x="876831" y="2520843"/>
                  <a:pt x="814172" y="2626182"/>
                  <a:pt x="738220" y="2724387"/>
                </a:cubicBezTo>
                <a:cubicBezTo>
                  <a:pt x="944637" y="2881665"/>
                  <a:pt x="1196120" y="2982471"/>
                  <a:pt x="1469785" y="3005418"/>
                </a:cubicBezTo>
                <a:close/>
                <a:moveTo>
                  <a:pt x="1469785" y="1673146"/>
                </a:moveTo>
                <a:lnTo>
                  <a:pt x="1112275" y="1673146"/>
                </a:lnTo>
                <a:cubicBezTo>
                  <a:pt x="1105327" y="1858153"/>
                  <a:pt x="1070032" y="2042144"/>
                  <a:pt x="1008001" y="2219039"/>
                </a:cubicBezTo>
                <a:cubicBezTo>
                  <a:pt x="1155519" y="2270408"/>
                  <a:pt x="1310845" y="2300826"/>
                  <a:pt x="1469785" y="2307834"/>
                </a:cubicBezTo>
                <a:close/>
                <a:moveTo>
                  <a:pt x="1469785" y="898989"/>
                </a:moveTo>
                <a:cubicBezTo>
                  <a:pt x="1315103" y="907762"/>
                  <a:pt x="1164166" y="938783"/>
                  <a:pt x="1020939" y="990066"/>
                </a:cubicBezTo>
                <a:cubicBezTo>
                  <a:pt x="1074574" y="1153655"/>
                  <a:pt x="1105461" y="1322925"/>
                  <a:pt x="1112368" y="1493146"/>
                </a:cubicBezTo>
                <a:lnTo>
                  <a:pt x="1469785" y="1493146"/>
                </a:lnTo>
                <a:close/>
                <a:moveTo>
                  <a:pt x="1469785" y="182141"/>
                </a:moveTo>
                <a:cubicBezTo>
                  <a:pt x="1199839" y="204777"/>
                  <a:pt x="951477" y="303168"/>
                  <a:pt x="746615" y="456764"/>
                </a:cubicBezTo>
                <a:cubicBezTo>
                  <a:pt x="828296" y="562801"/>
                  <a:pt x="894225" y="677310"/>
                  <a:pt x="947434" y="796072"/>
                </a:cubicBezTo>
                <a:cubicBezTo>
                  <a:pt x="1113886" y="736067"/>
                  <a:pt x="1289644" y="700323"/>
                  <a:pt x="1469785" y="691530"/>
                </a:cubicBezTo>
                <a:close/>
                <a:moveTo>
                  <a:pt x="2150063" y="992171"/>
                </a:moveTo>
                <a:cubicBezTo>
                  <a:pt x="1990712" y="935501"/>
                  <a:pt x="1822242" y="902595"/>
                  <a:pt x="1649785" y="897224"/>
                </a:cubicBezTo>
                <a:lnTo>
                  <a:pt x="1649785" y="1493146"/>
                </a:lnTo>
                <a:lnTo>
                  <a:pt x="2063712" y="1493146"/>
                </a:lnTo>
                <a:cubicBezTo>
                  <a:pt x="2069089" y="1323887"/>
                  <a:pt x="2098366" y="1155330"/>
                  <a:pt x="2150063" y="992171"/>
                </a:cubicBezTo>
                <a:close/>
                <a:moveTo>
                  <a:pt x="2168848" y="2199110"/>
                </a:moveTo>
                <a:cubicBezTo>
                  <a:pt x="2108555" y="2028681"/>
                  <a:pt x="2073581" y="1851532"/>
                  <a:pt x="2065295" y="1673146"/>
                </a:cubicBezTo>
                <a:lnTo>
                  <a:pt x="1649785" y="1673146"/>
                </a:lnTo>
                <a:lnTo>
                  <a:pt x="1649785" y="2307299"/>
                </a:lnTo>
                <a:cubicBezTo>
                  <a:pt x="1829404" y="2299517"/>
                  <a:pt x="2004315" y="2261965"/>
                  <a:pt x="2168848" y="2199110"/>
                </a:cubicBezTo>
                <a:close/>
                <a:moveTo>
                  <a:pt x="2422394" y="446879"/>
                </a:moveTo>
                <a:cubicBezTo>
                  <a:pt x="2204309" y="287209"/>
                  <a:pt x="1938140" y="189883"/>
                  <a:pt x="1649785" y="178919"/>
                </a:cubicBezTo>
                <a:lnTo>
                  <a:pt x="1649785" y="689876"/>
                </a:lnTo>
                <a:cubicBezTo>
                  <a:pt x="1846998" y="695154"/>
                  <a:pt x="2039668" y="732502"/>
                  <a:pt x="2221721" y="797410"/>
                </a:cubicBezTo>
                <a:cubicBezTo>
                  <a:pt x="2275056" y="675360"/>
                  <a:pt x="2341760" y="557662"/>
                  <a:pt x="2422394" y="446879"/>
                </a:cubicBezTo>
                <a:close/>
                <a:moveTo>
                  <a:pt x="2447278" y="2722123"/>
                </a:moveTo>
                <a:cubicBezTo>
                  <a:pt x="2366121" y="2618714"/>
                  <a:pt x="2299534" y="2507403"/>
                  <a:pt x="2246145" y="2391362"/>
                </a:cubicBezTo>
                <a:cubicBezTo>
                  <a:pt x="2057375" y="2464119"/>
                  <a:pt x="1856285" y="2506958"/>
                  <a:pt x="1649785" y="2514779"/>
                </a:cubicBezTo>
                <a:lnTo>
                  <a:pt x="1649785" y="3008639"/>
                </a:lnTo>
                <a:cubicBezTo>
                  <a:pt x="1949198" y="2997255"/>
                  <a:pt x="2224691" y="2892757"/>
                  <a:pt x="2447278" y="2722123"/>
                </a:cubicBezTo>
                <a:close/>
                <a:moveTo>
                  <a:pt x="2878934" y="1493146"/>
                </a:moveTo>
                <a:cubicBezTo>
                  <a:pt x="2723190" y="1307255"/>
                  <a:pt x="2529440" y="1161128"/>
                  <a:pt x="2313862" y="1060620"/>
                </a:cubicBezTo>
                <a:cubicBezTo>
                  <a:pt x="2270535" y="1201714"/>
                  <a:pt x="2245604" y="1347104"/>
                  <a:pt x="2240109" y="1493146"/>
                </a:cubicBezTo>
                <a:close/>
                <a:moveTo>
                  <a:pt x="2890636" y="1673146"/>
                </a:moveTo>
                <a:lnTo>
                  <a:pt x="2241814" y="1673146"/>
                </a:lnTo>
                <a:cubicBezTo>
                  <a:pt x="2249736" y="1827102"/>
                  <a:pt x="2279520" y="1979973"/>
                  <a:pt x="2329964" y="2127513"/>
                </a:cubicBezTo>
                <a:cubicBezTo>
                  <a:pt x="2545677" y="2019923"/>
                  <a:pt x="2738160" y="1866413"/>
                  <a:pt x="2890636" y="1673146"/>
                </a:cubicBezTo>
                <a:close/>
                <a:moveTo>
                  <a:pt x="2973035" y="1284386"/>
                </a:moveTo>
                <a:cubicBezTo>
                  <a:pt x="2912066" y="1001840"/>
                  <a:pt x="2765308" y="751379"/>
                  <a:pt x="2561381" y="561108"/>
                </a:cubicBezTo>
                <a:cubicBezTo>
                  <a:pt x="2489321" y="656437"/>
                  <a:pt x="2431363" y="759225"/>
                  <a:pt x="2384553" y="865647"/>
                </a:cubicBezTo>
                <a:cubicBezTo>
                  <a:pt x="2604520" y="964977"/>
                  <a:pt x="2804622" y="1106677"/>
                  <a:pt x="2973035" y="1284386"/>
                </a:cubicBezTo>
                <a:close/>
                <a:moveTo>
                  <a:pt x="2974277" y="1897328"/>
                </a:moveTo>
                <a:cubicBezTo>
                  <a:pt x="2812488" y="2073933"/>
                  <a:pt x="2619878" y="2216690"/>
                  <a:pt x="2407486" y="2319665"/>
                </a:cubicBezTo>
                <a:cubicBezTo>
                  <a:pt x="2454169" y="2420503"/>
                  <a:pt x="2511856" y="2517376"/>
                  <a:pt x="2582047" y="2607468"/>
                </a:cubicBezTo>
                <a:cubicBezTo>
                  <a:pt x="2776399" y="2417974"/>
                  <a:pt x="2916061" y="2172750"/>
                  <a:pt x="2974277" y="1897328"/>
                </a:cubicBezTo>
                <a:close/>
                <a:moveTo>
                  <a:pt x="3185463" y="1593779"/>
                </a:moveTo>
                <a:cubicBezTo>
                  <a:pt x="3185463" y="2473999"/>
                  <a:pt x="2471904" y="3187558"/>
                  <a:pt x="1591684" y="3187558"/>
                </a:cubicBezTo>
                <a:cubicBezTo>
                  <a:pt x="738111" y="3187558"/>
                  <a:pt x="41261" y="2516549"/>
                  <a:pt x="1913" y="1673146"/>
                </a:cubicBezTo>
                <a:lnTo>
                  <a:pt x="0" y="1673146"/>
                </a:lnTo>
                <a:lnTo>
                  <a:pt x="0" y="1493146"/>
                </a:lnTo>
                <a:lnTo>
                  <a:pt x="2750" y="1493146"/>
                </a:lnTo>
                <a:cubicBezTo>
                  <a:pt x="50490" y="700174"/>
                  <a:pt x="679654" y="64473"/>
                  <a:pt x="1469785" y="6156"/>
                </a:cubicBezTo>
                <a:lnTo>
                  <a:pt x="1469785" y="0"/>
                </a:lnTo>
                <a:lnTo>
                  <a:pt x="1591684" y="0"/>
                </a:lnTo>
                <a:lnTo>
                  <a:pt x="1649785" y="0"/>
                </a:lnTo>
                <a:lnTo>
                  <a:pt x="1649785" y="2934"/>
                </a:lnTo>
                <a:cubicBezTo>
                  <a:pt x="2503127" y="31654"/>
                  <a:pt x="3185463" y="733032"/>
                  <a:pt x="3185463" y="159377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96" name="CustomShape 13"/>
          <p:cNvSpPr/>
          <p:nvPr/>
        </p:nvSpPr>
        <p:spPr>
          <a:xfrm>
            <a:off x="6692400" y="3611160"/>
            <a:ext cx="425160" cy="382680"/>
          </a:xfrm>
          <a:custGeom>
            <a:avLst/>
            <a:gdLst/>
            <a:ahLst/>
            <a:rect l="l" t="t" r="r" b="b"/>
            <a:pathLst>
              <a:path w="3186824" h="2663936">
                <a:moveTo>
                  <a:pt x="2624444" y="2376100"/>
                </a:moveTo>
                <a:lnTo>
                  <a:pt x="2624444" y="2520100"/>
                </a:lnTo>
                <a:lnTo>
                  <a:pt x="2952463" y="2520100"/>
                </a:lnTo>
                <a:lnTo>
                  <a:pt x="2952463" y="2376100"/>
                </a:lnTo>
                <a:close/>
                <a:moveTo>
                  <a:pt x="210911" y="2376100"/>
                </a:moveTo>
                <a:lnTo>
                  <a:pt x="210911" y="2520100"/>
                </a:lnTo>
                <a:lnTo>
                  <a:pt x="538930" y="2520100"/>
                </a:lnTo>
                <a:lnTo>
                  <a:pt x="538930" y="2376100"/>
                </a:lnTo>
                <a:close/>
                <a:moveTo>
                  <a:pt x="2624444" y="2095269"/>
                </a:moveTo>
                <a:lnTo>
                  <a:pt x="2624444" y="2239269"/>
                </a:lnTo>
                <a:lnTo>
                  <a:pt x="2952463" y="2239269"/>
                </a:lnTo>
                <a:lnTo>
                  <a:pt x="2952463" y="2095269"/>
                </a:lnTo>
                <a:close/>
                <a:moveTo>
                  <a:pt x="210911" y="2095269"/>
                </a:moveTo>
                <a:lnTo>
                  <a:pt x="210911" y="2239269"/>
                </a:lnTo>
                <a:lnTo>
                  <a:pt x="538930" y="2239269"/>
                </a:lnTo>
                <a:lnTo>
                  <a:pt x="538930" y="2095269"/>
                </a:lnTo>
                <a:close/>
                <a:moveTo>
                  <a:pt x="2624444" y="1814436"/>
                </a:moveTo>
                <a:lnTo>
                  <a:pt x="2624444" y="1958436"/>
                </a:lnTo>
                <a:lnTo>
                  <a:pt x="2952463" y="1958436"/>
                </a:lnTo>
                <a:lnTo>
                  <a:pt x="2952463" y="1814436"/>
                </a:lnTo>
                <a:close/>
                <a:moveTo>
                  <a:pt x="210911" y="1814436"/>
                </a:moveTo>
                <a:lnTo>
                  <a:pt x="210911" y="1958436"/>
                </a:lnTo>
                <a:lnTo>
                  <a:pt x="538930" y="1958436"/>
                </a:lnTo>
                <a:lnTo>
                  <a:pt x="538930" y="1814436"/>
                </a:lnTo>
                <a:close/>
                <a:moveTo>
                  <a:pt x="2624444" y="1533603"/>
                </a:moveTo>
                <a:lnTo>
                  <a:pt x="2624444" y="1677603"/>
                </a:lnTo>
                <a:lnTo>
                  <a:pt x="2952463" y="1677603"/>
                </a:lnTo>
                <a:lnTo>
                  <a:pt x="2952463" y="1533603"/>
                </a:lnTo>
                <a:close/>
                <a:moveTo>
                  <a:pt x="210911" y="1533603"/>
                </a:moveTo>
                <a:lnTo>
                  <a:pt x="210911" y="1677603"/>
                </a:lnTo>
                <a:lnTo>
                  <a:pt x="538930" y="1677603"/>
                </a:lnTo>
                <a:lnTo>
                  <a:pt x="538930" y="1533603"/>
                </a:lnTo>
                <a:close/>
                <a:moveTo>
                  <a:pt x="2624444" y="1252770"/>
                </a:moveTo>
                <a:lnTo>
                  <a:pt x="2624444" y="1396770"/>
                </a:lnTo>
                <a:lnTo>
                  <a:pt x="2952463" y="1396770"/>
                </a:lnTo>
                <a:lnTo>
                  <a:pt x="2952463" y="1252770"/>
                </a:lnTo>
                <a:close/>
                <a:moveTo>
                  <a:pt x="210911" y="1252770"/>
                </a:moveTo>
                <a:lnTo>
                  <a:pt x="210911" y="1396770"/>
                </a:lnTo>
                <a:lnTo>
                  <a:pt x="538930" y="1396770"/>
                </a:lnTo>
                <a:lnTo>
                  <a:pt x="538930" y="1252770"/>
                </a:lnTo>
                <a:close/>
                <a:moveTo>
                  <a:pt x="2624444" y="971937"/>
                </a:moveTo>
                <a:lnTo>
                  <a:pt x="2624444" y="1115937"/>
                </a:lnTo>
                <a:lnTo>
                  <a:pt x="2952463" y="1115937"/>
                </a:lnTo>
                <a:lnTo>
                  <a:pt x="2952463" y="971937"/>
                </a:lnTo>
                <a:close/>
                <a:moveTo>
                  <a:pt x="210911" y="971937"/>
                </a:moveTo>
                <a:lnTo>
                  <a:pt x="210911" y="1115937"/>
                </a:lnTo>
                <a:lnTo>
                  <a:pt x="538930" y="1115937"/>
                </a:lnTo>
                <a:lnTo>
                  <a:pt x="538930" y="971937"/>
                </a:lnTo>
                <a:close/>
                <a:moveTo>
                  <a:pt x="2624444" y="691104"/>
                </a:moveTo>
                <a:lnTo>
                  <a:pt x="2624444" y="835104"/>
                </a:lnTo>
                <a:lnTo>
                  <a:pt x="2952463" y="835104"/>
                </a:lnTo>
                <a:lnTo>
                  <a:pt x="2952463" y="691104"/>
                </a:lnTo>
                <a:close/>
                <a:moveTo>
                  <a:pt x="210911" y="691104"/>
                </a:moveTo>
                <a:lnTo>
                  <a:pt x="210911" y="835104"/>
                </a:lnTo>
                <a:lnTo>
                  <a:pt x="538930" y="835104"/>
                </a:lnTo>
                <a:lnTo>
                  <a:pt x="538930" y="691104"/>
                </a:lnTo>
                <a:close/>
                <a:moveTo>
                  <a:pt x="988006" y="552354"/>
                </a:moveTo>
                <a:lnTo>
                  <a:pt x="988006" y="2111583"/>
                </a:lnTo>
                <a:lnTo>
                  <a:pt x="2332169" y="1331969"/>
                </a:lnTo>
                <a:close/>
                <a:moveTo>
                  <a:pt x="2624444" y="410271"/>
                </a:moveTo>
                <a:lnTo>
                  <a:pt x="2624444" y="554271"/>
                </a:lnTo>
                <a:lnTo>
                  <a:pt x="2952463" y="554271"/>
                </a:lnTo>
                <a:lnTo>
                  <a:pt x="2952463" y="410271"/>
                </a:lnTo>
                <a:close/>
                <a:moveTo>
                  <a:pt x="210911" y="410271"/>
                </a:moveTo>
                <a:lnTo>
                  <a:pt x="210911" y="554271"/>
                </a:lnTo>
                <a:lnTo>
                  <a:pt x="538930" y="554271"/>
                </a:lnTo>
                <a:lnTo>
                  <a:pt x="538930" y="410271"/>
                </a:lnTo>
                <a:close/>
                <a:moveTo>
                  <a:pt x="2624444" y="129438"/>
                </a:moveTo>
                <a:lnTo>
                  <a:pt x="2624444" y="273438"/>
                </a:lnTo>
                <a:lnTo>
                  <a:pt x="2952463" y="273438"/>
                </a:lnTo>
                <a:lnTo>
                  <a:pt x="2952463" y="129438"/>
                </a:lnTo>
                <a:close/>
                <a:moveTo>
                  <a:pt x="210911" y="129438"/>
                </a:moveTo>
                <a:lnTo>
                  <a:pt x="210911" y="273438"/>
                </a:lnTo>
                <a:lnTo>
                  <a:pt x="538930" y="273438"/>
                </a:lnTo>
                <a:lnTo>
                  <a:pt x="538930" y="129438"/>
                </a:lnTo>
                <a:close/>
                <a:moveTo>
                  <a:pt x="0" y="0"/>
                </a:moveTo>
                <a:lnTo>
                  <a:pt x="3186824" y="0"/>
                </a:lnTo>
                <a:lnTo>
                  <a:pt x="3186824" y="2663936"/>
                </a:lnTo>
                <a:lnTo>
                  <a:pt x="0" y="266393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97" name="CustomShape 14"/>
          <p:cNvSpPr/>
          <p:nvPr/>
        </p:nvSpPr>
        <p:spPr>
          <a:xfrm rot="2700000">
            <a:off x="5994000" y="4343040"/>
            <a:ext cx="324360" cy="618480"/>
          </a:xfrm>
          <a:custGeom>
            <a:avLst/>
            <a:gdLst/>
            <a:ah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1298" name="Group 15"/>
          <p:cNvGrpSpPr/>
          <p:nvPr/>
        </p:nvGrpSpPr>
        <p:grpSpPr>
          <a:xfrm>
            <a:off x="4559040" y="4880520"/>
            <a:ext cx="1360440" cy="1468800"/>
            <a:chOff x="4559040" y="4880520"/>
            <a:chExt cx="1360440" cy="1468800"/>
          </a:xfrm>
        </p:grpSpPr>
        <p:sp>
          <p:nvSpPr>
            <p:cNvPr id="1299" name="CustomShape 16"/>
            <p:cNvSpPr/>
            <p:nvPr/>
          </p:nvSpPr>
          <p:spPr>
            <a:xfrm>
              <a:off x="4559040" y="4880520"/>
              <a:ext cx="1360440" cy="146880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300" name="CustomShape 17"/>
            <p:cNvSpPr/>
            <p:nvPr/>
          </p:nvSpPr>
          <p:spPr>
            <a:xfrm>
              <a:off x="4685400" y="5017320"/>
              <a:ext cx="1108080" cy="119628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1301" name="CustomShape 18"/>
          <p:cNvSpPr/>
          <p:nvPr/>
        </p:nvSpPr>
        <p:spPr>
          <a:xfrm>
            <a:off x="5009760" y="5425200"/>
            <a:ext cx="459000" cy="381600"/>
          </a:xfrm>
          <a:custGeom>
            <a:avLst/>
            <a:gdLst/>
            <a:ahLst/>
            <a:rect l="l" t="t" r="r" b="b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1302" name="Group 19"/>
          <p:cNvGrpSpPr/>
          <p:nvPr/>
        </p:nvGrpSpPr>
        <p:grpSpPr>
          <a:xfrm>
            <a:off x="6060600" y="5697720"/>
            <a:ext cx="3628440" cy="784080"/>
            <a:chOff x="6060600" y="5697720"/>
            <a:chExt cx="3628440" cy="784080"/>
          </a:xfrm>
        </p:grpSpPr>
        <p:sp>
          <p:nvSpPr>
            <p:cNvPr id="1303" name="CustomShape 20"/>
            <p:cNvSpPr/>
            <p:nvPr/>
          </p:nvSpPr>
          <p:spPr>
            <a:xfrm>
              <a:off x="6060600" y="6026400"/>
              <a:ext cx="362844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and appeal to your Presentations.     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1304" name="CustomShape 21"/>
            <p:cNvSpPr/>
            <p:nvPr/>
          </p:nvSpPr>
          <p:spPr>
            <a:xfrm>
              <a:off x="6060600" y="5697720"/>
              <a:ext cx="362844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1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b="0" lang="en-US" sz="1200" spc="-1" strike="noStrike">
                <a:latin typeface="Arial"/>
              </a:endParaRPr>
            </a:p>
          </p:txBody>
        </p:sp>
      </p:grpSp>
      <p:grpSp>
        <p:nvGrpSpPr>
          <p:cNvPr id="1305" name="Group 22"/>
          <p:cNvGrpSpPr/>
          <p:nvPr/>
        </p:nvGrpSpPr>
        <p:grpSpPr>
          <a:xfrm>
            <a:off x="7788960" y="4248720"/>
            <a:ext cx="3628440" cy="783360"/>
            <a:chOff x="7788960" y="4248720"/>
            <a:chExt cx="3628440" cy="783360"/>
          </a:xfrm>
        </p:grpSpPr>
        <p:sp>
          <p:nvSpPr>
            <p:cNvPr id="1306" name="CustomShape 23"/>
            <p:cNvSpPr/>
            <p:nvPr/>
          </p:nvSpPr>
          <p:spPr>
            <a:xfrm>
              <a:off x="7788960" y="4576680"/>
              <a:ext cx="362844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and appeal to your Presentations.     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1307" name="CustomShape 24"/>
            <p:cNvSpPr/>
            <p:nvPr/>
          </p:nvSpPr>
          <p:spPr>
            <a:xfrm>
              <a:off x="7788960" y="4248720"/>
              <a:ext cx="362844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1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b="0" lang="en-US" sz="1200" spc="-1" strike="noStrike">
                <a:latin typeface="Arial"/>
              </a:endParaRPr>
            </a:p>
          </p:txBody>
        </p:sp>
      </p:grpSp>
      <p:grpSp>
        <p:nvGrpSpPr>
          <p:cNvPr id="1308" name="Group 25"/>
          <p:cNvGrpSpPr/>
          <p:nvPr/>
        </p:nvGrpSpPr>
        <p:grpSpPr>
          <a:xfrm>
            <a:off x="1610280" y="3494520"/>
            <a:ext cx="3628440" cy="784080"/>
            <a:chOff x="1610280" y="3494520"/>
            <a:chExt cx="3628440" cy="784080"/>
          </a:xfrm>
        </p:grpSpPr>
        <p:sp>
          <p:nvSpPr>
            <p:cNvPr id="1309" name="CustomShape 26"/>
            <p:cNvSpPr/>
            <p:nvPr/>
          </p:nvSpPr>
          <p:spPr>
            <a:xfrm>
              <a:off x="1610280" y="3823200"/>
              <a:ext cx="362844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r"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and appeal to your Presentations.     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1310" name="CustomShape 27"/>
            <p:cNvSpPr/>
            <p:nvPr/>
          </p:nvSpPr>
          <p:spPr>
            <a:xfrm>
              <a:off x="1610280" y="3494520"/>
              <a:ext cx="362844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r">
                <a:lnSpc>
                  <a:spcPct val="100000"/>
                </a:lnSpc>
              </a:pPr>
              <a:r>
                <a:rPr b="1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b="0" lang="en-US" sz="1200" spc="-1" strike="noStrike">
                <a:latin typeface="Arial"/>
              </a:endParaRPr>
            </a:p>
          </p:txBody>
        </p:sp>
      </p:grpSp>
      <p:grpSp>
        <p:nvGrpSpPr>
          <p:cNvPr id="1311" name="Group 28"/>
          <p:cNvGrpSpPr/>
          <p:nvPr/>
        </p:nvGrpSpPr>
        <p:grpSpPr>
          <a:xfrm>
            <a:off x="3155760" y="1861920"/>
            <a:ext cx="3628440" cy="783360"/>
            <a:chOff x="3155760" y="1861920"/>
            <a:chExt cx="3628440" cy="783360"/>
          </a:xfrm>
        </p:grpSpPr>
        <p:sp>
          <p:nvSpPr>
            <p:cNvPr id="1312" name="CustomShape 29"/>
            <p:cNvSpPr/>
            <p:nvPr/>
          </p:nvSpPr>
          <p:spPr>
            <a:xfrm>
              <a:off x="3155760" y="2189880"/>
              <a:ext cx="362844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r"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and appeal to your Presentations.     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1313" name="CustomShape 30"/>
            <p:cNvSpPr/>
            <p:nvPr/>
          </p:nvSpPr>
          <p:spPr>
            <a:xfrm>
              <a:off x="3155760" y="1861920"/>
              <a:ext cx="362844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r">
                <a:lnSpc>
                  <a:spcPct val="100000"/>
                </a:lnSpc>
              </a:pPr>
              <a:r>
                <a:rPr b="1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b="0" lang="en-US" sz="1200" spc="-1" strike="noStrike">
                <a:latin typeface="Arial"/>
              </a:endParaRPr>
            </a:p>
          </p:txBody>
        </p:sp>
      </p:grpSp>
      <p:pic>
        <p:nvPicPr>
          <p:cNvPr id="1314" name="" descr=""/>
          <p:cNvPicPr/>
          <p:nvPr/>
        </p:nvPicPr>
        <p:blipFill>
          <a:blip r:embed="rId1"/>
          <a:stretch/>
        </p:blipFill>
        <p:spPr>
          <a:xfrm>
            <a:off x="144720" y="147960"/>
            <a:ext cx="3374640" cy="690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" name="TextShape 1"/>
          <p:cNvSpPr txBox="1"/>
          <p:nvPr/>
        </p:nvSpPr>
        <p:spPr>
          <a:xfrm>
            <a:off x="0" y="184320"/>
            <a:ext cx="12801240" cy="869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720"/>
              </a:spcBef>
              <a:tabLst>
                <a:tab algn="l" pos="0"/>
              </a:tabLst>
            </a:pPr>
            <a:r>
              <a:rPr b="1" lang="en-US" sz="3600" spc="-1" strike="noStrike">
                <a:solidFill>
                  <a:srgbClr val="404040"/>
                </a:solidFill>
                <a:latin typeface="Arial"/>
                <a:ea typeface="Arial Unicode MS"/>
              </a:rPr>
              <a:t>Portfolio Presentation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6" name="TextShape 2"/>
          <p:cNvSpPr txBox="1"/>
          <p:nvPr/>
        </p:nvSpPr>
        <p:spPr>
          <a:xfrm>
            <a:off x="0" y="1054440"/>
            <a:ext cx="12801240" cy="434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281"/>
              </a:spcBef>
              <a:tabLst>
                <a:tab algn="l" pos="0"/>
              </a:tabLst>
            </a:pPr>
            <a:r>
              <a:rPr b="0" lang="en-US" sz="1400" spc="-1" strike="noStrike">
                <a:solidFill>
                  <a:srgbClr val="404040"/>
                </a:solidFill>
                <a:latin typeface="Arial"/>
                <a:ea typeface="Arial Unicode MS"/>
              </a:rPr>
              <a:t>Insert the title of your subtitle Here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7" name="CustomShape 3"/>
          <p:cNvSpPr/>
          <p:nvPr/>
        </p:nvSpPr>
        <p:spPr>
          <a:xfrm>
            <a:off x="4987080" y="2167920"/>
            <a:ext cx="2721600" cy="209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Arial"/>
                <a:ea typeface="Arial Unicode MS"/>
              </a:rPr>
              <a:t>Get a modern PowerPoint  Presentation that is beautifully designed.  Easy to change colors, photos and Text. You can simply impress your audience and add a unique zing and appeal to your Presentations. Get a modern PowerPoint  Presentation that is beautifully designed.  Easy to change colors, photos and Text. Get a modern PowerPoint  Presentation that is beautifully designed. </a:t>
            </a:r>
            <a:endParaRPr b="0" lang="en-US" sz="1200" spc="-1" strike="noStrike">
              <a:latin typeface="Arial"/>
            </a:endParaRPr>
          </a:p>
        </p:txBody>
      </p:sp>
      <p:pic>
        <p:nvPicPr>
          <p:cNvPr id="1318" name="" descr=""/>
          <p:cNvPicPr/>
          <p:nvPr/>
        </p:nvPicPr>
        <p:blipFill>
          <a:blip r:embed="rId1"/>
          <a:stretch/>
        </p:blipFill>
        <p:spPr>
          <a:xfrm>
            <a:off x="144720" y="147960"/>
            <a:ext cx="3374640" cy="690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9" name="Group 1"/>
          <p:cNvGrpSpPr/>
          <p:nvPr/>
        </p:nvGrpSpPr>
        <p:grpSpPr>
          <a:xfrm>
            <a:off x="1675440" y="1332720"/>
            <a:ext cx="9506520" cy="5984640"/>
            <a:chOff x="1675440" y="1332720"/>
            <a:chExt cx="9506520" cy="5984640"/>
          </a:xfrm>
        </p:grpSpPr>
        <p:sp>
          <p:nvSpPr>
            <p:cNvPr id="1320" name="CustomShape 2"/>
            <p:cNvSpPr/>
            <p:nvPr/>
          </p:nvSpPr>
          <p:spPr>
            <a:xfrm>
              <a:off x="1889640" y="3799800"/>
              <a:ext cx="9032760" cy="3474360"/>
            </a:xfrm>
            <a:custGeom>
              <a:avLst/>
              <a:gdLst/>
              <a:ahLst/>
              <a:rect l="l" t="t" r="r" b="b"/>
              <a:pathLst>
                <a:path w="4711" h="1672">
                  <a:moveTo>
                    <a:pt x="1290" y="1620"/>
                  </a:moveTo>
                  <a:lnTo>
                    <a:pt x="1304" y="1628"/>
                  </a:lnTo>
                  <a:lnTo>
                    <a:pt x="1318" y="1641"/>
                  </a:lnTo>
                  <a:lnTo>
                    <a:pt x="1332" y="1653"/>
                  </a:lnTo>
                  <a:lnTo>
                    <a:pt x="1348" y="1662"/>
                  </a:lnTo>
                  <a:lnTo>
                    <a:pt x="1348" y="1670"/>
                  </a:lnTo>
                  <a:lnTo>
                    <a:pt x="1339" y="1670"/>
                  </a:lnTo>
                  <a:lnTo>
                    <a:pt x="1330" y="1672"/>
                  </a:lnTo>
                  <a:lnTo>
                    <a:pt x="1316" y="1672"/>
                  </a:lnTo>
                  <a:lnTo>
                    <a:pt x="1304" y="1669"/>
                  </a:lnTo>
                  <a:lnTo>
                    <a:pt x="1297" y="1667"/>
                  </a:lnTo>
                  <a:lnTo>
                    <a:pt x="1294" y="1653"/>
                  </a:lnTo>
                  <a:lnTo>
                    <a:pt x="1290" y="1635"/>
                  </a:lnTo>
                  <a:lnTo>
                    <a:pt x="1290" y="1620"/>
                  </a:lnTo>
                  <a:close/>
                  <a:moveTo>
                    <a:pt x="1402" y="1590"/>
                  </a:moveTo>
                  <a:lnTo>
                    <a:pt x="1416" y="1593"/>
                  </a:lnTo>
                  <a:lnTo>
                    <a:pt x="1432" y="1599"/>
                  </a:lnTo>
                  <a:lnTo>
                    <a:pt x="1444" y="1604"/>
                  </a:lnTo>
                  <a:lnTo>
                    <a:pt x="1440" y="1604"/>
                  </a:lnTo>
                  <a:lnTo>
                    <a:pt x="1428" y="1611"/>
                  </a:lnTo>
                  <a:lnTo>
                    <a:pt x="1416" y="1616"/>
                  </a:lnTo>
                  <a:lnTo>
                    <a:pt x="1402" y="1620"/>
                  </a:lnTo>
                  <a:lnTo>
                    <a:pt x="1402" y="1613"/>
                  </a:lnTo>
                  <a:lnTo>
                    <a:pt x="1404" y="1611"/>
                  </a:lnTo>
                  <a:lnTo>
                    <a:pt x="1407" y="1609"/>
                  </a:lnTo>
                  <a:lnTo>
                    <a:pt x="1409" y="1607"/>
                  </a:lnTo>
                  <a:lnTo>
                    <a:pt x="1409" y="1606"/>
                  </a:lnTo>
                  <a:lnTo>
                    <a:pt x="1411" y="1604"/>
                  </a:lnTo>
                  <a:lnTo>
                    <a:pt x="1412" y="1600"/>
                  </a:lnTo>
                  <a:lnTo>
                    <a:pt x="1409" y="1600"/>
                  </a:lnTo>
                  <a:lnTo>
                    <a:pt x="1400" y="1609"/>
                  </a:lnTo>
                  <a:lnTo>
                    <a:pt x="1392" y="1614"/>
                  </a:lnTo>
                  <a:lnTo>
                    <a:pt x="1383" y="1616"/>
                  </a:lnTo>
                  <a:lnTo>
                    <a:pt x="1371" y="1620"/>
                  </a:lnTo>
                  <a:lnTo>
                    <a:pt x="1371" y="1604"/>
                  </a:lnTo>
                  <a:lnTo>
                    <a:pt x="1381" y="1600"/>
                  </a:lnTo>
                  <a:lnTo>
                    <a:pt x="1392" y="1595"/>
                  </a:lnTo>
                  <a:lnTo>
                    <a:pt x="1402" y="1590"/>
                  </a:lnTo>
                  <a:close/>
                  <a:moveTo>
                    <a:pt x="1374" y="1393"/>
                  </a:moveTo>
                  <a:lnTo>
                    <a:pt x="1378" y="1396"/>
                  </a:lnTo>
                  <a:lnTo>
                    <a:pt x="1381" y="1398"/>
                  </a:lnTo>
                  <a:lnTo>
                    <a:pt x="1383" y="1400"/>
                  </a:lnTo>
                  <a:lnTo>
                    <a:pt x="1385" y="1403"/>
                  </a:lnTo>
                  <a:lnTo>
                    <a:pt x="1385" y="1407"/>
                  </a:lnTo>
                  <a:lnTo>
                    <a:pt x="1386" y="1412"/>
                  </a:lnTo>
                  <a:lnTo>
                    <a:pt x="1378" y="1412"/>
                  </a:lnTo>
                  <a:lnTo>
                    <a:pt x="1376" y="1408"/>
                  </a:lnTo>
                  <a:lnTo>
                    <a:pt x="1374" y="1405"/>
                  </a:lnTo>
                  <a:lnTo>
                    <a:pt x="1374" y="1403"/>
                  </a:lnTo>
                  <a:lnTo>
                    <a:pt x="1372" y="1401"/>
                  </a:lnTo>
                  <a:lnTo>
                    <a:pt x="1374" y="1398"/>
                  </a:lnTo>
                  <a:lnTo>
                    <a:pt x="1374" y="1393"/>
                  </a:lnTo>
                  <a:close/>
                  <a:moveTo>
                    <a:pt x="4289" y="1370"/>
                  </a:moveTo>
                  <a:lnTo>
                    <a:pt x="4294" y="1384"/>
                  </a:lnTo>
                  <a:lnTo>
                    <a:pt x="4296" y="1400"/>
                  </a:lnTo>
                  <a:lnTo>
                    <a:pt x="4292" y="1415"/>
                  </a:lnTo>
                  <a:lnTo>
                    <a:pt x="4284" y="1424"/>
                  </a:lnTo>
                  <a:lnTo>
                    <a:pt x="4275" y="1429"/>
                  </a:lnTo>
                  <a:lnTo>
                    <a:pt x="4263" y="1435"/>
                  </a:lnTo>
                  <a:lnTo>
                    <a:pt x="4258" y="1414"/>
                  </a:lnTo>
                  <a:lnTo>
                    <a:pt x="4251" y="1393"/>
                  </a:lnTo>
                  <a:lnTo>
                    <a:pt x="4244" y="1374"/>
                  </a:lnTo>
                  <a:lnTo>
                    <a:pt x="4258" y="1374"/>
                  </a:lnTo>
                  <a:lnTo>
                    <a:pt x="4270" y="1381"/>
                  </a:lnTo>
                  <a:lnTo>
                    <a:pt x="4280" y="1379"/>
                  </a:lnTo>
                  <a:lnTo>
                    <a:pt x="4289" y="1370"/>
                  </a:lnTo>
                  <a:close/>
                  <a:moveTo>
                    <a:pt x="4577" y="1367"/>
                  </a:moveTo>
                  <a:lnTo>
                    <a:pt x="4580" y="1368"/>
                  </a:lnTo>
                  <a:lnTo>
                    <a:pt x="4584" y="1370"/>
                  </a:lnTo>
                  <a:lnTo>
                    <a:pt x="4586" y="1372"/>
                  </a:lnTo>
                  <a:lnTo>
                    <a:pt x="4587" y="1374"/>
                  </a:lnTo>
                  <a:lnTo>
                    <a:pt x="4589" y="1375"/>
                  </a:lnTo>
                  <a:lnTo>
                    <a:pt x="4593" y="1379"/>
                  </a:lnTo>
                  <a:lnTo>
                    <a:pt x="4593" y="1377"/>
                  </a:lnTo>
                  <a:lnTo>
                    <a:pt x="4594" y="1375"/>
                  </a:lnTo>
                  <a:lnTo>
                    <a:pt x="4596" y="1372"/>
                  </a:lnTo>
                  <a:lnTo>
                    <a:pt x="4596" y="1370"/>
                  </a:lnTo>
                  <a:lnTo>
                    <a:pt x="4598" y="1370"/>
                  </a:lnTo>
                  <a:lnTo>
                    <a:pt x="4600" y="1370"/>
                  </a:lnTo>
                  <a:lnTo>
                    <a:pt x="4600" y="1374"/>
                  </a:lnTo>
                  <a:lnTo>
                    <a:pt x="4601" y="1377"/>
                  </a:lnTo>
                  <a:lnTo>
                    <a:pt x="4603" y="1382"/>
                  </a:lnTo>
                  <a:lnTo>
                    <a:pt x="4603" y="1388"/>
                  </a:lnTo>
                  <a:lnTo>
                    <a:pt x="4603" y="1393"/>
                  </a:lnTo>
                  <a:lnTo>
                    <a:pt x="4591" y="1407"/>
                  </a:lnTo>
                  <a:lnTo>
                    <a:pt x="4580" y="1424"/>
                  </a:lnTo>
                  <a:lnTo>
                    <a:pt x="4584" y="1435"/>
                  </a:lnTo>
                  <a:lnTo>
                    <a:pt x="4582" y="1438"/>
                  </a:lnTo>
                  <a:lnTo>
                    <a:pt x="4577" y="1442"/>
                  </a:lnTo>
                  <a:lnTo>
                    <a:pt x="4572" y="1443"/>
                  </a:lnTo>
                  <a:lnTo>
                    <a:pt x="4567" y="1445"/>
                  </a:lnTo>
                  <a:lnTo>
                    <a:pt x="4561" y="1449"/>
                  </a:lnTo>
                  <a:lnTo>
                    <a:pt x="4558" y="1450"/>
                  </a:lnTo>
                  <a:lnTo>
                    <a:pt x="4554" y="1456"/>
                  </a:lnTo>
                  <a:lnTo>
                    <a:pt x="4554" y="1461"/>
                  </a:lnTo>
                  <a:lnTo>
                    <a:pt x="4553" y="1466"/>
                  </a:lnTo>
                  <a:lnTo>
                    <a:pt x="4553" y="1471"/>
                  </a:lnTo>
                  <a:lnTo>
                    <a:pt x="4551" y="1478"/>
                  </a:lnTo>
                  <a:lnTo>
                    <a:pt x="4547" y="1482"/>
                  </a:lnTo>
                  <a:lnTo>
                    <a:pt x="4542" y="1485"/>
                  </a:lnTo>
                  <a:lnTo>
                    <a:pt x="4537" y="1489"/>
                  </a:lnTo>
                  <a:lnTo>
                    <a:pt x="4532" y="1492"/>
                  </a:lnTo>
                  <a:lnTo>
                    <a:pt x="4526" y="1497"/>
                  </a:lnTo>
                  <a:lnTo>
                    <a:pt x="4519" y="1497"/>
                  </a:lnTo>
                  <a:lnTo>
                    <a:pt x="4511" y="1491"/>
                  </a:lnTo>
                  <a:lnTo>
                    <a:pt x="4502" y="1485"/>
                  </a:lnTo>
                  <a:lnTo>
                    <a:pt x="4495" y="1480"/>
                  </a:lnTo>
                  <a:lnTo>
                    <a:pt x="4488" y="1470"/>
                  </a:lnTo>
                  <a:lnTo>
                    <a:pt x="4493" y="1466"/>
                  </a:lnTo>
                  <a:lnTo>
                    <a:pt x="4495" y="1461"/>
                  </a:lnTo>
                  <a:lnTo>
                    <a:pt x="4497" y="1457"/>
                  </a:lnTo>
                  <a:lnTo>
                    <a:pt x="4498" y="1452"/>
                  </a:lnTo>
                  <a:lnTo>
                    <a:pt x="4500" y="1447"/>
                  </a:lnTo>
                  <a:lnTo>
                    <a:pt x="4504" y="1443"/>
                  </a:lnTo>
                  <a:lnTo>
                    <a:pt x="4514" y="1440"/>
                  </a:lnTo>
                  <a:lnTo>
                    <a:pt x="4525" y="1438"/>
                  </a:lnTo>
                  <a:lnTo>
                    <a:pt x="4535" y="1435"/>
                  </a:lnTo>
                  <a:lnTo>
                    <a:pt x="4540" y="1429"/>
                  </a:lnTo>
                  <a:lnTo>
                    <a:pt x="4549" y="1417"/>
                  </a:lnTo>
                  <a:lnTo>
                    <a:pt x="4556" y="1403"/>
                  </a:lnTo>
                  <a:lnTo>
                    <a:pt x="4565" y="1389"/>
                  </a:lnTo>
                  <a:lnTo>
                    <a:pt x="4572" y="1375"/>
                  </a:lnTo>
                  <a:lnTo>
                    <a:pt x="4577" y="1367"/>
                  </a:lnTo>
                  <a:close/>
                  <a:moveTo>
                    <a:pt x="4570" y="1239"/>
                  </a:moveTo>
                  <a:lnTo>
                    <a:pt x="4577" y="1239"/>
                  </a:lnTo>
                  <a:lnTo>
                    <a:pt x="4593" y="1255"/>
                  </a:lnTo>
                  <a:lnTo>
                    <a:pt x="4607" y="1269"/>
                  </a:lnTo>
                  <a:lnTo>
                    <a:pt x="4621" y="1285"/>
                  </a:lnTo>
                  <a:lnTo>
                    <a:pt x="4631" y="1305"/>
                  </a:lnTo>
                  <a:lnTo>
                    <a:pt x="4636" y="1305"/>
                  </a:lnTo>
                  <a:lnTo>
                    <a:pt x="4642" y="1305"/>
                  </a:lnTo>
                  <a:lnTo>
                    <a:pt x="4645" y="1305"/>
                  </a:lnTo>
                  <a:lnTo>
                    <a:pt x="4647" y="1305"/>
                  </a:lnTo>
                  <a:lnTo>
                    <a:pt x="4650" y="1305"/>
                  </a:lnTo>
                  <a:lnTo>
                    <a:pt x="4654" y="1302"/>
                  </a:lnTo>
                  <a:lnTo>
                    <a:pt x="4656" y="1299"/>
                  </a:lnTo>
                  <a:lnTo>
                    <a:pt x="4657" y="1293"/>
                  </a:lnTo>
                  <a:lnTo>
                    <a:pt x="4661" y="1293"/>
                  </a:lnTo>
                  <a:lnTo>
                    <a:pt x="4661" y="1316"/>
                  </a:lnTo>
                  <a:lnTo>
                    <a:pt x="4659" y="1321"/>
                  </a:lnTo>
                  <a:lnTo>
                    <a:pt x="4657" y="1326"/>
                  </a:lnTo>
                  <a:lnTo>
                    <a:pt x="4656" y="1332"/>
                  </a:lnTo>
                  <a:lnTo>
                    <a:pt x="4654" y="1335"/>
                  </a:lnTo>
                  <a:lnTo>
                    <a:pt x="4642" y="1335"/>
                  </a:lnTo>
                  <a:lnTo>
                    <a:pt x="4642" y="1347"/>
                  </a:lnTo>
                  <a:lnTo>
                    <a:pt x="4631" y="1358"/>
                  </a:lnTo>
                  <a:lnTo>
                    <a:pt x="4622" y="1368"/>
                  </a:lnTo>
                  <a:lnTo>
                    <a:pt x="4612" y="1379"/>
                  </a:lnTo>
                  <a:lnTo>
                    <a:pt x="4612" y="1374"/>
                  </a:lnTo>
                  <a:lnTo>
                    <a:pt x="4610" y="1370"/>
                  </a:lnTo>
                  <a:lnTo>
                    <a:pt x="4610" y="1367"/>
                  </a:lnTo>
                  <a:lnTo>
                    <a:pt x="4610" y="1361"/>
                  </a:lnTo>
                  <a:lnTo>
                    <a:pt x="4612" y="1358"/>
                  </a:lnTo>
                  <a:lnTo>
                    <a:pt x="4612" y="1354"/>
                  </a:lnTo>
                  <a:lnTo>
                    <a:pt x="4612" y="1351"/>
                  </a:lnTo>
                  <a:lnTo>
                    <a:pt x="4610" y="1349"/>
                  </a:lnTo>
                  <a:lnTo>
                    <a:pt x="4607" y="1347"/>
                  </a:lnTo>
                  <a:lnTo>
                    <a:pt x="4603" y="1346"/>
                  </a:lnTo>
                  <a:lnTo>
                    <a:pt x="4600" y="1344"/>
                  </a:lnTo>
                  <a:lnTo>
                    <a:pt x="4596" y="1342"/>
                  </a:lnTo>
                  <a:lnTo>
                    <a:pt x="4593" y="1340"/>
                  </a:lnTo>
                  <a:lnTo>
                    <a:pt x="4591" y="1339"/>
                  </a:lnTo>
                  <a:lnTo>
                    <a:pt x="4591" y="1337"/>
                  </a:lnTo>
                  <a:lnTo>
                    <a:pt x="4593" y="1335"/>
                  </a:lnTo>
                  <a:lnTo>
                    <a:pt x="4596" y="1330"/>
                  </a:lnTo>
                  <a:lnTo>
                    <a:pt x="4601" y="1326"/>
                  </a:lnTo>
                  <a:lnTo>
                    <a:pt x="4607" y="1321"/>
                  </a:lnTo>
                  <a:lnTo>
                    <a:pt x="4612" y="1316"/>
                  </a:lnTo>
                  <a:lnTo>
                    <a:pt x="4605" y="1309"/>
                  </a:lnTo>
                  <a:lnTo>
                    <a:pt x="4598" y="1297"/>
                  </a:lnTo>
                  <a:lnTo>
                    <a:pt x="4587" y="1279"/>
                  </a:lnTo>
                  <a:lnTo>
                    <a:pt x="4579" y="1264"/>
                  </a:lnTo>
                  <a:lnTo>
                    <a:pt x="4574" y="1250"/>
                  </a:lnTo>
                  <a:lnTo>
                    <a:pt x="4570" y="1239"/>
                  </a:lnTo>
                  <a:close/>
                  <a:moveTo>
                    <a:pt x="4507" y="1056"/>
                  </a:moveTo>
                  <a:lnTo>
                    <a:pt x="4516" y="1056"/>
                  </a:lnTo>
                  <a:lnTo>
                    <a:pt x="4532" y="1068"/>
                  </a:lnTo>
                  <a:lnTo>
                    <a:pt x="4551" y="1079"/>
                  </a:lnTo>
                  <a:lnTo>
                    <a:pt x="4551" y="1089"/>
                  </a:lnTo>
                  <a:lnTo>
                    <a:pt x="4539" y="1089"/>
                  </a:lnTo>
                  <a:lnTo>
                    <a:pt x="4530" y="1082"/>
                  </a:lnTo>
                  <a:lnTo>
                    <a:pt x="4521" y="1075"/>
                  </a:lnTo>
                  <a:lnTo>
                    <a:pt x="4514" y="1066"/>
                  </a:lnTo>
                  <a:lnTo>
                    <a:pt x="4507" y="1056"/>
                  </a:lnTo>
                  <a:close/>
                  <a:moveTo>
                    <a:pt x="4692" y="995"/>
                  </a:moveTo>
                  <a:lnTo>
                    <a:pt x="4696" y="995"/>
                  </a:lnTo>
                  <a:lnTo>
                    <a:pt x="4699" y="997"/>
                  </a:lnTo>
                  <a:lnTo>
                    <a:pt x="4699" y="997"/>
                  </a:lnTo>
                  <a:lnTo>
                    <a:pt x="4701" y="998"/>
                  </a:lnTo>
                  <a:lnTo>
                    <a:pt x="4701" y="1000"/>
                  </a:lnTo>
                  <a:lnTo>
                    <a:pt x="4703" y="1002"/>
                  </a:lnTo>
                  <a:lnTo>
                    <a:pt x="4704" y="1005"/>
                  </a:lnTo>
                  <a:lnTo>
                    <a:pt x="4708" y="1011"/>
                  </a:lnTo>
                  <a:lnTo>
                    <a:pt x="4710" y="1017"/>
                  </a:lnTo>
                  <a:lnTo>
                    <a:pt x="4711" y="1024"/>
                  </a:lnTo>
                  <a:lnTo>
                    <a:pt x="4704" y="1024"/>
                  </a:lnTo>
                  <a:lnTo>
                    <a:pt x="4704" y="1017"/>
                  </a:lnTo>
                  <a:lnTo>
                    <a:pt x="4699" y="1014"/>
                  </a:lnTo>
                  <a:lnTo>
                    <a:pt x="4697" y="1009"/>
                  </a:lnTo>
                  <a:lnTo>
                    <a:pt x="4696" y="1005"/>
                  </a:lnTo>
                  <a:lnTo>
                    <a:pt x="4694" y="1000"/>
                  </a:lnTo>
                  <a:lnTo>
                    <a:pt x="4692" y="995"/>
                  </a:lnTo>
                  <a:close/>
                  <a:moveTo>
                    <a:pt x="4532" y="974"/>
                  </a:moveTo>
                  <a:lnTo>
                    <a:pt x="4535" y="974"/>
                  </a:lnTo>
                  <a:lnTo>
                    <a:pt x="4537" y="976"/>
                  </a:lnTo>
                  <a:lnTo>
                    <a:pt x="4537" y="977"/>
                  </a:lnTo>
                  <a:lnTo>
                    <a:pt x="4539" y="977"/>
                  </a:lnTo>
                  <a:lnTo>
                    <a:pt x="4540" y="977"/>
                  </a:lnTo>
                  <a:lnTo>
                    <a:pt x="4542" y="979"/>
                  </a:lnTo>
                  <a:lnTo>
                    <a:pt x="4544" y="984"/>
                  </a:lnTo>
                  <a:lnTo>
                    <a:pt x="4544" y="990"/>
                  </a:lnTo>
                  <a:lnTo>
                    <a:pt x="4546" y="993"/>
                  </a:lnTo>
                  <a:lnTo>
                    <a:pt x="4547" y="997"/>
                  </a:lnTo>
                  <a:lnTo>
                    <a:pt x="4549" y="1000"/>
                  </a:lnTo>
                  <a:lnTo>
                    <a:pt x="4551" y="1005"/>
                  </a:lnTo>
                  <a:lnTo>
                    <a:pt x="4539" y="1005"/>
                  </a:lnTo>
                  <a:lnTo>
                    <a:pt x="4537" y="997"/>
                  </a:lnTo>
                  <a:lnTo>
                    <a:pt x="4533" y="991"/>
                  </a:lnTo>
                  <a:lnTo>
                    <a:pt x="4532" y="984"/>
                  </a:lnTo>
                  <a:lnTo>
                    <a:pt x="4532" y="974"/>
                  </a:lnTo>
                  <a:close/>
                  <a:moveTo>
                    <a:pt x="2907" y="967"/>
                  </a:moveTo>
                  <a:lnTo>
                    <a:pt x="2907" y="974"/>
                  </a:lnTo>
                  <a:lnTo>
                    <a:pt x="2915" y="993"/>
                  </a:lnTo>
                  <a:lnTo>
                    <a:pt x="2915" y="1014"/>
                  </a:lnTo>
                  <a:lnTo>
                    <a:pt x="2910" y="1033"/>
                  </a:lnTo>
                  <a:lnTo>
                    <a:pt x="2901" y="1052"/>
                  </a:lnTo>
                  <a:lnTo>
                    <a:pt x="2891" y="1070"/>
                  </a:lnTo>
                  <a:lnTo>
                    <a:pt x="2882" y="1087"/>
                  </a:lnTo>
                  <a:lnTo>
                    <a:pt x="2875" y="1101"/>
                  </a:lnTo>
                  <a:lnTo>
                    <a:pt x="2872" y="1119"/>
                  </a:lnTo>
                  <a:lnTo>
                    <a:pt x="2870" y="1134"/>
                  </a:lnTo>
                  <a:lnTo>
                    <a:pt x="2868" y="1147"/>
                  </a:lnTo>
                  <a:lnTo>
                    <a:pt x="2861" y="1157"/>
                  </a:lnTo>
                  <a:lnTo>
                    <a:pt x="2849" y="1166"/>
                  </a:lnTo>
                  <a:lnTo>
                    <a:pt x="2849" y="1162"/>
                  </a:lnTo>
                  <a:lnTo>
                    <a:pt x="2842" y="1161"/>
                  </a:lnTo>
                  <a:lnTo>
                    <a:pt x="2837" y="1159"/>
                  </a:lnTo>
                  <a:lnTo>
                    <a:pt x="2832" y="1155"/>
                  </a:lnTo>
                  <a:lnTo>
                    <a:pt x="2828" y="1150"/>
                  </a:lnTo>
                  <a:lnTo>
                    <a:pt x="2826" y="1143"/>
                  </a:lnTo>
                  <a:lnTo>
                    <a:pt x="2819" y="1129"/>
                  </a:lnTo>
                  <a:lnTo>
                    <a:pt x="2818" y="1115"/>
                  </a:lnTo>
                  <a:lnTo>
                    <a:pt x="2823" y="1103"/>
                  </a:lnTo>
                  <a:lnTo>
                    <a:pt x="2828" y="1089"/>
                  </a:lnTo>
                  <a:lnTo>
                    <a:pt x="2833" y="1075"/>
                  </a:lnTo>
                  <a:lnTo>
                    <a:pt x="2833" y="1066"/>
                  </a:lnTo>
                  <a:lnTo>
                    <a:pt x="2832" y="1052"/>
                  </a:lnTo>
                  <a:lnTo>
                    <a:pt x="2830" y="1038"/>
                  </a:lnTo>
                  <a:lnTo>
                    <a:pt x="2830" y="1024"/>
                  </a:lnTo>
                  <a:lnTo>
                    <a:pt x="2849" y="1024"/>
                  </a:lnTo>
                  <a:lnTo>
                    <a:pt x="2854" y="1016"/>
                  </a:lnTo>
                  <a:lnTo>
                    <a:pt x="2865" y="1005"/>
                  </a:lnTo>
                  <a:lnTo>
                    <a:pt x="2875" y="993"/>
                  </a:lnTo>
                  <a:lnTo>
                    <a:pt x="2887" y="981"/>
                  </a:lnTo>
                  <a:lnTo>
                    <a:pt x="2898" y="972"/>
                  </a:lnTo>
                  <a:lnTo>
                    <a:pt x="2907" y="967"/>
                  </a:lnTo>
                  <a:close/>
                  <a:moveTo>
                    <a:pt x="4455" y="913"/>
                  </a:moveTo>
                  <a:lnTo>
                    <a:pt x="4469" y="918"/>
                  </a:lnTo>
                  <a:lnTo>
                    <a:pt x="4469" y="925"/>
                  </a:lnTo>
                  <a:lnTo>
                    <a:pt x="4458" y="925"/>
                  </a:lnTo>
                  <a:lnTo>
                    <a:pt x="4458" y="921"/>
                  </a:lnTo>
                  <a:lnTo>
                    <a:pt x="4457" y="920"/>
                  </a:lnTo>
                  <a:lnTo>
                    <a:pt x="4457" y="918"/>
                  </a:lnTo>
                  <a:lnTo>
                    <a:pt x="4455" y="918"/>
                  </a:lnTo>
                  <a:lnTo>
                    <a:pt x="4455" y="916"/>
                  </a:lnTo>
                  <a:lnTo>
                    <a:pt x="4455" y="913"/>
                  </a:lnTo>
                  <a:close/>
                  <a:moveTo>
                    <a:pt x="4205" y="909"/>
                  </a:moveTo>
                  <a:lnTo>
                    <a:pt x="4209" y="909"/>
                  </a:lnTo>
                  <a:lnTo>
                    <a:pt x="4210" y="918"/>
                  </a:lnTo>
                  <a:lnTo>
                    <a:pt x="4212" y="930"/>
                  </a:lnTo>
                  <a:lnTo>
                    <a:pt x="4217" y="944"/>
                  </a:lnTo>
                  <a:lnTo>
                    <a:pt x="4221" y="956"/>
                  </a:lnTo>
                  <a:lnTo>
                    <a:pt x="4224" y="963"/>
                  </a:lnTo>
                  <a:lnTo>
                    <a:pt x="4226" y="965"/>
                  </a:lnTo>
                  <a:lnTo>
                    <a:pt x="4231" y="967"/>
                  </a:lnTo>
                  <a:lnTo>
                    <a:pt x="4235" y="967"/>
                  </a:lnTo>
                  <a:lnTo>
                    <a:pt x="4240" y="969"/>
                  </a:lnTo>
                  <a:lnTo>
                    <a:pt x="4244" y="969"/>
                  </a:lnTo>
                  <a:lnTo>
                    <a:pt x="4247" y="970"/>
                  </a:lnTo>
                  <a:lnTo>
                    <a:pt x="4247" y="976"/>
                  </a:lnTo>
                  <a:lnTo>
                    <a:pt x="4251" y="988"/>
                  </a:lnTo>
                  <a:lnTo>
                    <a:pt x="4254" y="1002"/>
                  </a:lnTo>
                  <a:lnTo>
                    <a:pt x="4259" y="1019"/>
                  </a:lnTo>
                  <a:lnTo>
                    <a:pt x="4263" y="1031"/>
                  </a:lnTo>
                  <a:lnTo>
                    <a:pt x="4266" y="1040"/>
                  </a:lnTo>
                  <a:lnTo>
                    <a:pt x="4275" y="1040"/>
                  </a:lnTo>
                  <a:lnTo>
                    <a:pt x="4280" y="1042"/>
                  </a:lnTo>
                  <a:lnTo>
                    <a:pt x="4286" y="1044"/>
                  </a:lnTo>
                  <a:lnTo>
                    <a:pt x="4289" y="1047"/>
                  </a:lnTo>
                  <a:lnTo>
                    <a:pt x="4292" y="1052"/>
                  </a:lnTo>
                  <a:lnTo>
                    <a:pt x="4301" y="1065"/>
                  </a:lnTo>
                  <a:lnTo>
                    <a:pt x="4305" y="1082"/>
                  </a:lnTo>
                  <a:lnTo>
                    <a:pt x="4324" y="1082"/>
                  </a:lnTo>
                  <a:lnTo>
                    <a:pt x="4331" y="1100"/>
                  </a:lnTo>
                  <a:lnTo>
                    <a:pt x="4341" y="1112"/>
                  </a:lnTo>
                  <a:lnTo>
                    <a:pt x="4350" y="1124"/>
                  </a:lnTo>
                  <a:lnTo>
                    <a:pt x="4359" y="1140"/>
                  </a:lnTo>
                  <a:lnTo>
                    <a:pt x="4362" y="1166"/>
                  </a:lnTo>
                  <a:lnTo>
                    <a:pt x="4361" y="1187"/>
                  </a:lnTo>
                  <a:lnTo>
                    <a:pt x="4355" y="1208"/>
                  </a:lnTo>
                  <a:lnTo>
                    <a:pt x="4347" y="1227"/>
                  </a:lnTo>
                  <a:lnTo>
                    <a:pt x="4338" y="1248"/>
                  </a:lnTo>
                  <a:lnTo>
                    <a:pt x="4327" y="1271"/>
                  </a:lnTo>
                  <a:lnTo>
                    <a:pt x="4324" y="1285"/>
                  </a:lnTo>
                  <a:lnTo>
                    <a:pt x="4319" y="1299"/>
                  </a:lnTo>
                  <a:lnTo>
                    <a:pt x="4315" y="1314"/>
                  </a:lnTo>
                  <a:lnTo>
                    <a:pt x="4310" y="1326"/>
                  </a:lnTo>
                  <a:lnTo>
                    <a:pt x="4301" y="1335"/>
                  </a:lnTo>
                  <a:lnTo>
                    <a:pt x="4291" y="1340"/>
                  </a:lnTo>
                  <a:lnTo>
                    <a:pt x="4279" y="1346"/>
                  </a:lnTo>
                  <a:lnTo>
                    <a:pt x="4266" y="1351"/>
                  </a:lnTo>
                  <a:lnTo>
                    <a:pt x="4258" y="1354"/>
                  </a:lnTo>
                  <a:lnTo>
                    <a:pt x="4247" y="1346"/>
                  </a:lnTo>
                  <a:lnTo>
                    <a:pt x="4235" y="1335"/>
                  </a:lnTo>
                  <a:lnTo>
                    <a:pt x="4226" y="1342"/>
                  </a:lnTo>
                  <a:lnTo>
                    <a:pt x="4216" y="1346"/>
                  </a:lnTo>
                  <a:lnTo>
                    <a:pt x="4203" y="1344"/>
                  </a:lnTo>
                  <a:lnTo>
                    <a:pt x="4190" y="1342"/>
                  </a:lnTo>
                  <a:lnTo>
                    <a:pt x="4174" y="1340"/>
                  </a:lnTo>
                  <a:lnTo>
                    <a:pt x="4167" y="1305"/>
                  </a:lnTo>
                  <a:lnTo>
                    <a:pt x="4162" y="1304"/>
                  </a:lnTo>
                  <a:lnTo>
                    <a:pt x="4156" y="1302"/>
                  </a:lnTo>
                  <a:lnTo>
                    <a:pt x="4151" y="1300"/>
                  </a:lnTo>
                  <a:lnTo>
                    <a:pt x="4148" y="1297"/>
                  </a:lnTo>
                  <a:lnTo>
                    <a:pt x="4144" y="1295"/>
                  </a:lnTo>
                  <a:lnTo>
                    <a:pt x="4142" y="1293"/>
                  </a:lnTo>
                  <a:lnTo>
                    <a:pt x="4142" y="1292"/>
                  </a:lnTo>
                  <a:lnTo>
                    <a:pt x="4144" y="1290"/>
                  </a:lnTo>
                  <a:lnTo>
                    <a:pt x="4144" y="1288"/>
                  </a:lnTo>
                  <a:lnTo>
                    <a:pt x="4144" y="1286"/>
                  </a:lnTo>
                  <a:lnTo>
                    <a:pt x="4142" y="1285"/>
                  </a:lnTo>
                  <a:lnTo>
                    <a:pt x="4141" y="1283"/>
                  </a:lnTo>
                  <a:lnTo>
                    <a:pt x="4135" y="1281"/>
                  </a:lnTo>
                  <a:lnTo>
                    <a:pt x="4134" y="1283"/>
                  </a:lnTo>
                  <a:lnTo>
                    <a:pt x="4134" y="1285"/>
                  </a:lnTo>
                  <a:lnTo>
                    <a:pt x="4134" y="1285"/>
                  </a:lnTo>
                  <a:lnTo>
                    <a:pt x="4132" y="1286"/>
                  </a:lnTo>
                  <a:lnTo>
                    <a:pt x="4130" y="1286"/>
                  </a:lnTo>
                  <a:lnTo>
                    <a:pt x="4128" y="1286"/>
                  </a:lnTo>
                  <a:lnTo>
                    <a:pt x="4128" y="1281"/>
                  </a:lnTo>
                  <a:lnTo>
                    <a:pt x="4123" y="1281"/>
                  </a:lnTo>
                  <a:lnTo>
                    <a:pt x="4123" y="1278"/>
                  </a:lnTo>
                  <a:lnTo>
                    <a:pt x="4130" y="1274"/>
                  </a:lnTo>
                  <a:lnTo>
                    <a:pt x="4135" y="1269"/>
                  </a:lnTo>
                  <a:lnTo>
                    <a:pt x="4139" y="1264"/>
                  </a:lnTo>
                  <a:lnTo>
                    <a:pt x="4135" y="1264"/>
                  </a:lnTo>
                  <a:lnTo>
                    <a:pt x="4135" y="1258"/>
                  </a:lnTo>
                  <a:lnTo>
                    <a:pt x="4127" y="1267"/>
                  </a:lnTo>
                  <a:lnTo>
                    <a:pt x="4118" y="1272"/>
                  </a:lnTo>
                  <a:lnTo>
                    <a:pt x="4104" y="1278"/>
                  </a:lnTo>
                  <a:lnTo>
                    <a:pt x="4099" y="1267"/>
                  </a:lnTo>
                  <a:lnTo>
                    <a:pt x="4092" y="1257"/>
                  </a:lnTo>
                  <a:lnTo>
                    <a:pt x="4083" y="1248"/>
                  </a:lnTo>
                  <a:lnTo>
                    <a:pt x="4071" y="1241"/>
                  </a:lnTo>
                  <a:lnTo>
                    <a:pt x="4055" y="1239"/>
                  </a:lnTo>
                  <a:lnTo>
                    <a:pt x="4045" y="1236"/>
                  </a:lnTo>
                  <a:lnTo>
                    <a:pt x="4031" y="1234"/>
                  </a:lnTo>
                  <a:lnTo>
                    <a:pt x="4011" y="1236"/>
                  </a:lnTo>
                  <a:lnTo>
                    <a:pt x="3992" y="1237"/>
                  </a:lnTo>
                  <a:lnTo>
                    <a:pt x="3973" y="1241"/>
                  </a:lnTo>
                  <a:lnTo>
                    <a:pt x="3956" y="1244"/>
                  </a:lnTo>
                  <a:lnTo>
                    <a:pt x="3943" y="1248"/>
                  </a:lnTo>
                  <a:lnTo>
                    <a:pt x="3936" y="1271"/>
                  </a:lnTo>
                  <a:lnTo>
                    <a:pt x="3919" y="1271"/>
                  </a:lnTo>
                  <a:lnTo>
                    <a:pt x="3903" y="1269"/>
                  </a:lnTo>
                  <a:lnTo>
                    <a:pt x="3886" y="1271"/>
                  </a:lnTo>
                  <a:lnTo>
                    <a:pt x="3874" y="1274"/>
                  </a:lnTo>
                  <a:lnTo>
                    <a:pt x="3861" y="1279"/>
                  </a:lnTo>
                  <a:lnTo>
                    <a:pt x="3851" y="1285"/>
                  </a:lnTo>
                  <a:lnTo>
                    <a:pt x="3839" y="1286"/>
                  </a:lnTo>
                  <a:lnTo>
                    <a:pt x="3825" y="1286"/>
                  </a:lnTo>
                  <a:lnTo>
                    <a:pt x="3821" y="1279"/>
                  </a:lnTo>
                  <a:lnTo>
                    <a:pt x="3818" y="1274"/>
                  </a:lnTo>
                  <a:lnTo>
                    <a:pt x="3812" y="1269"/>
                  </a:lnTo>
                  <a:lnTo>
                    <a:pt x="3809" y="1264"/>
                  </a:lnTo>
                  <a:lnTo>
                    <a:pt x="3818" y="1251"/>
                  </a:lnTo>
                  <a:lnTo>
                    <a:pt x="3819" y="1236"/>
                  </a:lnTo>
                  <a:lnTo>
                    <a:pt x="3818" y="1218"/>
                  </a:lnTo>
                  <a:lnTo>
                    <a:pt x="3811" y="1201"/>
                  </a:lnTo>
                  <a:lnTo>
                    <a:pt x="3804" y="1182"/>
                  </a:lnTo>
                  <a:lnTo>
                    <a:pt x="3795" y="1164"/>
                  </a:lnTo>
                  <a:lnTo>
                    <a:pt x="3790" y="1148"/>
                  </a:lnTo>
                  <a:lnTo>
                    <a:pt x="3786" y="1136"/>
                  </a:lnTo>
                  <a:lnTo>
                    <a:pt x="3790" y="1136"/>
                  </a:lnTo>
                  <a:lnTo>
                    <a:pt x="3793" y="1138"/>
                  </a:lnTo>
                  <a:lnTo>
                    <a:pt x="3795" y="1138"/>
                  </a:lnTo>
                  <a:lnTo>
                    <a:pt x="3797" y="1140"/>
                  </a:lnTo>
                  <a:lnTo>
                    <a:pt x="3797" y="1140"/>
                  </a:lnTo>
                  <a:lnTo>
                    <a:pt x="3799" y="1138"/>
                  </a:lnTo>
                  <a:lnTo>
                    <a:pt x="3800" y="1136"/>
                  </a:lnTo>
                  <a:lnTo>
                    <a:pt x="3802" y="1133"/>
                  </a:lnTo>
                  <a:lnTo>
                    <a:pt x="3793" y="1124"/>
                  </a:lnTo>
                  <a:lnTo>
                    <a:pt x="3790" y="1113"/>
                  </a:lnTo>
                  <a:lnTo>
                    <a:pt x="3786" y="1101"/>
                  </a:lnTo>
                  <a:lnTo>
                    <a:pt x="3795" y="1091"/>
                  </a:lnTo>
                  <a:lnTo>
                    <a:pt x="3802" y="1080"/>
                  </a:lnTo>
                  <a:lnTo>
                    <a:pt x="3809" y="1070"/>
                  </a:lnTo>
                  <a:lnTo>
                    <a:pt x="3819" y="1061"/>
                  </a:lnTo>
                  <a:lnTo>
                    <a:pt x="3832" y="1056"/>
                  </a:lnTo>
                  <a:lnTo>
                    <a:pt x="3840" y="1056"/>
                  </a:lnTo>
                  <a:lnTo>
                    <a:pt x="3854" y="1054"/>
                  </a:lnTo>
                  <a:lnTo>
                    <a:pt x="3872" y="1051"/>
                  </a:lnTo>
                  <a:lnTo>
                    <a:pt x="3888" y="1047"/>
                  </a:lnTo>
                  <a:lnTo>
                    <a:pt x="3902" y="1044"/>
                  </a:lnTo>
                  <a:lnTo>
                    <a:pt x="3907" y="1031"/>
                  </a:lnTo>
                  <a:lnTo>
                    <a:pt x="3915" y="1017"/>
                  </a:lnTo>
                  <a:lnTo>
                    <a:pt x="3926" y="1007"/>
                  </a:lnTo>
                  <a:lnTo>
                    <a:pt x="3940" y="1002"/>
                  </a:lnTo>
                  <a:lnTo>
                    <a:pt x="3940" y="990"/>
                  </a:lnTo>
                  <a:lnTo>
                    <a:pt x="3947" y="986"/>
                  </a:lnTo>
                  <a:lnTo>
                    <a:pt x="3956" y="977"/>
                  </a:lnTo>
                  <a:lnTo>
                    <a:pt x="3966" y="969"/>
                  </a:lnTo>
                  <a:lnTo>
                    <a:pt x="3977" y="962"/>
                  </a:lnTo>
                  <a:lnTo>
                    <a:pt x="3987" y="956"/>
                  </a:lnTo>
                  <a:lnTo>
                    <a:pt x="3994" y="960"/>
                  </a:lnTo>
                  <a:lnTo>
                    <a:pt x="3996" y="962"/>
                  </a:lnTo>
                  <a:lnTo>
                    <a:pt x="3996" y="965"/>
                  </a:lnTo>
                  <a:lnTo>
                    <a:pt x="3996" y="969"/>
                  </a:lnTo>
                  <a:lnTo>
                    <a:pt x="3998" y="974"/>
                  </a:lnTo>
                  <a:lnTo>
                    <a:pt x="4003" y="976"/>
                  </a:lnTo>
                  <a:lnTo>
                    <a:pt x="4008" y="976"/>
                  </a:lnTo>
                  <a:lnTo>
                    <a:pt x="4011" y="977"/>
                  </a:lnTo>
                  <a:lnTo>
                    <a:pt x="4017" y="979"/>
                  </a:lnTo>
                  <a:lnTo>
                    <a:pt x="4020" y="963"/>
                  </a:lnTo>
                  <a:lnTo>
                    <a:pt x="4025" y="955"/>
                  </a:lnTo>
                  <a:lnTo>
                    <a:pt x="4032" y="949"/>
                  </a:lnTo>
                  <a:lnTo>
                    <a:pt x="4041" y="944"/>
                  </a:lnTo>
                  <a:lnTo>
                    <a:pt x="4050" y="941"/>
                  </a:lnTo>
                  <a:lnTo>
                    <a:pt x="4059" y="932"/>
                  </a:lnTo>
                  <a:lnTo>
                    <a:pt x="4055" y="930"/>
                  </a:lnTo>
                  <a:lnTo>
                    <a:pt x="4055" y="928"/>
                  </a:lnTo>
                  <a:lnTo>
                    <a:pt x="4053" y="927"/>
                  </a:lnTo>
                  <a:lnTo>
                    <a:pt x="4052" y="925"/>
                  </a:lnTo>
                  <a:lnTo>
                    <a:pt x="4066" y="925"/>
                  </a:lnTo>
                  <a:lnTo>
                    <a:pt x="4080" y="932"/>
                  </a:lnTo>
                  <a:lnTo>
                    <a:pt x="4095" y="934"/>
                  </a:lnTo>
                  <a:lnTo>
                    <a:pt x="4111" y="934"/>
                  </a:lnTo>
                  <a:lnTo>
                    <a:pt x="4128" y="932"/>
                  </a:lnTo>
                  <a:lnTo>
                    <a:pt x="4128" y="941"/>
                  </a:lnTo>
                  <a:lnTo>
                    <a:pt x="4116" y="956"/>
                  </a:lnTo>
                  <a:lnTo>
                    <a:pt x="4109" y="979"/>
                  </a:lnTo>
                  <a:lnTo>
                    <a:pt x="4121" y="986"/>
                  </a:lnTo>
                  <a:lnTo>
                    <a:pt x="4137" y="995"/>
                  </a:lnTo>
                  <a:lnTo>
                    <a:pt x="4153" y="1004"/>
                  </a:lnTo>
                  <a:lnTo>
                    <a:pt x="4169" y="1009"/>
                  </a:lnTo>
                  <a:lnTo>
                    <a:pt x="4181" y="1009"/>
                  </a:lnTo>
                  <a:lnTo>
                    <a:pt x="4190" y="995"/>
                  </a:lnTo>
                  <a:lnTo>
                    <a:pt x="4195" y="972"/>
                  </a:lnTo>
                  <a:lnTo>
                    <a:pt x="4196" y="949"/>
                  </a:lnTo>
                  <a:lnTo>
                    <a:pt x="4200" y="927"/>
                  </a:lnTo>
                  <a:lnTo>
                    <a:pt x="4205" y="909"/>
                  </a:lnTo>
                  <a:close/>
                  <a:moveTo>
                    <a:pt x="4439" y="897"/>
                  </a:moveTo>
                  <a:lnTo>
                    <a:pt x="4443" y="901"/>
                  </a:lnTo>
                  <a:lnTo>
                    <a:pt x="4446" y="904"/>
                  </a:lnTo>
                  <a:lnTo>
                    <a:pt x="4450" y="906"/>
                  </a:lnTo>
                  <a:lnTo>
                    <a:pt x="4450" y="913"/>
                  </a:lnTo>
                  <a:lnTo>
                    <a:pt x="4443" y="913"/>
                  </a:lnTo>
                  <a:lnTo>
                    <a:pt x="4441" y="913"/>
                  </a:lnTo>
                  <a:lnTo>
                    <a:pt x="4439" y="911"/>
                  </a:lnTo>
                  <a:lnTo>
                    <a:pt x="4437" y="911"/>
                  </a:lnTo>
                  <a:lnTo>
                    <a:pt x="4436" y="911"/>
                  </a:lnTo>
                  <a:lnTo>
                    <a:pt x="4430" y="909"/>
                  </a:lnTo>
                  <a:lnTo>
                    <a:pt x="4432" y="906"/>
                  </a:lnTo>
                  <a:lnTo>
                    <a:pt x="4432" y="902"/>
                  </a:lnTo>
                  <a:lnTo>
                    <a:pt x="4432" y="902"/>
                  </a:lnTo>
                  <a:lnTo>
                    <a:pt x="4432" y="901"/>
                  </a:lnTo>
                  <a:lnTo>
                    <a:pt x="4434" y="901"/>
                  </a:lnTo>
                  <a:lnTo>
                    <a:pt x="4436" y="901"/>
                  </a:lnTo>
                  <a:lnTo>
                    <a:pt x="4439" y="897"/>
                  </a:lnTo>
                  <a:close/>
                  <a:moveTo>
                    <a:pt x="3867" y="897"/>
                  </a:moveTo>
                  <a:lnTo>
                    <a:pt x="3874" y="899"/>
                  </a:lnTo>
                  <a:lnTo>
                    <a:pt x="3879" y="899"/>
                  </a:lnTo>
                  <a:lnTo>
                    <a:pt x="3884" y="899"/>
                  </a:lnTo>
                  <a:lnTo>
                    <a:pt x="3888" y="901"/>
                  </a:lnTo>
                  <a:lnTo>
                    <a:pt x="3893" y="902"/>
                  </a:lnTo>
                  <a:lnTo>
                    <a:pt x="3893" y="909"/>
                  </a:lnTo>
                  <a:lnTo>
                    <a:pt x="3889" y="909"/>
                  </a:lnTo>
                  <a:lnTo>
                    <a:pt x="3889" y="913"/>
                  </a:lnTo>
                  <a:lnTo>
                    <a:pt x="3884" y="911"/>
                  </a:lnTo>
                  <a:lnTo>
                    <a:pt x="3879" y="909"/>
                  </a:lnTo>
                  <a:lnTo>
                    <a:pt x="3874" y="906"/>
                  </a:lnTo>
                  <a:lnTo>
                    <a:pt x="3870" y="902"/>
                  </a:lnTo>
                  <a:lnTo>
                    <a:pt x="3867" y="897"/>
                  </a:lnTo>
                  <a:close/>
                  <a:moveTo>
                    <a:pt x="4443" y="887"/>
                  </a:moveTo>
                  <a:lnTo>
                    <a:pt x="4455" y="887"/>
                  </a:lnTo>
                  <a:lnTo>
                    <a:pt x="4462" y="909"/>
                  </a:lnTo>
                  <a:lnTo>
                    <a:pt x="4455" y="909"/>
                  </a:lnTo>
                  <a:lnTo>
                    <a:pt x="4455" y="906"/>
                  </a:lnTo>
                  <a:lnTo>
                    <a:pt x="4450" y="902"/>
                  </a:lnTo>
                  <a:lnTo>
                    <a:pt x="4448" y="899"/>
                  </a:lnTo>
                  <a:lnTo>
                    <a:pt x="4446" y="895"/>
                  </a:lnTo>
                  <a:lnTo>
                    <a:pt x="4444" y="892"/>
                  </a:lnTo>
                  <a:lnTo>
                    <a:pt x="4443" y="887"/>
                  </a:lnTo>
                  <a:close/>
                  <a:moveTo>
                    <a:pt x="3963" y="883"/>
                  </a:moveTo>
                  <a:lnTo>
                    <a:pt x="3982" y="883"/>
                  </a:lnTo>
                  <a:lnTo>
                    <a:pt x="3982" y="887"/>
                  </a:lnTo>
                  <a:lnTo>
                    <a:pt x="3978" y="887"/>
                  </a:lnTo>
                  <a:lnTo>
                    <a:pt x="3966" y="895"/>
                  </a:lnTo>
                  <a:lnTo>
                    <a:pt x="3952" y="904"/>
                  </a:lnTo>
                  <a:lnTo>
                    <a:pt x="3940" y="913"/>
                  </a:lnTo>
                  <a:lnTo>
                    <a:pt x="3936" y="913"/>
                  </a:lnTo>
                  <a:lnTo>
                    <a:pt x="3935" y="911"/>
                  </a:lnTo>
                  <a:lnTo>
                    <a:pt x="3935" y="911"/>
                  </a:lnTo>
                  <a:lnTo>
                    <a:pt x="3933" y="911"/>
                  </a:lnTo>
                  <a:lnTo>
                    <a:pt x="3931" y="909"/>
                  </a:lnTo>
                  <a:lnTo>
                    <a:pt x="3928" y="909"/>
                  </a:lnTo>
                  <a:lnTo>
                    <a:pt x="3928" y="906"/>
                  </a:lnTo>
                  <a:lnTo>
                    <a:pt x="3945" y="895"/>
                  </a:lnTo>
                  <a:lnTo>
                    <a:pt x="3963" y="883"/>
                  </a:lnTo>
                  <a:close/>
                  <a:moveTo>
                    <a:pt x="3917" y="878"/>
                  </a:moveTo>
                  <a:lnTo>
                    <a:pt x="3921" y="881"/>
                  </a:lnTo>
                  <a:lnTo>
                    <a:pt x="3922" y="881"/>
                  </a:lnTo>
                  <a:lnTo>
                    <a:pt x="3922" y="881"/>
                  </a:lnTo>
                  <a:lnTo>
                    <a:pt x="3922" y="883"/>
                  </a:lnTo>
                  <a:lnTo>
                    <a:pt x="3922" y="883"/>
                  </a:lnTo>
                  <a:lnTo>
                    <a:pt x="3922" y="887"/>
                  </a:lnTo>
                  <a:lnTo>
                    <a:pt x="3924" y="890"/>
                  </a:lnTo>
                  <a:lnTo>
                    <a:pt x="3917" y="890"/>
                  </a:lnTo>
                  <a:lnTo>
                    <a:pt x="3905" y="894"/>
                  </a:lnTo>
                  <a:lnTo>
                    <a:pt x="3891" y="894"/>
                  </a:lnTo>
                  <a:lnTo>
                    <a:pt x="3879" y="890"/>
                  </a:lnTo>
                  <a:lnTo>
                    <a:pt x="3879" y="888"/>
                  </a:lnTo>
                  <a:lnTo>
                    <a:pt x="3881" y="888"/>
                  </a:lnTo>
                  <a:lnTo>
                    <a:pt x="3881" y="888"/>
                  </a:lnTo>
                  <a:lnTo>
                    <a:pt x="3881" y="888"/>
                  </a:lnTo>
                  <a:lnTo>
                    <a:pt x="3881" y="888"/>
                  </a:lnTo>
                  <a:lnTo>
                    <a:pt x="3882" y="887"/>
                  </a:lnTo>
                  <a:lnTo>
                    <a:pt x="3891" y="883"/>
                  </a:lnTo>
                  <a:lnTo>
                    <a:pt x="3900" y="883"/>
                  </a:lnTo>
                  <a:lnTo>
                    <a:pt x="3908" y="883"/>
                  </a:lnTo>
                  <a:lnTo>
                    <a:pt x="3917" y="878"/>
                  </a:lnTo>
                  <a:close/>
                  <a:moveTo>
                    <a:pt x="3851" y="878"/>
                  </a:moveTo>
                  <a:lnTo>
                    <a:pt x="3858" y="880"/>
                  </a:lnTo>
                  <a:lnTo>
                    <a:pt x="3861" y="881"/>
                  </a:lnTo>
                  <a:lnTo>
                    <a:pt x="3865" y="883"/>
                  </a:lnTo>
                  <a:lnTo>
                    <a:pt x="3868" y="887"/>
                  </a:lnTo>
                  <a:lnTo>
                    <a:pt x="3870" y="890"/>
                  </a:lnTo>
                  <a:lnTo>
                    <a:pt x="3867" y="890"/>
                  </a:lnTo>
                  <a:lnTo>
                    <a:pt x="3858" y="894"/>
                  </a:lnTo>
                  <a:lnTo>
                    <a:pt x="3847" y="894"/>
                  </a:lnTo>
                  <a:lnTo>
                    <a:pt x="3835" y="894"/>
                  </a:lnTo>
                  <a:lnTo>
                    <a:pt x="3835" y="887"/>
                  </a:lnTo>
                  <a:lnTo>
                    <a:pt x="3840" y="885"/>
                  </a:lnTo>
                  <a:lnTo>
                    <a:pt x="3846" y="883"/>
                  </a:lnTo>
                  <a:lnTo>
                    <a:pt x="3847" y="881"/>
                  </a:lnTo>
                  <a:lnTo>
                    <a:pt x="3851" y="878"/>
                  </a:lnTo>
                  <a:close/>
                  <a:moveTo>
                    <a:pt x="4411" y="871"/>
                  </a:moveTo>
                  <a:lnTo>
                    <a:pt x="4418" y="874"/>
                  </a:lnTo>
                  <a:lnTo>
                    <a:pt x="4422" y="876"/>
                  </a:lnTo>
                  <a:lnTo>
                    <a:pt x="4427" y="880"/>
                  </a:lnTo>
                  <a:lnTo>
                    <a:pt x="4430" y="883"/>
                  </a:lnTo>
                  <a:lnTo>
                    <a:pt x="4432" y="888"/>
                  </a:lnTo>
                  <a:lnTo>
                    <a:pt x="4436" y="894"/>
                  </a:lnTo>
                  <a:lnTo>
                    <a:pt x="4430" y="894"/>
                  </a:lnTo>
                  <a:lnTo>
                    <a:pt x="4427" y="890"/>
                  </a:lnTo>
                  <a:lnTo>
                    <a:pt x="4422" y="887"/>
                  </a:lnTo>
                  <a:lnTo>
                    <a:pt x="4418" y="883"/>
                  </a:lnTo>
                  <a:lnTo>
                    <a:pt x="4415" y="878"/>
                  </a:lnTo>
                  <a:lnTo>
                    <a:pt x="4411" y="871"/>
                  </a:lnTo>
                  <a:close/>
                  <a:moveTo>
                    <a:pt x="4385" y="864"/>
                  </a:moveTo>
                  <a:lnTo>
                    <a:pt x="4388" y="864"/>
                  </a:lnTo>
                  <a:lnTo>
                    <a:pt x="4390" y="866"/>
                  </a:lnTo>
                  <a:lnTo>
                    <a:pt x="4392" y="866"/>
                  </a:lnTo>
                  <a:lnTo>
                    <a:pt x="4394" y="867"/>
                  </a:lnTo>
                  <a:lnTo>
                    <a:pt x="4394" y="869"/>
                  </a:lnTo>
                  <a:lnTo>
                    <a:pt x="4397" y="871"/>
                  </a:lnTo>
                  <a:lnTo>
                    <a:pt x="4401" y="871"/>
                  </a:lnTo>
                  <a:lnTo>
                    <a:pt x="4401" y="874"/>
                  </a:lnTo>
                  <a:lnTo>
                    <a:pt x="4395" y="873"/>
                  </a:lnTo>
                  <a:lnTo>
                    <a:pt x="4392" y="871"/>
                  </a:lnTo>
                  <a:lnTo>
                    <a:pt x="4390" y="869"/>
                  </a:lnTo>
                  <a:lnTo>
                    <a:pt x="4388" y="867"/>
                  </a:lnTo>
                  <a:lnTo>
                    <a:pt x="4385" y="864"/>
                  </a:lnTo>
                  <a:close/>
                  <a:moveTo>
                    <a:pt x="4081" y="845"/>
                  </a:moveTo>
                  <a:lnTo>
                    <a:pt x="4094" y="848"/>
                  </a:lnTo>
                  <a:lnTo>
                    <a:pt x="4094" y="855"/>
                  </a:lnTo>
                  <a:lnTo>
                    <a:pt x="4085" y="860"/>
                  </a:lnTo>
                  <a:lnTo>
                    <a:pt x="4085" y="860"/>
                  </a:lnTo>
                  <a:lnTo>
                    <a:pt x="4083" y="862"/>
                  </a:lnTo>
                  <a:lnTo>
                    <a:pt x="4083" y="862"/>
                  </a:lnTo>
                  <a:lnTo>
                    <a:pt x="4083" y="862"/>
                  </a:lnTo>
                  <a:lnTo>
                    <a:pt x="4083" y="862"/>
                  </a:lnTo>
                  <a:lnTo>
                    <a:pt x="4081" y="864"/>
                  </a:lnTo>
                  <a:lnTo>
                    <a:pt x="4081" y="845"/>
                  </a:lnTo>
                  <a:close/>
                  <a:moveTo>
                    <a:pt x="4362" y="825"/>
                  </a:moveTo>
                  <a:lnTo>
                    <a:pt x="4373" y="832"/>
                  </a:lnTo>
                  <a:lnTo>
                    <a:pt x="4380" y="843"/>
                  </a:lnTo>
                  <a:lnTo>
                    <a:pt x="4385" y="855"/>
                  </a:lnTo>
                  <a:lnTo>
                    <a:pt x="4382" y="855"/>
                  </a:lnTo>
                  <a:lnTo>
                    <a:pt x="4382" y="860"/>
                  </a:lnTo>
                  <a:lnTo>
                    <a:pt x="4369" y="855"/>
                  </a:lnTo>
                  <a:lnTo>
                    <a:pt x="4366" y="846"/>
                  </a:lnTo>
                  <a:lnTo>
                    <a:pt x="4364" y="838"/>
                  </a:lnTo>
                  <a:lnTo>
                    <a:pt x="4362" y="825"/>
                  </a:lnTo>
                  <a:close/>
                  <a:moveTo>
                    <a:pt x="4331" y="825"/>
                  </a:moveTo>
                  <a:lnTo>
                    <a:pt x="4340" y="825"/>
                  </a:lnTo>
                  <a:lnTo>
                    <a:pt x="4340" y="845"/>
                  </a:lnTo>
                  <a:lnTo>
                    <a:pt x="4305" y="855"/>
                  </a:lnTo>
                  <a:lnTo>
                    <a:pt x="4299" y="853"/>
                  </a:lnTo>
                  <a:lnTo>
                    <a:pt x="4294" y="852"/>
                  </a:lnTo>
                  <a:lnTo>
                    <a:pt x="4287" y="850"/>
                  </a:lnTo>
                  <a:lnTo>
                    <a:pt x="4282" y="848"/>
                  </a:lnTo>
                  <a:lnTo>
                    <a:pt x="4282" y="841"/>
                  </a:lnTo>
                  <a:lnTo>
                    <a:pt x="4303" y="839"/>
                  </a:lnTo>
                  <a:lnTo>
                    <a:pt x="4319" y="834"/>
                  </a:lnTo>
                  <a:lnTo>
                    <a:pt x="4331" y="825"/>
                  </a:lnTo>
                  <a:close/>
                  <a:moveTo>
                    <a:pt x="3966" y="810"/>
                  </a:moveTo>
                  <a:lnTo>
                    <a:pt x="3982" y="810"/>
                  </a:lnTo>
                  <a:lnTo>
                    <a:pt x="3984" y="812"/>
                  </a:lnTo>
                  <a:lnTo>
                    <a:pt x="3984" y="812"/>
                  </a:lnTo>
                  <a:lnTo>
                    <a:pt x="3984" y="812"/>
                  </a:lnTo>
                  <a:lnTo>
                    <a:pt x="3984" y="812"/>
                  </a:lnTo>
                  <a:lnTo>
                    <a:pt x="3984" y="812"/>
                  </a:lnTo>
                  <a:lnTo>
                    <a:pt x="3985" y="813"/>
                  </a:lnTo>
                  <a:lnTo>
                    <a:pt x="3985" y="820"/>
                  </a:lnTo>
                  <a:lnTo>
                    <a:pt x="3966" y="820"/>
                  </a:lnTo>
                  <a:lnTo>
                    <a:pt x="3966" y="810"/>
                  </a:lnTo>
                  <a:close/>
                  <a:moveTo>
                    <a:pt x="3994" y="806"/>
                  </a:moveTo>
                  <a:lnTo>
                    <a:pt x="4032" y="810"/>
                  </a:lnTo>
                  <a:lnTo>
                    <a:pt x="4032" y="813"/>
                  </a:lnTo>
                  <a:lnTo>
                    <a:pt x="4034" y="817"/>
                  </a:lnTo>
                  <a:lnTo>
                    <a:pt x="4034" y="820"/>
                  </a:lnTo>
                  <a:lnTo>
                    <a:pt x="4036" y="825"/>
                  </a:lnTo>
                  <a:lnTo>
                    <a:pt x="4032" y="825"/>
                  </a:lnTo>
                  <a:lnTo>
                    <a:pt x="4022" y="819"/>
                  </a:lnTo>
                  <a:lnTo>
                    <a:pt x="4010" y="817"/>
                  </a:lnTo>
                  <a:lnTo>
                    <a:pt x="3994" y="817"/>
                  </a:lnTo>
                  <a:lnTo>
                    <a:pt x="3994" y="806"/>
                  </a:lnTo>
                  <a:close/>
                  <a:moveTo>
                    <a:pt x="4312" y="798"/>
                  </a:moveTo>
                  <a:lnTo>
                    <a:pt x="4331" y="798"/>
                  </a:lnTo>
                  <a:lnTo>
                    <a:pt x="4340" y="808"/>
                  </a:lnTo>
                  <a:lnTo>
                    <a:pt x="4347" y="819"/>
                  </a:lnTo>
                  <a:lnTo>
                    <a:pt x="4350" y="832"/>
                  </a:lnTo>
                  <a:lnTo>
                    <a:pt x="4347" y="832"/>
                  </a:lnTo>
                  <a:lnTo>
                    <a:pt x="4338" y="824"/>
                  </a:lnTo>
                  <a:lnTo>
                    <a:pt x="4329" y="815"/>
                  </a:lnTo>
                  <a:lnTo>
                    <a:pt x="4319" y="808"/>
                  </a:lnTo>
                  <a:lnTo>
                    <a:pt x="4312" y="798"/>
                  </a:lnTo>
                  <a:close/>
                  <a:moveTo>
                    <a:pt x="4057" y="777"/>
                  </a:moveTo>
                  <a:lnTo>
                    <a:pt x="4067" y="777"/>
                  </a:lnTo>
                  <a:lnTo>
                    <a:pt x="4081" y="778"/>
                  </a:lnTo>
                  <a:lnTo>
                    <a:pt x="4085" y="791"/>
                  </a:lnTo>
                  <a:lnTo>
                    <a:pt x="4090" y="801"/>
                  </a:lnTo>
                  <a:lnTo>
                    <a:pt x="4097" y="810"/>
                  </a:lnTo>
                  <a:lnTo>
                    <a:pt x="4097" y="813"/>
                  </a:lnTo>
                  <a:lnTo>
                    <a:pt x="4100" y="813"/>
                  </a:lnTo>
                  <a:lnTo>
                    <a:pt x="4100" y="810"/>
                  </a:lnTo>
                  <a:lnTo>
                    <a:pt x="4109" y="801"/>
                  </a:lnTo>
                  <a:lnTo>
                    <a:pt x="4118" y="796"/>
                  </a:lnTo>
                  <a:lnTo>
                    <a:pt x="4130" y="792"/>
                  </a:lnTo>
                  <a:lnTo>
                    <a:pt x="4148" y="791"/>
                  </a:lnTo>
                  <a:lnTo>
                    <a:pt x="4162" y="799"/>
                  </a:lnTo>
                  <a:lnTo>
                    <a:pt x="4179" y="806"/>
                  </a:lnTo>
                  <a:lnTo>
                    <a:pt x="4200" y="813"/>
                  </a:lnTo>
                  <a:lnTo>
                    <a:pt x="4217" y="824"/>
                  </a:lnTo>
                  <a:lnTo>
                    <a:pt x="4231" y="834"/>
                  </a:lnTo>
                  <a:lnTo>
                    <a:pt x="4238" y="848"/>
                  </a:lnTo>
                  <a:lnTo>
                    <a:pt x="4251" y="850"/>
                  </a:lnTo>
                  <a:lnTo>
                    <a:pt x="4259" y="853"/>
                  </a:lnTo>
                  <a:lnTo>
                    <a:pt x="4270" y="855"/>
                  </a:lnTo>
                  <a:lnTo>
                    <a:pt x="4270" y="864"/>
                  </a:lnTo>
                  <a:lnTo>
                    <a:pt x="4268" y="864"/>
                  </a:lnTo>
                  <a:lnTo>
                    <a:pt x="4265" y="866"/>
                  </a:lnTo>
                  <a:lnTo>
                    <a:pt x="4261" y="866"/>
                  </a:lnTo>
                  <a:lnTo>
                    <a:pt x="4259" y="867"/>
                  </a:lnTo>
                  <a:lnTo>
                    <a:pt x="4258" y="869"/>
                  </a:lnTo>
                  <a:lnTo>
                    <a:pt x="4259" y="869"/>
                  </a:lnTo>
                  <a:lnTo>
                    <a:pt x="4263" y="871"/>
                  </a:lnTo>
                  <a:lnTo>
                    <a:pt x="4275" y="888"/>
                  </a:lnTo>
                  <a:lnTo>
                    <a:pt x="4292" y="902"/>
                  </a:lnTo>
                  <a:lnTo>
                    <a:pt x="4312" y="913"/>
                  </a:lnTo>
                  <a:lnTo>
                    <a:pt x="4312" y="921"/>
                  </a:lnTo>
                  <a:lnTo>
                    <a:pt x="4289" y="921"/>
                  </a:lnTo>
                  <a:lnTo>
                    <a:pt x="4286" y="918"/>
                  </a:lnTo>
                  <a:lnTo>
                    <a:pt x="4282" y="916"/>
                  </a:lnTo>
                  <a:lnTo>
                    <a:pt x="4279" y="916"/>
                  </a:lnTo>
                  <a:lnTo>
                    <a:pt x="4275" y="916"/>
                  </a:lnTo>
                  <a:lnTo>
                    <a:pt x="4272" y="915"/>
                  </a:lnTo>
                  <a:lnTo>
                    <a:pt x="4266" y="913"/>
                  </a:lnTo>
                  <a:lnTo>
                    <a:pt x="4261" y="909"/>
                  </a:lnTo>
                  <a:lnTo>
                    <a:pt x="4258" y="906"/>
                  </a:lnTo>
                  <a:lnTo>
                    <a:pt x="4254" y="899"/>
                  </a:lnTo>
                  <a:lnTo>
                    <a:pt x="4251" y="894"/>
                  </a:lnTo>
                  <a:lnTo>
                    <a:pt x="4247" y="890"/>
                  </a:lnTo>
                  <a:lnTo>
                    <a:pt x="4233" y="883"/>
                  </a:lnTo>
                  <a:lnTo>
                    <a:pt x="4223" y="883"/>
                  </a:lnTo>
                  <a:lnTo>
                    <a:pt x="4210" y="887"/>
                  </a:lnTo>
                  <a:lnTo>
                    <a:pt x="4198" y="894"/>
                  </a:lnTo>
                  <a:lnTo>
                    <a:pt x="4186" y="897"/>
                  </a:lnTo>
                  <a:lnTo>
                    <a:pt x="4174" y="890"/>
                  </a:lnTo>
                  <a:lnTo>
                    <a:pt x="4162" y="887"/>
                  </a:lnTo>
                  <a:lnTo>
                    <a:pt x="4149" y="885"/>
                  </a:lnTo>
                  <a:lnTo>
                    <a:pt x="4132" y="887"/>
                  </a:lnTo>
                  <a:lnTo>
                    <a:pt x="4134" y="880"/>
                  </a:lnTo>
                  <a:lnTo>
                    <a:pt x="4135" y="874"/>
                  </a:lnTo>
                  <a:lnTo>
                    <a:pt x="4137" y="871"/>
                  </a:lnTo>
                  <a:lnTo>
                    <a:pt x="4139" y="867"/>
                  </a:lnTo>
                  <a:lnTo>
                    <a:pt x="4141" y="864"/>
                  </a:lnTo>
                  <a:lnTo>
                    <a:pt x="4139" y="860"/>
                  </a:lnTo>
                  <a:lnTo>
                    <a:pt x="4130" y="845"/>
                  </a:lnTo>
                  <a:lnTo>
                    <a:pt x="4118" y="836"/>
                  </a:lnTo>
                  <a:lnTo>
                    <a:pt x="4104" y="832"/>
                  </a:lnTo>
                  <a:lnTo>
                    <a:pt x="4088" y="827"/>
                  </a:lnTo>
                  <a:lnTo>
                    <a:pt x="4073" y="824"/>
                  </a:lnTo>
                  <a:lnTo>
                    <a:pt x="4060" y="817"/>
                  </a:lnTo>
                  <a:lnTo>
                    <a:pt x="4052" y="806"/>
                  </a:lnTo>
                  <a:lnTo>
                    <a:pt x="4055" y="805"/>
                  </a:lnTo>
                  <a:lnTo>
                    <a:pt x="4057" y="805"/>
                  </a:lnTo>
                  <a:lnTo>
                    <a:pt x="4059" y="803"/>
                  </a:lnTo>
                  <a:lnTo>
                    <a:pt x="4059" y="803"/>
                  </a:lnTo>
                  <a:lnTo>
                    <a:pt x="4060" y="801"/>
                  </a:lnTo>
                  <a:lnTo>
                    <a:pt x="4062" y="798"/>
                  </a:lnTo>
                  <a:lnTo>
                    <a:pt x="4052" y="796"/>
                  </a:lnTo>
                  <a:lnTo>
                    <a:pt x="4041" y="791"/>
                  </a:lnTo>
                  <a:lnTo>
                    <a:pt x="4032" y="787"/>
                  </a:lnTo>
                  <a:lnTo>
                    <a:pt x="4032" y="778"/>
                  </a:lnTo>
                  <a:lnTo>
                    <a:pt x="4046" y="777"/>
                  </a:lnTo>
                  <a:lnTo>
                    <a:pt x="4057" y="777"/>
                  </a:lnTo>
                  <a:close/>
                  <a:moveTo>
                    <a:pt x="1543" y="756"/>
                  </a:moveTo>
                  <a:lnTo>
                    <a:pt x="1536" y="768"/>
                  </a:lnTo>
                  <a:lnTo>
                    <a:pt x="1531" y="768"/>
                  </a:lnTo>
                  <a:lnTo>
                    <a:pt x="1531" y="771"/>
                  </a:lnTo>
                  <a:lnTo>
                    <a:pt x="1542" y="775"/>
                  </a:lnTo>
                  <a:lnTo>
                    <a:pt x="1552" y="780"/>
                  </a:lnTo>
                  <a:lnTo>
                    <a:pt x="1559" y="785"/>
                  </a:lnTo>
                  <a:lnTo>
                    <a:pt x="1563" y="787"/>
                  </a:lnTo>
                  <a:lnTo>
                    <a:pt x="1564" y="785"/>
                  </a:lnTo>
                  <a:lnTo>
                    <a:pt x="1564" y="784"/>
                  </a:lnTo>
                  <a:lnTo>
                    <a:pt x="1564" y="784"/>
                  </a:lnTo>
                  <a:lnTo>
                    <a:pt x="1566" y="782"/>
                  </a:lnTo>
                  <a:lnTo>
                    <a:pt x="1566" y="778"/>
                  </a:lnTo>
                  <a:lnTo>
                    <a:pt x="1559" y="778"/>
                  </a:lnTo>
                  <a:lnTo>
                    <a:pt x="1557" y="778"/>
                  </a:lnTo>
                  <a:lnTo>
                    <a:pt x="1556" y="777"/>
                  </a:lnTo>
                  <a:lnTo>
                    <a:pt x="1554" y="777"/>
                  </a:lnTo>
                  <a:lnTo>
                    <a:pt x="1550" y="777"/>
                  </a:lnTo>
                  <a:lnTo>
                    <a:pt x="1547" y="775"/>
                  </a:lnTo>
                  <a:lnTo>
                    <a:pt x="1547" y="756"/>
                  </a:lnTo>
                  <a:lnTo>
                    <a:pt x="1543" y="756"/>
                  </a:lnTo>
                  <a:close/>
                  <a:moveTo>
                    <a:pt x="3952" y="743"/>
                  </a:moveTo>
                  <a:lnTo>
                    <a:pt x="3954" y="743"/>
                  </a:lnTo>
                  <a:lnTo>
                    <a:pt x="3954" y="745"/>
                  </a:lnTo>
                  <a:lnTo>
                    <a:pt x="3954" y="747"/>
                  </a:lnTo>
                  <a:lnTo>
                    <a:pt x="3956" y="747"/>
                  </a:lnTo>
                  <a:lnTo>
                    <a:pt x="3956" y="749"/>
                  </a:lnTo>
                  <a:lnTo>
                    <a:pt x="3959" y="749"/>
                  </a:lnTo>
                  <a:lnTo>
                    <a:pt x="3957" y="750"/>
                  </a:lnTo>
                  <a:lnTo>
                    <a:pt x="3957" y="750"/>
                  </a:lnTo>
                  <a:lnTo>
                    <a:pt x="3957" y="750"/>
                  </a:lnTo>
                  <a:lnTo>
                    <a:pt x="3957" y="750"/>
                  </a:lnTo>
                  <a:lnTo>
                    <a:pt x="3956" y="750"/>
                  </a:lnTo>
                  <a:lnTo>
                    <a:pt x="3956" y="752"/>
                  </a:lnTo>
                  <a:lnTo>
                    <a:pt x="3950" y="757"/>
                  </a:lnTo>
                  <a:lnTo>
                    <a:pt x="3945" y="763"/>
                  </a:lnTo>
                  <a:lnTo>
                    <a:pt x="3940" y="768"/>
                  </a:lnTo>
                  <a:lnTo>
                    <a:pt x="3921" y="766"/>
                  </a:lnTo>
                  <a:lnTo>
                    <a:pt x="3905" y="766"/>
                  </a:lnTo>
                  <a:lnTo>
                    <a:pt x="3886" y="768"/>
                  </a:lnTo>
                  <a:lnTo>
                    <a:pt x="3886" y="778"/>
                  </a:lnTo>
                  <a:lnTo>
                    <a:pt x="3889" y="780"/>
                  </a:lnTo>
                  <a:lnTo>
                    <a:pt x="3889" y="782"/>
                  </a:lnTo>
                  <a:lnTo>
                    <a:pt x="3891" y="784"/>
                  </a:lnTo>
                  <a:lnTo>
                    <a:pt x="3893" y="787"/>
                  </a:lnTo>
                  <a:lnTo>
                    <a:pt x="3912" y="780"/>
                  </a:lnTo>
                  <a:lnTo>
                    <a:pt x="3931" y="775"/>
                  </a:lnTo>
                  <a:lnTo>
                    <a:pt x="3931" y="784"/>
                  </a:lnTo>
                  <a:lnTo>
                    <a:pt x="3928" y="784"/>
                  </a:lnTo>
                  <a:lnTo>
                    <a:pt x="3922" y="787"/>
                  </a:lnTo>
                  <a:lnTo>
                    <a:pt x="3915" y="791"/>
                  </a:lnTo>
                  <a:lnTo>
                    <a:pt x="3908" y="794"/>
                  </a:lnTo>
                  <a:lnTo>
                    <a:pt x="3914" y="806"/>
                  </a:lnTo>
                  <a:lnTo>
                    <a:pt x="3921" y="817"/>
                  </a:lnTo>
                  <a:lnTo>
                    <a:pt x="3924" y="827"/>
                  </a:lnTo>
                  <a:lnTo>
                    <a:pt x="3928" y="845"/>
                  </a:lnTo>
                  <a:lnTo>
                    <a:pt x="3924" y="845"/>
                  </a:lnTo>
                  <a:lnTo>
                    <a:pt x="3924" y="848"/>
                  </a:lnTo>
                  <a:lnTo>
                    <a:pt x="3921" y="846"/>
                  </a:lnTo>
                  <a:lnTo>
                    <a:pt x="3919" y="846"/>
                  </a:lnTo>
                  <a:lnTo>
                    <a:pt x="3919" y="846"/>
                  </a:lnTo>
                  <a:lnTo>
                    <a:pt x="3919" y="845"/>
                  </a:lnTo>
                  <a:lnTo>
                    <a:pt x="3917" y="845"/>
                  </a:lnTo>
                  <a:lnTo>
                    <a:pt x="3907" y="834"/>
                  </a:lnTo>
                  <a:lnTo>
                    <a:pt x="3898" y="822"/>
                  </a:lnTo>
                  <a:lnTo>
                    <a:pt x="3889" y="810"/>
                  </a:lnTo>
                  <a:lnTo>
                    <a:pt x="3889" y="848"/>
                  </a:lnTo>
                  <a:lnTo>
                    <a:pt x="3874" y="848"/>
                  </a:lnTo>
                  <a:lnTo>
                    <a:pt x="3874" y="846"/>
                  </a:lnTo>
                  <a:lnTo>
                    <a:pt x="3872" y="846"/>
                  </a:lnTo>
                  <a:lnTo>
                    <a:pt x="3872" y="846"/>
                  </a:lnTo>
                  <a:lnTo>
                    <a:pt x="3872" y="846"/>
                  </a:lnTo>
                  <a:lnTo>
                    <a:pt x="3872" y="845"/>
                  </a:lnTo>
                  <a:lnTo>
                    <a:pt x="3870" y="845"/>
                  </a:lnTo>
                  <a:lnTo>
                    <a:pt x="3872" y="832"/>
                  </a:lnTo>
                  <a:lnTo>
                    <a:pt x="3870" y="825"/>
                  </a:lnTo>
                  <a:lnTo>
                    <a:pt x="3867" y="819"/>
                  </a:lnTo>
                  <a:lnTo>
                    <a:pt x="3863" y="810"/>
                  </a:lnTo>
                  <a:lnTo>
                    <a:pt x="3863" y="801"/>
                  </a:lnTo>
                  <a:lnTo>
                    <a:pt x="3868" y="791"/>
                  </a:lnTo>
                  <a:lnTo>
                    <a:pt x="3875" y="777"/>
                  </a:lnTo>
                  <a:lnTo>
                    <a:pt x="3882" y="764"/>
                  </a:lnTo>
                  <a:lnTo>
                    <a:pt x="3889" y="754"/>
                  </a:lnTo>
                  <a:lnTo>
                    <a:pt x="3893" y="749"/>
                  </a:lnTo>
                  <a:lnTo>
                    <a:pt x="3910" y="754"/>
                  </a:lnTo>
                  <a:lnTo>
                    <a:pt x="3921" y="754"/>
                  </a:lnTo>
                  <a:lnTo>
                    <a:pt x="3929" y="752"/>
                  </a:lnTo>
                  <a:lnTo>
                    <a:pt x="3940" y="749"/>
                  </a:lnTo>
                  <a:lnTo>
                    <a:pt x="3950" y="743"/>
                  </a:lnTo>
                  <a:lnTo>
                    <a:pt x="3952" y="743"/>
                  </a:lnTo>
                  <a:close/>
                  <a:moveTo>
                    <a:pt x="3989" y="740"/>
                  </a:moveTo>
                  <a:lnTo>
                    <a:pt x="3996" y="743"/>
                  </a:lnTo>
                  <a:lnTo>
                    <a:pt x="3999" y="745"/>
                  </a:lnTo>
                  <a:lnTo>
                    <a:pt x="4003" y="749"/>
                  </a:lnTo>
                  <a:lnTo>
                    <a:pt x="4004" y="752"/>
                  </a:lnTo>
                  <a:lnTo>
                    <a:pt x="4004" y="759"/>
                  </a:lnTo>
                  <a:lnTo>
                    <a:pt x="4004" y="768"/>
                  </a:lnTo>
                  <a:lnTo>
                    <a:pt x="4001" y="770"/>
                  </a:lnTo>
                  <a:lnTo>
                    <a:pt x="3999" y="771"/>
                  </a:lnTo>
                  <a:lnTo>
                    <a:pt x="3999" y="773"/>
                  </a:lnTo>
                  <a:lnTo>
                    <a:pt x="3999" y="775"/>
                  </a:lnTo>
                  <a:lnTo>
                    <a:pt x="3999" y="777"/>
                  </a:lnTo>
                  <a:lnTo>
                    <a:pt x="3999" y="778"/>
                  </a:lnTo>
                  <a:lnTo>
                    <a:pt x="3998" y="780"/>
                  </a:lnTo>
                  <a:lnTo>
                    <a:pt x="3994" y="784"/>
                  </a:lnTo>
                  <a:lnTo>
                    <a:pt x="3994" y="775"/>
                  </a:lnTo>
                  <a:lnTo>
                    <a:pt x="3987" y="764"/>
                  </a:lnTo>
                  <a:lnTo>
                    <a:pt x="3987" y="752"/>
                  </a:lnTo>
                  <a:lnTo>
                    <a:pt x="3989" y="740"/>
                  </a:lnTo>
                  <a:close/>
                  <a:moveTo>
                    <a:pt x="3533" y="691"/>
                  </a:moveTo>
                  <a:lnTo>
                    <a:pt x="3566" y="695"/>
                  </a:lnTo>
                  <a:lnTo>
                    <a:pt x="3579" y="710"/>
                  </a:lnTo>
                  <a:lnTo>
                    <a:pt x="3593" y="719"/>
                  </a:lnTo>
                  <a:lnTo>
                    <a:pt x="3607" y="728"/>
                  </a:lnTo>
                  <a:lnTo>
                    <a:pt x="3624" y="736"/>
                  </a:lnTo>
                  <a:lnTo>
                    <a:pt x="3629" y="740"/>
                  </a:lnTo>
                  <a:lnTo>
                    <a:pt x="3629" y="742"/>
                  </a:lnTo>
                  <a:lnTo>
                    <a:pt x="3631" y="742"/>
                  </a:lnTo>
                  <a:lnTo>
                    <a:pt x="3638" y="749"/>
                  </a:lnTo>
                  <a:lnTo>
                    <a:pt x="3650" y="763"/>
                  </a:lnTo>
                  <a:lnTo>
                    <a:pt x="3661" y="778"/>
                  </a:lnTo>
                  <a:lnTo>
                    <a:pt x="3673" y="796"/>
                  </a:lnTo>
                  <a:lnTo>
                    <a:pt x="3690" y="810"/>
                  </a:lnTo>
                  <a:lnTo>
                    <a:pt x="3687" y="827"/>
                  </a:lnTo>
                  <a:lnTo>
                    <a:pt x="3687" y="848"/>
                  </a:lnTo>
                  <a:lnTo>
                    <a:pt x="3701" y="850"/>
                  </a:lnTo>
                  <a:lnTo>
                    <a:pt x="3710" y="853"/>
                  </a:lnTo>
                  <a:lnTo>
                    <a:pt x="3716" y="859"/>
                  </a:lnTo>
                  <a:lnTo>
                    <a:pt x="3725" y="864"/>
                  </a:lnTo>
                  <a:lnTo>
                    <a:pt x="3736" y="864"/>
                  </a:lnTo>
                  <a:lnTo>
                    <a:pt x="3744" y="860"/>
                  </a:lnTo>
                  <a:lnTo>
                    <a:pt x="3751" y="857"/>
                  </a:lnTo>
                  <a:lnTo>
                    <a:pt x="3758" y="855"/>
                  </a:lnTo>
                  <a:lnTo>
                    <a:pt x="3774" y="860"/>
                  </a:lnTo>
                  <a:lnTo>
                    <a:pt x="3792" y="867"/>
                  </a:lnTo>
                  <a:lnTo>
                    <a:pt x="3809" y="876"/>
                  </a:lnTo>
                  <a:lnTo>
                    <a:pt x="3825" y="883"/>
                  </a:lnTo>
                  <a:lnTo>
                    <a:pt x="3823" y="883"/>
                  </a:lnTo>
                  <a:lnTo>
                    <a:pt x="3821" y="885"/>
                  </a:lnTo>
                  <a:lnTo>
                    <a:pt x="3821" y="885"/>
                  </a:lnTo>
                  <a:lnTo>
                    <a:pt x="3819" y="885"/>
                  </a:lnTo>
                  <a:lnTo>
                    <a:pt x="3816" y="887"/>
                  </a:lnTo>
                  <a:lnTo>
                    <a:pt x="3806" y="890"/>
                  </a:lnTo>
                  <a:lnTo>
                    <a:pt x="3786" y="890"/>
                  </a:lnTo>
                  <a:lnTo>
                    <a:pt x="3764" y="887"/>
                  </a:lnTo>
                  <a:lnTo>
                    <a:pt x="3741" y="881"/>
                  </a:lnTo>
                  <a:lnTo>
                    <a:pt x="3716" y="876"/>
                  </a:lnTo>
                  <a:lnTo>
                    <a:pt x="3697" y="871"/>
                  </a:lnTo>
                  <a:lnTo>
                    <a:pt x="3682" y="864"/>
                  </a:lnTo>
                  <a:lnTo>
                    <a:pt x="3675" y="860"/>
                  </a:lnTo>
                  <a:lnTo>
                    <a:pt x="3678" y="857"/>
                  </a:lnTo>
                  <a:lnTo>
                    <a:pt x="3678" y="857"/>
                  </a:lnTo>
                  <a:lnTo>
                    <a:pt x="3680" y="855"/>
                  </a:lnTo>
                  <a:lnTo>
                    <a:pt x="3682" y="852"/>
                  </a:lnTo>
                  <a:lnTo>
                    <a:pt x="3661" y="846"/>
                  </a:lnTo>
                  <a:lnTo>
                    <a:pt x="3643" y="836"/>
                  </a:lnTo>
                  <a:lnTo>
                    <a:pt x="3627" y="820"/>
                  </a:lnTo>
                  <a:lnTo>
                    <a:pt x="3615" y="803"/>
                  </a:lnTo>
                  <a:lnTo>
                    <a:pt x="3603" y="784"/>
                  </a:lnTo>
                  <a:lnTo>
                    <a:pt x="3593" y="764"/>
                  </a:lnTo>
                  <a:lnTo>
                    <a:pt x="3582" y="749"/>
                  </a:lnTo>
                  <a:lnTo>
                    <a:pt x="3572" y="736"/>
                  </a:lnTo>
                  <a:lnTo>
                    <a:pt x="3561" y="728"/>
                  </a:lnTo>
                  <a:lnTo>
                    <a:pt x="3549" y="717"/>
                  </a:lnTo>
                  <a:lnTo>
                    <a:pt x="3538" y="707"/>
                  </a:lnTo>
                  <a:lnTo>
                    <a:pt x="3533" y="691"/>
                  </a:lnTo>
                  <a:close/>
                  <a:moveTo>
                    <a:pt x="3832" y="672"/>
                  </a:moveTo>
                  <a:lnTo>
                    <a:pt x="3842" y="675"/>
                  </a:lnTo>
                  <a:lnTo>
                    <a:pt x="3854" y="682"/>
                  </a:lnTo>
                  <a:lnTo>
                    <a:pt x="3865" y="693"/>
                  </a:lnTo>
                  <a:lnTo>
                    <a:pt x="3870" y="702"/>
                  </a:lnTo>
                  <a:lnTo>
                    <a:pt x="3865" y="705"/>
                  </a:lnTo>
                  <a:lnTo>
                    <a:pt x="3860" y="710"/>
                  </a:lnTo>
                  <a:lnTo>
                    <a:pt x="3854" y="714"/>
                  </a:lnTo>
                  <a:lnTo>
                    <a:pt x="3847" y="717"/>
                  </a:lnTo>
                  <a:lnTo>
                    <a:pt x="3853" y="733"/>
                  </a:lnTo>
                  <a:lnTo>
                    <a:pt x="3860" y="745"/>
                  </a:lnTo>
                  <a:lnTo>
                    <a:pt x="3867" y="759"/>
                  </a:lnTo>
                  <a:lnTo>
                    <a:pt x="3861" y="761"/>
                  </a:lnTo>
                  <a:lnTo>
                    <a:pt x="3858" y="761"/>
                  </a:lnTo>
                  <a:lnTo>
                    <a:pt x="3856" y="761"/>
                  </a:lnTo>
                  <a:lnTo>
                    <a:pt x="3856" y="761"/>
                  </a:lnTo>
                  <a:lnTo>
                    <a:pt x="3854" y="763"/>
                  </a:lnTo>
                  <a:lnTo>
                    <a:pt x="3853" y="764"/>
                  </a:lnTo>
                  <a:lnTo>
                    <a:pt x="3851" y="768"/>
                  </a:lnTo>
                  <a:lnTo>
                    <a:pt x="3842" y="784"/>
                  </a:lnTo>
                  <a:lnTo>
                    <a:pt x="3837" y="803"/>
                  </a:lnTo>
                  <a:lnTo>
                    <a:pt x="3828" y="820"/>
                  </a:lnTo>
                  <a:lnTo>
                    <a:pt x="3823" y="824"/>
                  </a:lnTo>
                  <a:lnTo>
                    <a:pt x="3818" y="824"/>
                  </a:lnTo>
                  <a:lnTo>
                    <a:pt x="3812" y="825"/>
                  </a:lnTo>
                  <a:lnTo>
                    <a:pt x="3806" y="825"/>
                  </a:lnTo>
                  <a:lnTo>
                    <a:pt x="3795" y="819"/>
                  </a:lnTo>
                  <a:lnTo>
                    <a:pt x="3785" y="817"/>
                  </a:lnTo>
                  <a:lnTo>
                    <a:pt x="3772" y="817"/>
                  </a:lnTo>
                  <a:lnTo>
                    <a:pt x="3760" y="815"/>
                  </a:lnTo>
                  <a:lnTo>
                    <a:pt x="3748" y="810"/>
                  </a:lnTo>
                  <a:lnTo>
                    <a:pt x="3736" y="794"/>
                  </a:lnTo>
                  <a:lnTo>
                    <a:pt x="3727" y="773"/>
                  </a:lnTo>
                  <a:lnTo>
                    <a:pt x="3725" y="749"/>
                  </a:lnTo>
                  <a:lnTo>
                    <a:pt x="3734" y="745"/>
                  </a:lnTo>
                  <a:lnTo>
                    <a:pt x="3741" y="745"/>
                  </a:lnTo>
                  <a:lnTo>
                    <a:pt x="3748" y="747"/>
                  </a:lnTo>
                  <a:lnTo>
                    <a:pt x="3755" y="743"/>
                  </a:lnTo>
                  <a:lnTo>
                    <a:pt x="3764" y="729"/>
                  </a:lnTo>
                  <a:lnTo>
                    <a:pt x="3786" y="726"/>
                  </a:lnTo>
                  <a:lnTo>
                    <a:pt x="3790" y="723"/>
                  </a:lnTo>
                  <a:lnTo>
                    <a:pt x="3793" y="719"/>
                  </a:lnTo>
                  <a:lnTo>
                    <a:pt x="3793" y="717"/>
                  </a:lnTo>
                  <a:lnTo>
                    <a:pt x="3795" y="716"/>
                  </a:lnTo>
                  <a:lnTo>
                    <a:pt x="3795" y="714"/>
                  </a:lnTo>
                  <a:lnTo>
                    <a:pt x="3795" y="712"/>
                  </a:lnTo>
                  <a:lnTo>
                    <a:pt x="3797" y="710"/>
                  </a:lnTo>
                  <a:lnTo>
                    <a:pt x="3797" y="710"/>
                  </a:lnTo>
                  <a:lnTo>
                    <a:pt x="3800" y="710"/>
                  </a:lnTo>
                  <a:lnTo>
                    <a:pt x="3806" y="710"/>
                  </a:lnTo>
                  <a:lnTo>
                    <a:pt x="3812" y="710"/>
                  </a:lnTo>
                  <a:lnTo>
                    <a:pt x="3816" y="698"/>
                  </a:lnTo>
                  <a:lnTo>
                    <a:pt x="3821" y="689"/>
                  </a:lnTo>
                  <a:lnTo>
                    <a:pt x="3826" y="681"/>
                  </a:lnTo>
                  <a:lnTo>
                    <a:pt x="3832" y="672"/>
                  </a:lnTo>
                  <a:close/>
                  <a:moveTo>
                    <a:pt x="3329" y="649"/>
                  </a:moveTo>
                  <a:lnTo>
                    <a:pt x="3339" y="656"/>
                  </a:lnTo>
                  <a:lnTo>
                    <a:pt x="3345" y="668"/>
                  </a:lnTo>
                  <a:lnTo>
                    <a:pt x="3345" y="686"/>
                  </a:lnTo>
                  <a:lnTo>
                    <a:pt x="3345" y="688"/>
                  </a:lnTo>
                  <a:lnTo>
                    <a:pt x="3346" y="688"/>
                  </a:lnTo>
                  <a:lnTo>
                    <a:pt x="3348" y="689"/>
                  </a:lnTo>
                  <a:lnTo>
                    <a:pt x="3348" y="689"/>
                  </a:lnTo>
                  <a:lnTo>
                    <a:pt x="3348" y="691"/>
                  </a:lnTo>
                  <a:lnTo>
                    <a:pt x="3348" y="695"/>
                  </a:lnTo>
                  <a:lnTo>
                    <a:pt x="3345" y="695"/>
                  </a:lnTo>
                  <a:lnTo>
                    <a:pt x="3341" y="696"/>
                  </a:lnTo>
                  <a:lnTo>
                    <a:pt x="3339" y="700"/>
                  </a:lnTo>
                  <a:lnTo>
                    <a:pt x="3336" y="702"/>
                  </a:lnTo>
                  <a:lnTo>
                    <a:pt x="3334" y="702"/>
                  </a:lnTo>
                  <a:lnTo>
                    <a:pt x="3332" y="700"/>
                  </a:lnTo>
                  <a:lnTo>
                    <a:pt x="3331" y="700"/>
                  </a:lnTo>
                  <a:lnTo>
                    <a:pt x="3331" y="700"/>
                  </a:lnTo>
                  <a:lnTo>
                    <a:pt x="3329" y="698"/>
                  </a:lnTo>
                  <a:lnTo>
                    <a:pt x="3322" y="684"/>
                  </a:lnTo>
                  <a:lnTo>
                    <a:pt x="3322" y="663"/>
                  </a:lnTo>
                  <a:lnTo>
                    <a:pt x="3324" y="660"/>
                  </a:lnTo>
                  <a:lnTo>
                    <a:pt x="3326" y="658"/>
                  </a:lnTo>
                  <a:lnTo>
                    <a:pt x="3327" y="654"/>
                  </a:lnTo>
                  <a:lnTo>
                    <a:pt x="3329" y="649"/>
                  </a:lnTo>
                  <a:close/>
                  <a:moveTo>
                    <a:pt x="3956" y="628"/>
                  </a:moveTo>
                  <a:lnTo>
                    <a:pt x="3964" y="637"/>
                  </a:lnTo>
                  <a:lnTo>
                    <a:pt x="3970" y="647"/>
                  </a:lnTo>
                  <a:lnTo>
                    <a:pt x="3970" y="663"/>
                  </a:lnTo>
                  <a:lnTo>
                    <a:pt x="3971" y="667"/>
                  </a:lnTo>
                  <a:lnTo>
                    <a:pt x="3973" y="667"/>
                  </a:lnTo>
                  <a:lnTo>
                    <a:pt x="3973" y="668"/>
                  </a:lnTo>
                  <a:lnTo>
                    <a:pt x="3973" y="668"/>
                  </a:lnTo>
                  <a:lnTo>
                    <a:pt x="3971" y="668"/>
                  </a:lnTo>
                  <a:lnTo>
                    <a:pt x="3970" y="672"/>
                  </a:lnTo>
                  <a:lnTo>
                    <a:pt x="3970" y="675"/>
                  </a:lnTo>
                  <a:lnTo>
                    <a:pt x="3968" y="675"/>
                  </a:lnTo>
                  <a:lnTo>
                    <a:pt x="3968" y="677"/>
                  </a:lnTo>
                  <a:lnTo>
                    <a:pt x="3968" y="677"/>
                  </a:lnTo>
                  <a:lnTo>
                    <a:pt x="3968" y="677"/>
                  </a:lnTo>
                  <a:lnTo>
                    <a:pt x="3966" y="677"/>
                  </a:lnTo>
                  <a:lnTo>
                    <a:pt x="3963" y="679"/>
                  </a:lnTo>
                  <a:lnTo>
                    <a:pt x="3961" y="675"/>
                  </a:lnTo>
                  <a:lnTo>
                    <a:pt x="3961" y="674"/>
                  </a:lnTo>
                  <a:lnTo>
                    <a:pt x="3961" y="674"/>
                  </a:lnTo>
                  <a:lnTo>
                    <a:pt x="3961" y="674"/>
                  </a:lnTo>
                  <a:lnTo>
                    <a:pt x="3959" y="674"/>
                  </a:lnTo>
                  <a:lnTo>
                    <a:pt x="3957" y="674"/>
                  </a:lnTo>
                  <a:lnTo>
                    <a:pt x="3956" y="672"/>
                  </a:lnTo>
                  <a:lnTo>
                    <a:pt x="3956" y="675"/>
                  </a:lnTo>
                  <a:lnTo>
                    <a:pt x="3957" y="677"/>
                  </a:lnTo>
                  <a:lnTo>
                    <a:pt x="3959" y="679"/>
                  </a:lnTo>
                  <a:lnTo>
                    <a:pt x="3961" y="681"/>
                  </a:lnTo>
                  <a:lnTo>
                    <a:pt x="3961" y="681"/>
                  </a:lnTo>
                  <a:lnTo>
                    <a:pt x="3959" y="682"/>
                  </a:lnTo>
                  <a:lnTo>
                    <a:pt x="3959" y="684"/>
                  </a:lnTo>
                  <a:lnTo>
                    <a:pt x="3959" y="686"/>
                  </a:lnTo>
                  <a:lnTo>
                    <a:pt x="3959" y="691"/>
                  </a:lnTo>
                  <a:lnTo>
                    <a:pt x="3950" y="691"/>
                  </a:lnTo>
                  <a:lnTo>
                    <a:pt x="3950" y="686"/>
                  </a:lnTo>
                  <a:lnTo>
                    <a:pt x="3945" y="684"/>
                  </a:lnTo>
                  <a:lnTo>
                    <a:pt x="3940" y="681"/>
                  </a:lnTo>
                  <a:lnTo>
                    <a:pt x="3938" y="677"/>
                  </a:lnTo>
                  <a:lnTo>
                    <a:pt x="3936" y="672"/>
                  </a:lnTo>
                  <a:lnTo>
                    <a:pt x="3935" y="667"/>
                  </a:lnTo>
                  <a:lnTo>
                    <a:pt x="3931" y="660"/>
                  </a:lnTo>
                  <a:lnTo>
                    <a:pt x="3926" y="663"/>
                  </a:lnTo>
                  <a:lnTo>
                    <a:pt x="3919" y="667"/>
                  </a:lnTo>
                  <a:lnTo>
                    <a:pt x="3912" y="668"/>
                  </a:lnTo>
                  <a:lnTo>
                    <a:pt x="3905" y="672"/>
                  </a:lnTo>
                  <a:lnTo>
                    <a:pt x="3905" y="663"/>
                  </a:lnTo>
                  <a:lnTo>
                    <a:pt x="3907" y="661"/>
                  </a:lnTo>
                  <a:lnTo>
                    <a:pt x="3907" y="661"/>
                  </a:lnTo>
                  <a:lnTo>
                    <a:pt x="3907" y="660"/>
                  </a:lnTo>
                  <a:lnTo>
                    <a:pt x="3908" y="660"/>
                  </a:lnTo>
                  <a:lnTo>
                    <a:pt x="3908" y="656"/>
                  </a:lnTo>
                  <a:lnTo>
                    <a:pt x="3922" y="651"/>
                  </a:lnTo>
                  <a:lnTo>
                    <a:pt x="3935" y="647"/>
                  </a:lnTo>
                  <a:lnTo>
                    <a:pt x="3947" y="640"/>
                  </a:lnTo>
                  <a:lnTo>
                    <a:pt x="3956" y="628"/>
                  </a:lnTo>
                  <a:close/>
                  <a:moveTo>
                    <a:pt x="1243" y="628"/>
                  </a:moveTo>
                  <a:lnTo>
                    <a:pt x="1245" y="633"/>
                  </a:lnTo>
                  <a:lnTo>
                    <a:pt x="1245" y="635"/>
                  </a:lnTo>
                  <a:lnTo>
                    <a:pt x="1245" y="637"/>
                  </a:lnTo>
                  <a:lnTo>
                    <a:pt x="1245" y="637"/>
                  </a:lnTo>
                  <a:lnTo>
                    <a:pt x="1247" y="639"/>
                  </a:lnTo>
                  <a:lnTo>
                    <a:pt x="1248" y="639"/>
                  </a:lnTo>
                  <a:lnTo>
                    <a:pt x="1252" y="640"/>
                  </a:lnTo>
                  <a:lnTo>
                    <a:pt x="1252" y="633"/>
                  </a:lnTo>
                  <a:lnTo>
                    <a:pt x="1243" y="628"/>
                  </a:lnTo>
                  <a:close/>
                  <a:moveTo>
                    <a:pt x="3870" y="609"/>
                  </a:moveTo>
                  <a:lnTo>
                    <a:pt x="3874" y="613"/>
                  </a:lnTo>
                  <a:lnTo>
                    <a:pt x="3875" y="613"/>
                  </a:lnTo>
                  <a:lnTo>
                    <a:pt x="3877" y="613"/>
                  </a:lnTo>
                  <a:lnTo>
                    <a:pt x="3877" y="614"/>
                  </a:lnTo>
                  <a:lnTo>
                    <a:pt x="3877" y="614"/>
                  </a:lnTo>
                  <a:lnTo>
                    <a:pt x="3877" y="618"/>
                  </a:lnTo>
                  <a:lnTo>
                    <a:pt x="3879" y="621"/>
                  </a:lnTo>
                  <a:lnTo>
                    <a:pt x="3868" y="630"/>
                  </a:lnTo>
                  <a:lnTo>
                    <a:pt x="3861" y="639"/>
                  </a:lnTo>
                  <a:lnTo>
                    <a:pt x="3853" y="646"/>
                  </a:lnTo>
                  <a:lnTo>
                    <a:pt x="3840" y="653"/>
                  </a:lnTo>
                  <a:lnTo>
                    <a:pt x="3840" y="649"/>
                  </a:lnTo>
                  <a:lnTo>
                    <a:pt x="3851" y="637"/>
                  </a:lnTo>
                  <a:lnTo>
                    <a:pt x="3863" y="625"/>
                  </a:lnTo>
                  <a:lnTo>
                    <a:pt x="3870" y="609"/>
                  </a:lnTo>
                  <a:close/>
                  <a:moveTo>
                    <a:pt x="1371" y="517"/>
                  </a:moveTo>
                  <a:lnTo>
                    <a:pt x="1378" y="518"/>
                  </a:lnTo>
                  <a:lnTo>
                    <a:pt x="1386" y="522"/>
                  </a:lnTo>
                  <a:lnTo>
                    <a:pt x="1383" y="524"/>
                  </a:lnTo>
                  <a:lnTo>
                    <a:pt x="1381" y="527"/>
                  </a:lnTo>
                  <a:lnTo>
                    <a:pt x="1378" y="529"/>
                  </a:lnTo>
                  <a:lnTo>
                    <a:pt x="1372" y="529"/>
                  </a:lnTo>
                  <a:lnTo>
                    <a:pt x="1367" y="527"/>
                  </a:lnTo>
                  <a:lnTo>
                    <a:pt x="1362" y="527"/>
                  </a:lnTo>
                  <a:lnTo>
                    <a:pt x="1357" y="527"/>
                  </a:lnTo>
                  <a:lnTo>
                    <a:pt x="1351" y="529"/>
                  </a:lnTo>
                  <a:lnTo>
                    <a:pt x="1351" y="518"/>
                  </a:lnTo>
                  <a:lnTo>
                    <a:pt x="1364" y="517"/>
                  </a:lnTo>
                  <a:lnTo>
                    <a:pt x="1371" y="517"/>
                  </a:lnTo>
                  <a:close/>
                  <a:moveTo>
                    <a:pt x="3912" y="506"/>
                  </a:moveTo>
                  <a:lnTo>
                    <a:pt x="3912" y="524"/>
                  </a:lnTo>
                  <a:lnTo>
                    <a:pt x="3910" y="536"/>
                  </a:lnTo>
                  <a:lnTo>
                    <a:pt x="3907" y="546"/>
                  </a:lnTo>
                  <a:lnTo>
                    <a:pt x="3905" y="564"/>
                  </a:lnTo>
                  <a:lnTo>
                    <a:pt x="3908" y="564"/>
                  </a:lnTo>
                  <a:lnTo>
                    <a:pt x="3908" y="567"/>
                  </a:lnTo>
                  <a:lnTo>
                    <a:pt x="3915" y="567"/>
                  </a:lnTo>
                  <a:lnTo>
                    <a:pt x="3919" y="567"/>
                  </a:lnTo>
                  <a:lnTo>
                    <a:pt x="3922" y="567"/>
                  </a:lnTo>
                  <a:lnTo>
                    <a:pt x="3926" y="569"/>
                  </a:lnTo>
                  <a:lnTo>
                    <a:pt x="3929" y="571"/>
                  </a:lnTo>
                  <a:lnTo>
                    <a:pt x="3936" y="572"/>
                  </a:lnTo>
                  <a:lnTo>
                    <a:pt x="3940" y="585"/>
                  </a:lnTo>
                  <a:lnTo>
                    <a:pt x="3947" y="593"/>
                  </a:lnTo>
                  <a:lnTo>
                    <a:pt x="3956" y="602"/>
                  </a:lnTo>
                  <a:lnTo>
                    <a:pt x="3963" y="614"/>
                  </a:lnTo>
                  <a:lnTo>
                    <a:pt x="3957" y="616"/>
                  </a:lnTo>
                  <a:lnTo>
                    <a:pt x="3954" y="618"/>
                  </a:lnTo>
                  <a:lnTo>
                    <a:pt x="3952" y="618"/>
                  </a:lnTo>
                  <a:lnTo>
                    <a:pt x="3952" y="620"/>
                  </a:lnTo>
                  <a:lnTo>
                    <a:pt x="3952" y="621"/>
                  </a:lnTo>
                  <a:lnTo>
                    <a:pt x="3952" y="621"/>
                  </a:lnTo>
                  <a:lnTo>
                    <a:pt x="3952" y="623"/>
                  </a:lnTo>
                  <a:lnTo>
                    <a:pt x="3949" y="623"/>
                  </a:lnTo>
                  <a:lnTo>
                    <a:pt x="3943" y="625"/>
                  </a:lnTo>
                  <a:lnTo>
                    <a:pt x="3942" y="621"/>
                  </a:lnTo>
                  <a:lnTo>
                    <a:pt x="3942" y="621"/>
                  </a:lnTo>
                  <a:lnTo>
                    <a:pt x="3942" y="620"/>
                  </a:lnTo>
                  <a:lnTo>
                    <a:pt x="3942" y="620"/>
                  </a:lnTo>
                  <a:lnTo>
                    <a:pt x="3940" y="620"/>
                  </a:lnTo>
                  <a:lnTo>
                    <a:pt x="3938" y="620"/>
                  </a:lnTo>
                  <a:lnTo>
                    <a:pt x="3936" y="618"/>
                  </a:lnTo>
                  <a:lnTo>
                    <a:pt x="3933" y="625"/>
                  </a:lnTo>
                  <a:lnTo>
                    <a:pt x="3931" y="630"/>
                  </a:lnTo>
                  <a:lnTo>
                    <a:pt x="3928" y="635"/>
                  </a:lnTo>
                  <a:lnTo>
                    <a:pt x="3922" y="637"/>
                  </a:lnTo>
                  <a:lnTo>
                    <a:pt x="3917" y="640"/>
                  </a:lnTo>
                  <a:lnTo>
                    <a:pt x="3917" y="637"/>
                  </a:lnTo>
                  <a:lnTo>
                    <a:pt x="3914" y="633"/>
                  </a:lnTo>
                  <a:lnTo>
                    <a:pt x="3914" y="630"/>
                  </a:lnTo>
                  <a:lnTo>
                    <a:pt x="3914" y="628"/>
                  </a:lnTo>
                  <a:lnTo>
                    <a:pt x="3914" y="627"/>
                  </a:lnTo>
                  <a:lnTo>
                    <a:pt x="3914" y="627"/>
                  </a:lnTo>
                  <a:lnTo>
                    <a:pt x="3914" y="625"/>
                  </a:lnTo>
                  <a:lnTo>
                    <a:pt x="3912" y="623"/>
                  </a:lnTo>
                  <a:lnTo>
                    <a:pt x="3910" y="623"/>
                  </a:lnTo>
                  <a:lnTo>
                    <a:pt x="3905" y="621"/>
                  </a:lnTo>
                  <a:lnTo>
                    <a:pt x="3905" y="616"/>
                  </a:lnTo>
                  <a:lnTo>
                    <a:pt x="3905" y="611"/>
                  </a:lnTo>
                  <a:lnTo>
                    <a:pt x="3907" y="607"/>
                  </a:lnTo>
                  <a:lnTo>
                    <a:pt x="3907" y="606"/>
                  </a:lnTo>
                  <a:lnTo>
                    <a:pt x="3908" y="604"/>
                  </a:lnTo>
                  <a:lnTo>
                    <a:pt x="3912" y="604"/>
                  </a:lnTo>
                  <a:lnTo>
                    <a:pt x="3917" y="602"/>
                  </a:lnTo>
                  <a:lnTo>
                    <a:pt x="3924" y="602"/>
                  </a:lnTo>
                  <a:lnTo>
                    <a:pt x="3924" y="614"/>
                  </a:lnTo>
                  <a:lnTo>
                    <a:pt x="3936" y="614"/>
                  </a:lnTo>
                  <a:lnTo>
                    <a:pt x="3936" y="611"/>
                  </a:lnTo>
                  <a:lnTo>
                    <a:pt x="3938" y="607"/>
                  </a:lnTo>
                  <a:lnTo>
                    <a:pt x="3940" y="606"/>
                  </a:lnTo>
                  <a:lnTo>
                    <a:pt x="3940" y="604"/>
                  </a:lnTo>
                  <a:lnTo>
                    <a:pt x="3942" y="602"/>
                  </a:lnTo>
                  <a:lnTo>
                    <a:pt x="3943" y="599"/>
                  </a:lnTo>
                  <a:lnTo>
                    <a:pt x="3940" y="599"/>
                  </a:lnTo>
                  <a:lnTo>
                    <a:pt x="3922" y="585"/>
                  </a:lnTo>
                  <a:lnTo>
                    <a:pt x="3902" y="576"/>
                  </a:lnTo>
                  <a:lnTo>
                    <a:pt x="3902" y="583"/>
                  </a:lnTo>
                  <a:lnTo>
                    <a:pt x="3900" y="588"/>
                  </a:lnTo>
                  <a:lnTo>
                    <a:pt x="3898" y="593"/>
                  </a:lnTo>
                  <a:lnTo>
                    <a:pt x="3898" y="599"/>
                  </a:lnTo>
                  <a:lnTo>
                    <a:pt x="3896" y="597"/>
                  </a:lnTo>
                  <a:lnTo>
                    <a:pt x="3895" y="595"/>
                  </a:lnTo>
                  <a:lnTo>
                    <a:pt x="3895" y="595"/>
                  </a:lnTo>
                  <a:lnTo>
                    <a:pt x="3895" y="593"/>
                  </a:lnTo>
                  <a:lnTo>
                    <a:pt x="3893" y="592"/>
                  </a:lnTo>
                  <a:lnTo>
                    <a:pt x="3888" y="579"/>
                  </a:lnTo>
                  <a:lnTo>
                    <a:pt x="3882" y="564"/>
                  </a:lnTo>
                  <a:lnTo>
                    <a:pt x="3881" y="544"/>
                  </a:lnTo>
                  <a:lnTo>
                    <a:pt x="3882" y="527"/>
                  </a:lnTo>
                  <a:lnTo>
                    <a:pt x="3889" y="510"/>
                  </a:lnTo>
                  <a:lnTo>
                    <a:pt x="3895" y="508"/>
                  </a:lnTo>
                  <a:lnTo>
                    <a:pt x="3900" y="506"/>
                  </a:lnTo>
                  <a:lnTo>
                    <a:pt x="3905" y="506"/>
                  </a:lnTo>
                  <a:lnTo>
                    <a:pt x="3912" y="506"/>
                  </a:lnTo>
                  <a:close/>
                  <a:moveTo>
                    <a:pt x="1306" y="506"/>
                  </a:moveTo>
                  <a:lnTo>
                    <a:pt x="1313" y="506"/>
                  </a:lnTo>
                  <a:lnTo>
                    <a:pt x="1320" y="508"/>
                  </a:lnTo>
                  <a:lnTo>
                    <a:pt x="1327" y="508"/>
                  </a:lnTo>
                  <a:lnTo>
                    <a:pt x="1332" y="510"/>
                  </a:lnTo>
                  <a:lnTo>
                    <a:pt x="1332" y="518"/>
                  </a:lnTo>
                  <a:lnTo>
                    <a:pt x="1306" y="518"/>
                  </a:lnTo>
                  <a:lnTo>
                    <a:pt x="1306" y="506"/>
                  </a:lnTo>
                  <a:close/>
                  <a:moveTo>
                    <a:pt x="1159" y="506"/>
                  </a:moveTo>
                  <a:lnTo>
                    <a:pt x="1168" y="508"/>
                  </a:lnTo>
                  <a:lnTo>
                    <a:pt x="1173" y="511"/>
                  </a:lnTo>
                  <a:lnTo>
                    <a:pt x="1180" y="515"/>
                  </a:lnTo>
                  <a:lnTo>
                    <a:pt x="1186" y="518"/>
                  </a:lnTo>
                  <a:lnTo>
                    <a:pt x="1186" y="522"/>
                  </a:lnTo>
                  <a:lnTo>
                    <a:pt x="1179" y="522"/>
                  </a:lnTo>
                  <a:lnTo>
                    <a:pt x="1173" y="524"/>
                  </a:lnTo>
                  <a:lnTo>
                    <a:pt x="1168" y="525"/>
                  </a:lnTo>
                  <a:lnTo>
                    <a:pt x="1165" y="524"/>
                  </a:lnTo>
                  <a:lnTo>
                    <a:pt x="1158" y="524"/>
                  </a:lnTo>
                  <a:lnTo>
                    <a:pt x="1152" y="522"/>
                  </a:lnTo>
                  <a:lnTo>
                    <a:pt x="1152" y="510"/>
                  </a:lnTo>
                  <a:lnTo>
                    <a:pt x="1154" y="510"/>
                  </a:lnTo>
                  <a:lnTo>
                    <a:pt x="1156" y="508"/>
                  </a:lnTo>
                  <a:lnTo>
                    <a:pt x="1158" y="508"/>
                  </a:lnTo>
                  <a:lnTo>
                    <a:pt x="1158" y="508"/>
                  </a:lnTo>
                  <a:lnTo>
                    <a:pt x="1159" y="506"/>
                  </a:lnTo>
                  <a:close/>
                  <a:moveTo>
                    <a:pt x="1220" y="490"/>
                  </a:moveTo>
                  <a:lnTo>
                    <a:pt x="1241" y="492"/>
                  </a:lnTo>
                  <a:lnTo>
                    <a:pt x="1259" y="496"/>
                  </a:lnTo>
                  <a:lnTo>
                    <a:pt x="1273" y="501"/>
                  </a:lnTo>
                  <a:lnTo>
                    <a:pt x="1290" y="506"/>
                  </a:lnTo>
                  <a:lnTo>
                    <a:pt x="1290" y="515"/>
                  </a:lnTo>
                  <a:lnTo>
                    <a:pt x="1283" y="515"/>
                  </a:lnTo>
                  <a:lnTo>
                    <a:pt x="1280" y="517"/>
                  </a:lnTo>
                  <a:lnTo>
                    <a:pt x="1275" y="518"/>
                  </a:lnTo>
                  <a:lnTo>
                    <a:pt x="1271" y="520"/>
                  </a:lnTo>
                  <a:lnTo>
                    <a:pt x="1268" y="522"/>
                  </a:lnTo>
                  <a:lnTo>
                    <a:pt x="1262" y="522"/>
                  </a:lnTo>
                  <a:lnTo>
                    <a:pt x="1262" y="520"/>
                  </a:lnTo>
                  <a:lnTo>
                    <a:pt x="1262" y="518"/>
                  </a:lnTo>
                  <a:lnTo>
                    <a:pt x="1261" y="517"/>
                  </a:lnTo>
                  <a:lnTo>
                    <a:pt x="1259" y="515"/>
                  </a:lnTo>
                  <a:lnTo>
                    <a:pt x="1257" y="513"/>
                  </a:lnTo>
                  <a:lnTo>
                    <a:pt x="1255" y="515"/>
                  </a:lnTo>
                  <a:lnTo>
                    <a:pt x="1252" y="525"/>
                  </a:lnTo>
                  <a:lnTo>
                    <a:pt x="1247" y="525"/>
                  </a:lnTo>
                  <a:lnTo>
                    <a:pt x="1234" y="524"/>
                  </a:lnTo>
                  <a:lnTo>
                    <a:pt x="1220" y="522"/>
                  </a:lnTo>
                  <a:lnTo>
                    <a:pt x="1210" y="522"/>
                  </a:lnTo>
                  <a:lnTo>
                    <a:pt x="1205" y="510"/>
                  </a:lnTo>
                  <a:lnTo>
                    <a:pt x="1214" y="510"/>
                  </a:lnTo>
                  <a:lnTo>
                    <a:pt x="1220" y="510"/>
                  </a:lnTo>
                  <a:lnTo>
                    <a:pt x="1227" y="508"/>
                  </a:lnTo>
                  <a:lnTo>
                    <a:pt x="1233" y="506"/>
                  </a:lnTo>
                  <a:lnTo>
                    <a:pt x="1229" y="504"/>
                  </a:lnTo>
                  <a:lnTo>
                    <a:pt x="1226" y="501"/>
                  </a:lnTo>
                  <a:lnTo>
                    <a:pt x="1224" y="499"/>
                  </a:lnTo>
                  <a:lnTo>
                    <a:pt x="1222" y="496"/>
                  </a:lnTo>
                  <a:lnTo>
                    <a:pt x="1220" y="490"/>
                  </a:lnTo>
                  <a:close/>
                  <a:moveTo>
                    <a:pt x="100" y="452"/>
                  </a:moveTo>
                  <a:lnTo>
                    <a:pt x="116" y="457"/>
                  </a:lnTo>
                  <a:lnTo>
                    <a:pt x="128" y="464"/>
                  </a:lnTo>
                  <a:lnTo>
                    <a:pt x="142" y="471"/>
                  </a:lnTo>
                  <a:lnTo>
                    <a:pt x="142" y="475"/>
                  </a:lnTo>
                  <a:lnTo>
                    <a:pt x="138" y="475"/>
                  </a:lnTo>
                  <a:lnTo>
                    <a:pt x="126" y="483"/>
                  </a:lnTo>
                  <a:lnTo>
                    <a:pt x="114" y="485"/>
                  </a:lnTo>
                  <a:lnTo>
                    <a:pt x="103" y="487"/>
                  </a:lnTo>
                  <a:lnTo>
                    <a:pt x="91" y="490"/>
                  </a:lnTo>
                  <a:lnTo>
                    <a:pt x="91" y="487"/>
                  </a:lnTo>
                  <a:lnTo>
                    <a:pt x="88" y="487"/>
                  </a:lnTo>
                  <a:lnTo>
                    <a:pt x="91" y="478"/>
                  </a:lnTo>
                  <a:lnTo>
                    <a:pt x="91" y="469"/>
                  </a:lnTo>
                  <a:lnTo>
                    <a:pt x="91" y="457"/>
                  </a:lnTo>
                  <a:lnTo>
                    <a:pt x="95" y="455"/>
                  </a:lnTo>
                  <a:lnTo>
                    <a:pt x="96" y="455"/>
                  </a:lnTo>
                  <a:lnTo>
                    <a:pt x="96" y="454"/>
                  </a:lnTo>
                  <a:lnTo>
                    <a:pt x="98" y="454"/>
                  </a:lnTo>
                  <a:lnTo>
                    <a:pt x="100" y="452"/>
                  </a:lnTo>
                  <a:close/>
                  <a:moveTo>
                    <a:pt x="1098" y="441"/>
                  </a:moveTo>
                  <a:lnTo>
                    <a:pt x="1126" y="447"/>
                  </a:lnTo>
                  <a:lnTo>
                    <a:pt x="1151" y="455"/>
                  </a:lnTo>
                  <a:lnTo>
                    <a:pt x="1170" y="464"/>
                  </a:lnTo>
                  <a:lnTo>
                    <a:pt x="1189" y="473"/>
                  </a:lnTo>
                  <a:lnTo>
                    <a:pt x="1210" y="483"/>
                  </a:lnTo>
                  <a:lnTo>
                    <a:pt x="1210" y="490"/>
                  </a:lnTo>
                  <a:lnTo>
                    <a:pt x="1201" y="490"/>
                  </a:lnTo>
                  <a:lnTo>
                    <a:pt x="1191" y="494"/>
                  </a:lnTo>
                  <a:lnTo>
                    <a:pt x="1179" y="497"/>
                  </a:lnTo>
                  <a:lnTo>
                    <a:pt x="1166" y="499"/>
                  </a:lnTo>
                  <a:lnTo>
                    <a:pt x="1168" y="496"/>
                  </a:lnTo>
                  <a:lnTo>
                    <a:pt x="1168" y="492"/>
                  </a:lnTo>
                  <a:lnTo>
                    <a:pt x="1168" y="490"/>
                  </a:lnTo>
                  <a:lnTo>
                    <a:pt x="1168" y="489"/>
                  </a:lnTo>
                  <a:lnTo>
                    <a:pt x="1168" y="487"/>
                  </a:lnTo>
                  <a:lnTo>
                    <a:pt x="1166" y="483"/>
                  </a:lnTo>
                  <a:lnTo>
                    <a:pt x="1140" y="476"/>
                  </a:lnTo>
                  <a:lnTo>
                    <a:pt x="1116" y="464"/>
                  </a:lnTo>
                  <a:lnTo>
                    <a:pt x="1090" y="452"/>
                  </a:lnTo>
                  <a:lnTo>
                    <a:pt x="1084" y="457"/>
                  </a:lnTo>
                  <a:lnTo>
                    <a:pt x="1081" y="462"/>
                  </a:lnTo>
                  <a:lnTo>
                    <a:pt x="1076" y="468"/>
                  </a:lnTo>
                  <a:lnTo>
                    <a:pt x="1070" y="466"/>
                  </a:lnTo>
                  <a:lnTo>
                    <a:pt x="1063" y="462"/>
                  </a:lnTo>
                  <a:lnTo>
                    <a:pt x="1060" y="461"/>
                  </a:lnTo>
                  <a:lnTo>
                    <a:pt x="1067" y="461"/>
                  </a:lnTo>
                  <a:lnTo>
                    <a:pt x="1072" y="454"/>
                  </a:lnTo>
                  <a:lnTo>
                    <a:pt x="1077" y="450"/>
                  </a:lnTo>
                  <a:lnTo>
                    <a:pt x="1083" y="445"/>
                  </a:lnTo>
                  <a:lnTo>
                    <a:pt x="1088" y="445"/>
                  </a:lnTo>
                  <a:lnTo>
                    <a:pt x="1091" y="443"/>
                  </a:lnTo>
                  <a:lnTo>
                    <a:pt x="1095" y="443"/>
                  </a:lnTo>
                  <a:lnTo>
                    <a:pt x="1098" y="441"/>
                  </a:lnTo>
                  <a:close/>
                  <a:moveTo>
                    <a:pt x="77" y="433"/>
                  </a:moveTo>
                  <a:lnTo>
                    <a:pt x="91" y="438"/>
                  </a:lnTo>
                  <a:lnTo>
                    <a:pt x="91" y="441"/>
                  </a:lnTo>
                  <a:lnTo>
                    <a:pt x="88" y="441"/>
                  </a:lnTo>
                  <a:lnTo>
                    <a:pt x="77" y="445"/>
                  </a:lnTo>
                  <a:lnTo>
                    <a:pt x="67" y="445"/>
                  </a:lnTo>
                  <a:lnTo>
                    <a:pt x="58" y="445"/>
                  </a:lnTo>
                  <a:lnTo>
                    <a:pt x="58" y="438"/>
                  </a:lnTo>
                  <a:lnTo>
                    <a:pt x="63" y="436"/>
                  </a:lnTo>
                  <a:lnTo>
                    <a:pt x="68" y="436"/>
                  </a:lnTo>
                  <a:lnTo>
                    <a:pt x="72" y="435"/>
                  </a:lnTo>
                  <a:lnTo>
                    <a:pt x="77" y="433"/>
                  </a:lnTo>
                  <a:close/>
                  <a:moveTo>
                    <a:pt x="0" y="417"/>
                  </a:moveTo>
                  <a:lnTo>
                    <a:pt x="6" y="419"/>
                  </a:lnTo>
                  <a:lnTo>
                    <a:pt x="13" y="419"/>
                  </a:lnTo>
                  <a:lnTo>
                    <a:pt x="16" y="419"/>
                  </a:lnTo>
                  <a:lnTo>
                    <a:pt x="21" y="421"/>
                  </a:lnTo>
                  <a:lnTo>
                    <a:pt x="27" y="422"/>
                  </a:lnTo>
                  <a:lnTo>
                    <a:pt x="27" y="429"/>
                  </a:lnTo>
                  <a:lnTo>
                    <a:pt x="23" y="429"/>
                  </a:lnTo>
                  <a:lnTo>
                    <a:pt x="18" y="431"/>
                  </a:lnTo>
                  <a:lnTo>
                    <a:pt x="13" y="433"/>
                  </a:lnTo>
                  <a:lnTo>
                    <a:pt x="7" y="433"/>
                  </a:lnTo>
                  <a:lnTo>
                    <a:pt x="0" y="433"/>
                  </a:lnTo>
                  <a:lnTo>
                    <a:pt x="0" y="417"/>
                  </a:lnTo>
                  <a:close/>
                  <a:moveTo>
                    <a:pt x="1152" y="414"/>
                  </a:moveTo>
                  <a:lnTo>
                    <a:pt x="1158" y="417"/>
                  </a:lnTo>
                  <a:lnTo>
                    <a:pt x="1161" y="421"/>
                  </a:lnTo>
                  <a:lnTo>
                    <a:pt x="1165" y="424"/>
                  </a:lnTo>
                  <a:lnTo>
                    <a:pt x="1166" y="429"/>
                  </a:lnTo>
                  <a:lnTo>
                    <a:pt x="1166" y="438"/>
                  </a:lnTo>
                  <a:lnTo>
                    <a:pt x="1159" y="438"/>
                  </a:lnTo>
                  <a:lnTo>
                    <a:pt x="1158" y="433"/>
                  </a:lnTo>
                  <a:lnTo>
                    <a:pt x="1156" y="431"/>
                  </a:lnTo>
                  <a:lnTo>
                    <a:pt x="1154" y="428"/>
                  </a:lnTo>
                  <a:lnTo>
                    <a:pt x="1152" y="424"/>
                  </a:lnTo>
                  <a:lnTo>
                    <a:pt x="1152" y="421"/>
                  </a:lnTo>
                  <a:lnTo>
                    <a:pt x="1152" y="414"/>
                  </a:lnTo>
                  <a:close/>
                  <a:moveTo>
                    <a:pt x="3905" y="407"/>
                  </a:moveTo>
                  <a:lnTo>
                    <a:pt x="3908" y="410"/>
                  </a:lnTo>
                  <a:lnTo>
                    <a:pt x="3910" y="414"/>
                  </a:lnTo>
                  <a:lnTo>
                    <a:pt x="3912" y="417"/>
                  </a:lnTo>
                  <a:lnTo>
                    <a:pt x="3912" y="422"/>
                  </a:lnTo>
                  <a:lnTo>
                    <a:pt x="3912" y="429"/>
                  </a:lnTo>
                  <a:lnTo>
                    <a:pt x="3898" y="464"/>
                  </a:lnTo>
                  <a:lnTo>
                    <a:pt x="3891" y="455"/>
                  </a:lnTo>
                  <a:lnTo>
                    <a:pt x="3888" y="447"/>
                  </a:lnTo>
                  <a:lnTo>
                    <a:pt x="3886" y="433"/>
                  </a:lnTo>
                  <a:lnTo>
                    <a:pt x="3905" y="407"/>
                  </a:lnTo>
                  <a:close/>
                  <a:moveTo>
                    <a:pt x="1144" y="391"/>
                  </a:moveTo>
                  <a:lnTo>
                    <a:pt x="1166" y="391"/>
                  </a:lnTo>
                  <a:lnTo>
                    <a:pt x="1168" y="394"/>
                  </a:lnTo>
                  <a:lnTo>
                    <a:pt x="1172" y="396"/>
                  </a:lnTo>
                  <a:lnTo>
                    <a:pt x="1172" y="398"/>
                  </a:lnTo>
                  <a:lnTo>
                    <a:pt x="1173" y="400"/>
                  </a:lnTo>
                  <a:lnTo>
                    <a:pt x="1173" y="401"/>
                  </a:lnTo>
                  <a:lnTo>
                    <a:pt x="1172" y="403"/>
                  </a:lnTo>
                  <a:lnTo>
                    <a:pt x="1172" y="407"/>
                  </a:lnTo>
                  <a:lnTo>
                    <a:pt x="1166" y="403"/>
                  </a:lnTo>
                  <a:lnTo>
                    <a:pt x="1161" y="401"/>
                  </a:lnTo>
                  <a:lnTo>
                    <a:pt x="1156" y="401"/>
                  </a:lnTo>
                  <a:lnTo>
                    <a:pt x="1152" y="400"/>
                  </a:lnTo>
                  <a:lnTo>
                    <a:pt x="1149" y="400"/>
                  </a:lnTo>
                  <a:lnTo>
                    <a:pt x="1145" y="398"/>
                  </a:lnTo>
                  <a:lnTo>
                    <a:pt x="1144" y="394"/>
                  </a:lnTo>
                  <a:lnTo>
                    <a:pt x="1144" y="391"/>
                  </a:lnTo>
                  <a:close/>
                  <a:moveTo>
                    <a:pt x="4017" y="326"/>
                  </a:moveTo>
                  <a:lnTo>
                    <a:pt x="4020" y="328"/>
                  </a:lnTo>
                  <a:lnTo>
                    <a:pt x="4022" y="328"/>
                  </a:lnTo>
                  <a:lnTo>
                    <a:pt x="4022" y="328"/>
                  </a:lnTo>
                  <a:lnTo>
                    <a:pt x="4022" y="330"/>
                  </a:lnTo>
                  <a:lnTo>
                    <a:pt x="4022" y="330"/>
                  </a:lnTo>
                  <a:lnTo>
                    <a:pt x="4024" y="333"/>
                  </a:lnTo>
                  <a:lnTo>
                    <a:pt x="4024" y="337"/>
                  </a:lnTo>
                  <a:lnTo>
                    <a:pt x="4022" y="342"/>
                  </a:lnTo>
                  <a:lnTo>
                    <a:pt x="4018" y="347"/>
                  </a:lnTo>
                  <a:lnTo>
                    <a:pt x="4017" y="352"/>
                  </a:lnTo>
                  <a:lnTo>
                    <a:pt x="4008" y="352"/>
                  </a:lnTo>
                  <a:lnTo>
                    <a:pt x="4008" y="340"/>
                  </a:lnTo>
                  <a:lnTo>
                    <a:pt x="4011" y="339"/>
                  </a:lnTo>
                  <a:lnTo>
                    <a:pt x="4013" y="335"/>
                  </a:lnTo>
                  <a:lnTo>
                    <a:pt x="4015" y="332"/>
                  </a:lnTo>
                  <a:lnTo>
                    <a:pt x="4017" y="326"/>
                  </a:lnTo>
                  <a:close/>
                  <a:moveTo>
                    <a:pt x="3970" y="279"/>
                  </a:moveTo>
                  <a:lnTo>
                    <a:pt x="3982" y="279"/>
                  </a:lnTo>
                  <a:lnTo>
                    <a:pt x="3982" y="291"/>
                  </a:lnTo>
                  <a:lnTo>
                    <a:pt x="3966" y="291"/>
                  </a:lnTo>
                  <a:lnTo>
                    <a:pt x="3966" y="283"/>
                  </a:lnTo>
                  <a:lnTo>
                    <a:pt x="3970" y="283"/>
                  </a:lnTo>
                  <a:lnTo>
                    <a:pt x="3970" y="279"/>
                  </a:lnTo>
                  <a:close/>
                  <a:moveTo>
                    <a:pt x="2699" y="246"/>
                  </a:moveTo>
                  <a:lnTo>
                    <a:pt x="2708" y="246"/>
                  </a:lnTo>
                  <a:lnTo>
                    <a:pt x="2704" y="251"/>
                  </a:lnTo>
                  <a:lnTo>
                    <a:pt x="2701" y="255"/>
                  </a:lnTo>
                  <a:lnTo>
                    <a:pt x="2697" y="258"/>
                  </a:lnTo>
                  <a:lnTo>
                    <a:pt x="2694" y="262"/>
                  </a:lnTo>
                  <a:lnTo>
                    <a:pt x="2688" y="265"/>
                  </a:lnTo>
                  <a:lnTo>
                    <a:pt x="2685" y="265"/>
                  </a:lnTo>
                  <a:lnTo>
                    <a:pt x="2685" y="267"/>
                  </a:lnTo>
                  <a:lnTo>
                    <a:pt x="2683" y="267"/>
                  </a:lnTo>
                  <a:lnTo>
                    <a:pt x="2680" y="267"/>
                  </a:lnTo>
                  <a:lnTo>
                    <a:pt x="2676" y="269"/>
                  </a:lnTo>
                  <a:lnTo>
                    <a:pt x="2673" y="256"/>
                  </a:lnTo>
                  <a:lnTo>
                    <a:pt x="2680" y="255"/>
                  </a:lnTo>
                  <a:lnTo>
                    <a:pt x="2687" y="251"/>
                  </a:lnTo>
                  <a:lnTo>
                    <a:pt x="2694" y="249"/>
                  </a:lnTo>
                  <a:lnTo>
                    <a:pt x="2699" y="246"/>
                  </a:lnTo>
                  <a:close/>
                  <a:moveTo>
                    <a:pt x="2554" y="241"/>
                  </a:moveTo>
                  <a:lnTo>
                    <a:pt x="2563" y="244"/>
                  </a:lnTo>
                  <a:lnTo>
                    <a:pt x="2573" y="248"/>
                  </a:lnTo>
                  <a:lnTo>
                    <a:pt x="2585" y="251"/>
                  </a:lnTo>
                  <a:lnTo>
                    <a:pt x="2592" y="256"/>
                  </a:lnTo>
                  <a:lnTo>
                    <a:pt x="2564" y="256"/>
                  </a:lnTo>
                  <a:lnTo>
                    <a:pt x="2561" y="255"/>
                  </a:lnTo>
                  <a:lnTo>
                    <a:pt x="2559" y="255"/>
                  </a:lnTo>
                  <a:lnTo>
                    <a:pt x="2556" y="253"/>
                  </a:lnTo>
                  <a:lnTo>
                    <a:pt x="2549" y="253"/>
                  </a:lnTo>
                  <a:lnTo>
                    <a:pt x="2549" y="249"/>
                  </a:lnTo>
                  <a:lnTo>
                    <a:pt x="2551" y="248"/>
                  </a:lnTo>
                  <a:lnTo>
                    <a:pt x="2552" y="246"/>
                  </a:lnTo>
                  <a:lnTo>
                    <a:pt x="2552" y="246"/>
                  </a:lnTo>
                  <a:lnTo>
                    <a:pt x="2552" y="244"/>
                  </a:lnTo>
                  <a:lnTo>
                    <a:pt x="2554" y="241"/>
                  </a:lnTo>
                  <a:close/>
                  <a:moveTo>
                    <a:pt x="2242" y="173"/>
                  </a:moveTo>
                  <a:lnTo>
                    <a:pt x="2266" y="173"/>
                  </a:lnTo>
                  <a:lnTo>
                    <a:pt x="2266" y="176"/>
                  </a:lnTo>
                  <a:lnTo>
                    <a:pt x="2261" y="178"/>
                  </a:lnTo>
                  <a:lnTo>
                    <a:pt x="2259" y="180"/>
                  </a:lnTo>
                  <a:lnTo>
                    <a:pt x="2256" y="181"/>
                  </a:lnTo>
                  <a:lnTo>
                    <a:pt x="2252" y="183"/>
                  </a:lnTo>
                  <a:lnTo>
                    <a:pt x="2247" y="183"/>
                  </a:lnTo>
                  <a:lnTo>
                    <a:pt x="2242" y="173"/>
                  </a:lnTo>
                  <a:close/>
                  <a:moveTo>
                    <a:pt x="2612" y="153"/>
                  </a:moveTo>
                  <a:lnTo>
                    <a:pt x="2610" y="155"/>
                  </a:lnTo>
                  <a:lnTo>
                    <a:pt x="2608" y="157"/>
                  </a:lnTo>
                  <a:lnTo>
                    <a:pt x="2606" y="157"/>
                  </a:lnTo>
                  <a:lnTo>
                    <a:pt x="2606" y="159"/>
                  </a:lnTo>
                  <a:lnTo>
                    <a:pt x="2605" y="160"/>
                  </a:lnTo>
                  <a:lnTo>
                    <a:pt x="2603" y="164"/>
                  </a:lnTo>
                  <a:lnTo>
                    <a:pt x="2606" y="164"/>
                  </a:lnTo>
                  <a:lnTo>
                    <a:pt x="2612" y="162"/>
                  </a:lnTo>
                  <a:lnTo>
                    <a:pt x="2615" y="160"/>
                  </a:lnTo>
                  <a:lnTo>
                    <a:pt x="2619" y="159"/>
                  </a:lnTo>
                  <a:lnTo>
                    <a:pt x="2622" y="157"/>
                  </a:lnTo>
                  <a:lnTo>
                    <a:pt x="2626" y="153"/>
                  </a:lnTo>
                  <a:lnTo>
                    <a:pt x="2612" y="153"/>
                  </a:lnTo>
                  <a:close/>
                  <a:moveTo>
                    <a:pt x="2362" y="153"/>
                  </a:moveTo>
                  <a:lnTo>
                    <a:pt x="2364" y="169"/>
                  </a:lnTo>
                  <a:lnTo>
                    <a:pt x="2366" y="188"/>
                  </a:lnTo>
                  <a:lnTo>
                    <a:pt x="2357" y="188"/>
                  </a:lnTo>
                  <a:lnTo>
                    <a:pt x="2355" y="190"/>
                  </a:lnTo>
                  <a:lnTo>
                    <a:pt x="2352" y="190"/>
                  </a:lnTo>
                  <a:lnTo>
                    <a:pt x="2348" y="190"/>
                  </a:lnTo>
                  <a:lnTo>
                    <a:pt x="2343" y="192"/>
                  </a:lnTo>
                  <a:lnTo>
                    <a:pt x="2341" y="178"/>
                  </a:lnTo>
                  <a:lnTo>
                    <a:pt x="2341" y="164"/>
                  </a:lnTo>
                  <a:lnTo>
                    <a:pt x="2343" y="157"/>
                  </a:lnTo>
                  <a:lnTo>
                    <a:pt x="2346" y="155"/>
                  </a:lnTo>
                  <a:lnTo>
                    <a:pt x="2350" y="153"/>
                  </a:lnTo>
                  <a:lnTo>
                    <a:pt x="2355" y="153"/>
                  </a:lnTo>
                  <a:lnTo>
                    <a:pt x="2362" y="153"/>
                  </a:lnTo>
                  <a:close/>
                  <a:moveTo>
                    <a:pt x="2353" y="119"/>
                  </a:moveTo>
                  <a:lnTo>
                    <a:pt x="2362" y="119"/>
                  </a:lnTo>
                  <a:lnTo>
                    <a:pt x="2360" y="126"/>
                  </a:lnTo>
                  <a:lnTo>
                    <a:pt x="2360" y="131"/>
                  </a:lnTo>
                  <a:lnTo>
                    <a:pt x="2360" y="136"/>
                  </a:lnTo>
                  <a:lnTo>
                    <a:pt x="2359" y="140"/>
                  </a:lnTo>
                  <a:lnTo>
                    <a:pt x="2357" y="145"/>
                  </a:lnTo>
                  <a:lnTo>
                    <a:pt x="2350" y="145"/>
                  </a:lnTo>
                  <a:lnTo>
                    <a:pt x="2350" y="138"/>
                  </a:lnTo>
                  <a:lnTo>
                    <a:pt x="2352" y="131"/>
                  </a:lnTo>
                  <a:lnTo>
                    <a:pt x="2352" y="124"/>
                  </a:lnTo>
                  <a:lnTo>
                    <a:pt x="2353" y="119"/>
                  </a:lnTo>
                  <a:close/>
                  <a:moveTo>
                    <a:pt x="4193" y="71"/>
                  </a:moveTo>
                  <a:lnTo>
                    <a:pt x="4202" y="84"/>
                  </a:lnTo>
                  <a:lnTo>
                    <a:pt x="4210" y="91"/>
                  </a:lnTo>
                  <a:lnTo>
                    <a:pt x="4221" y="94"/>
                  </a:lnTo>
                  <a:lnTo>
                    <a:pt x="4228" y="98"/>
                  </a:lnTo>
                  <a:lnTo>
                    <a:pt x="4235" y="103"/>
                  </a:lnTo>
                  <a:lnTo>
                    <a:pt x="4237" y="106"/>
                  </a:lnTo>
                  <a:lnTo>
                    <a:pt x="4238" y="110"/>
                  </a:lnTo>
                  <a:lnTo>
                    <a:pt x="4238" y="113"/>
                  </a:lnTo>
                  <a:lnTo>
                    <a:pt x="4238" y="119"/>
                  </a:lnTo>
                  <a:lnTo>
                    <a:pt x="4226" y="122"/>
                  </a:lnTo>
                  <a:lnTo>
                    <a:pt x="4217" y="129"/>
                  </a:lnTo>
                  <a:lnTo>
                    <a:pt x="4210" y="136"/>
                  </a:lnTo>
                  <a:lnTo>
                    <a:pt x="4200" y="141"/>
                  </a:lnTo>
                  <a:lnTo>
                    <a:pt x="4196" y="136"/>
                  </a:lnTo>
                  <a:lnTo>
                    <a:pt x="4193" y="134"/>
                  </a:lnTo>
                  <a:lnTo>
                    <a:pt x="4190" y="133"/>
                  </a:lnTo>
                  <a:lnTo>
                    <a:pt x="4186" y="134"/>
                  </a:lnTo>
                  <a:lnTo>
                    <a:pt x="4183" y="136"/>
                  </a:lnTo>
                  <a:lnTo>
                    <a:pt x="4181" y="140"/>
                  </a:lnTo>
                  <a:lnTo>
                    <a:pt x="4177" y="141"/>
                  </a:lnTo>
                  <a:lnTo>
                    <a:pt x="4183" y="162"/>
                  </a:lnTo>
                  <a:lnTo>
                    <a:pt x="4184" y="178"/>
                  </a:lnTo>
                  <a:lnTo>
                    <a:pt x="4184" y="190"/>
                  </a:lnTo>
                  <a:lnTo>
                    <a:pt x="4183" y="202"/>
                  </a:lnTo>
                  <a:lnTo>
                    <a:pt x="4179" y="215"/>
                  </a:lnTo>
                  <a:lnTo>
                    <a:pt x="4176" y="232"/>
                  </a:lnTo>
                  <a:lnTo>
                    <a:pt x="4174" y="253"/>
                  </a:lnTo>
                  <a:lnTo>
                    <a:pt x="4151" y="265"/>
                  </a:lnTo>
                  <a:lnTo>
                    <a:pt x="4125" y="277"/>
                  </a:lnTo>
                  <a:lnTo>
                    <a:pt x="4100" y="288"/>
                  </a:lnTo>
                  <a:lnTo>
                    <a:pt x="4095" y="279"/>
                  </a:lnTo>
                  <a:lnTo>
                    <a:pt x="4090" y="272"/>
                  </a:lnTo>
                  <a:lnTo>
                    <a:pt x="4088" y="279"/>
                  </a:lnTo>
                  <a:lnTo>
                    <a:pt x="4088" y="283"/>
                  </a:lnTo>
                  <a:lnTo>
                    <a:pt x="4087" y="288"/>
                  </a:lnTo>
                  <a:lnTo>
                    <a:pt x="4085" y="291"/>
                  </a:lnTo>
                  <a:lnTo>
                    <a:pt x="4080" y="291"/>
                  </a:lnTo>
                  <a:lnTo>
                    <a:pt x="4076" y="291"/>
                  </a:lnTo>
                  <a:lnTo>
                    <a:pt x="4074" y="293"/>
                  </a:lnTo>
                  <a:lnTo>
                    <a:pt x="4073" y="293"/>
                  </a:lnTo>
                  <a:lnTo>
                    <a:pt x="4071" y="295"/>
                  </a:lnTo>
                  <a:lnTo>
                    <a:pt x="4069" y="297"/>
                  </a:lnTo>
                  <a:lnTo>
                    <a:pt x="4064" y="297"/>
                  </a:lnTo>
                  <a:lnTo>
                    <a:pt x="4059" y="298"/>
                  </a:lnTo>
                  <a:lnTo>
                    <a:pt x="4057" y="295"/>
                  </a:lnTo>
                  <a:lnTo>
                    <a:pt x="4057" y="290"/>
                  </a:lnTo>
                  <a:lnTo>
                    <a:pt x="4057" y="288"/>
                  </a:lnTo>
                  <a:lnTo>
                    <a:pt x="4057" y="284"/>
                  </a:lnTo>
                  <a:lnTo>
                    <a:pt x="4057" y="283"/>
                  </a:lnTo>
                  <a:lnTo>
                    <a:pt x="4053" y="283"/>
                  </a:lnTo>
                  <a:lnTo>
                    <a:pt x="4050" y="281"/>
                  </a:lnTo>
                  <a:lnTo>
                    <a:pt x="4043" y="279"/>
                  </a:lnTo>
                  <a:lnTo>
                    <a:pt x="4043" y="283"/>
                  </a:lnTo>
                  <a:lnTo>
                    <a:pt x="4046" y="288"/>
                  </a:lnTo>
                  <a:lnTo>
                    <a:pt x="4050" y="290"/>
                  </a:lnTo>
                  <a:lnTo>
                    <a:pt x="4050" y="293"/>
                  </a:lnTo>
                  <a:lnTo>
                    <a:pt x="4050" y="298"/>
                  </a:lnTo>
                  <a:lnTo>
                    <a:pt x="4052" y="307"/>
                  </a:lnTo>
                  <a:lnTo>
                    <a:pt x="4046" y="312"/>
                  </a:lnTo>
                  <a:lnTo>
                    <a:pt x="4043" y="319"/>
                  </a:lnTo>
                  <a:lnTo>
                    <a:pt x="4039" y="326"/>
                  </a:lnTo>
                  <a:lnTo>
                    <a:pt x="4027" y="326"/>
                  </a:lnTo>
                  <a:lnTo>
                    <a:pt x="4025" y="312"/>
                  </a:lnTo>
                  <a:lnTo>
                    <a:pt x="4024" y="305"/>
                  </a:lnTo>
                  <a:lnTo>
                    <a:pt x="4020" y="298"/>
                  </a:lnTo>
                  <a:lnTo>
                    <a:pt x="4017" y="288"/>
                  </a:lnTo>
                  <a:lnTo>
                    <a:pt x="4027" y="288"/>
                  </a:lnTo>
                  <a:lnTo>
                    <a:pt x="4039" y="272"/>
                  </a:lnTo>
                  <a:lnTo>
                    <a:pt x="4055" y="258"/>
                  </a:lnTo>
                  <a:lnTo>
                    <a:pt x="4074" y="249"/>
                  </a:lnTo>
                  <a:lnTo>
                    <a:pt x="4081" y="248"/>
                  </a:lnTo>
                  <a:lnTo>
                    <a:pt x="4088" y="248"/>
                  </a:lnTo>
                  <a:lnTo>
                    <a:pt x="4094" y="249"/>
                  </a:lnTo>
                  <a:lnTo>
                    <a:pt x="4097" y="249"/>
                  </a:lnTo>
                  <a:lnTo>
                    <a:pt x="4100" y="249"/>
                  </a:lnTo>
                  <a:lnTo>
                    <a:pt x="4104" y="244"/>
                  </a:lnTo>
                  <a:lnTo>
                    <a:pt x="4107" y="239"/>
                  </a:lnTo>
                  <a:lnTo>
                    <a:pt x="4109" y="234"/>
                  </a:lnTo>
                  <a:lnTo>
                    <a:pt x="4111" y="230"/>
                  </a:lnTo>
                  <a:lnTo>
                    <a:pt x="4114" y="225"/>
                  </a:lnTo>
                  <a:lnTo>
                    <a:pt x="4120" y="222"/>
                  </a:lnTo>
                  <a:lnTo>
                    <a:pt x="4121" y="225"/>
                  </a:lnTo>
                  <a:lnTo>
                    <a:pt x="4123" y="227"/>
                  </a:lnTo>
                  <a:lnTo>
                    <a:pt x="4125" y="227"/>
                  </a:lnTo>
                  <a:lnTo>
                    <a:pt x="4125" y="227"/>
                  </a:lnTo>
                  <a:lnTo>
                    <a:pt x="4127" y="227"/>
                  </a:lnTo>
                  <a:lnTo>
                    <a:pt x="4128" y="225"/>
                  </a:lnTo>
                  <a:lnTo>
                    <a:pt x="4142" y="213"/>
                  </a:lnTo>
                  <a:lnTo>
                    <a:pt x="4151" y="202"/>
                  </a:lnTo>
                  <a:lnTo>
                    <a:pt x="4155" y="190"/>
                  </a:lnTo>
                  <a:lnTo>
                    <a:pt x="4158" y="176"/>
                  </a:lnTo>
                  <a:lnTo>
                    <a:pt x="4163" y="164"/>
                  </a:lnTo>
                  <a:lnTo>
                    <a:pt x="4174" y="148"/>
                  </a:lnTo>
                  <a:lnTo>
                    <a:pt x="4167" y="148"/>
                  </a:lnTo>
                  <a:lnTo>
                    <a:pt x="4162" y="145"/>
                  </a:lnTo>
                  <a:lnTo>
                    <a:pt x="4160" y="141"/>
                  </a:lnTo>
                  <a:lnTo>
                    <a:pt x="4158" y="138"/>
                  </a:lnTo>
                  <a:lnTo>
                    <a:pt x="4158" y="131"/>
                  </a:lnTo>
                  <a:lnTo>
                    <a:pt x="4158" y="122"/>
                  </a:lnTo>
                  <a:lnTo>
                    <a:pt x="4160" y="120"/>
                  </a:lnTo>
                  <a:lnTo>
                    <a:pt x="4160" y="120"/>
                  </a:lnTo>
                  <a:lnTo>
                    <a:pt x="4162" y="119"/>
                  </a:lnTo>
                  <a:lnTo>
                    <a:pt x="4162" y="117"/>
                  </a:lnTo>
                  <a:lnTo>
                    <a:pt x="4162" y="115"/>
                  </a:lnTo>
                  <a:lnTo>
                    <a:pt x="4169" y="113"/>
                  </a:lnTo>
                  <a:lnTo>
                    <a:pt x="4174" y="113"/>
                  </a:lnTo>
                  <a:lnTo>
                    <a:pt x="4177" y="112"/>
                  </a:lnTo>
                  <a:lnTo>
                    <a:pt x="4181" y="112"/>
                  </a:lnTo>
                  <a:lnTo>
                    <a:pt x="4181" y="94"/>
                  </a:lnTo>
                  <a:lnTo>
                    <a:pt x="4184" y="80"/>
                  </a:lnTo>
                  <a:lnTo>
                    <a:pt x="4193" y="71"/>
                  </a:lnTo>
                  <a:close/>
                  <a:moveTo>
                    <a:pt x="2414" y="68"/>
                  </a:moveTo>
                  <a:lnTo>
                    <a:pt x="2413" y="70"/>
                  </a:lnTo>
                  <a:lnTo>
                    <a:pt x="2411" y="70"/>
                  </a:lnTo>
                  <a:lnTo>
                    <a:pt x="2409" y="70"/>
                  </a:lnTo>
                  <a:lnTo>
                    <a:pt x="2409" y="71"/>
                  </a:lnTo>
                  <a:lnTo>
                    <a:pt x="2407" y="71"/>
                  </a:lnTo>
                  <a:lnTo>
                    <a:pt x="2404" y="75"/>
                  </a:lnTo>
                  <a:lnTo>
                    <a:pt x="2400" y="77"/>
                  </a:lnTo>
                  <a:lnTo>
                    <a:pt x="2400" y="78"/>
                  </a:lnTo>
                  <a:lnTo>
                    <a:pt x="2400" y="82"/>
                  </a:lnTo>
                  <a:lnTo>
                    <a:pt x="2400" y="85"/>
                  </a:lnTo>
                  <a:lnTo>
                    <a:pt x="2400" y="91"/>
                  </a:lnTo>
                  <a:lnTo>
                    <a:pt x="2414" y="105"/>
                  </a:lnTo>
                  <a:lnTo>
                    <a:pt x="2427" y="120"/>
                  </a:lnTo>
                  <a:lnTo>
                    <a:pt x="2439" y="138"/>
                  </a:lnTo>
                  <a:lnTo>
                    <a:pt x="2453" y="138"/>
                  </a:lnTo>
                  <a:lnTo>
                    <a:pt x="2453" y="148"/>
                  </a:lnTo>
                  <a:lnTo>
                    <a:pt x="2467" y="153"/>
                  </a:lnTo>
                  <a:lnTo>
                    <a:pt x="2477" y="160"/>
                  </a:lnTo>
                  <a:lnTo>
                    <a:pt x="2488" y="169"/>
                  </a:lnTo>
                  <a:lnTo>
                    <a:pt x="2488" y="173"/>
                  </a:lnTo>
                  <a:lnTo>
                    <a:pt x="2484" y="173"/>
                  </a:lnTo>
                  <a:lnTo>
                    <a:pt x="2481" y="173"/>
                  </a:lnTo>
                  <a:lnTo>
                    <a:pt x="2477" y="173"/>
                  </a:lnTo>
                  <a:lnTo>
                    <a:pt x="2475" y="173"/>
                  </a:lnTo>
                  <a:lnTo>
                    <a:pt x="2472" y="171"/>
                  </a:lnTo>
                  <a:lnTo>
                    <a:pt x="2467" y="169"/>
                  </a:lnTo>
                  <a:lnTo>
                    <a:pt x="2462" y="169"/>
                  </a:lnTo>
                  <a:lnTo>
                    <a:pt x="2462" y="174"/>
                  </a:lnTo>
                  <a:lnTo>
                    <a:pt x="2463" y="178"/>
                  </a:lnTo>
                  <a:lnTo>
                    <a:pt x="2465" y="181"/>
                  </a:lnTo>
                  <a:lnTo>
                    <a:pt x="2465" y="183"/>
                  </a:lnTo>
                  <a:lnTo>
                    <a:pt x="2467" y="187"/>
                  </a:lnTo>
                  <a:lnTo>
                    <a:pt x="2468" y="192"/>
                  </a:lnTo>
                  <a:lnTo>
                    <a:pt x="2463" y="195"/>
                  </a:lnTo>
                  <a:lnTo>
                    <a:pt x="2460" y="199"/>
                  </a:lnTo>
                  <a:lnTo>
                    <a:pt x="2456" y="204"/>
                  </a:lnTo>
                  <a:lnTo>
                    <a:pt x="2453" y="211"/>
                  </a:lnTo>
                  <a:lnTo>
                    <a:pt x="2442" y="211"/>
                  </a:lnTo>
                  <a:lnTo>
                    <a:pt x="2442" y="234"/>
                  </a:lnTo>
                  <a:lnTo>
                    <a:pt x="2434" y="234"/>
                  </a:lnTo>
                  <a:lnTo>
                    <a:pt x="2425" y="227"/>
                  </a:lnTo>
                  <a:lnTo>
                    <a:pt x="2414" y="223"/>
                  </a:lnTo>
                  <a:lnTo>
                    <a:pt x="2406" y="218"/>
                  </a:lnTo>
                  <a:lnTo>
                    <a:pt x="2400" y="206"/>
                  </a:lnTo>
                  <a:lnTo>
                    <a:pt x="2414" y="208"/>
                  </a:lnTo>
                  <a:lnTo>
                    <a:pt x="2428" y="206"/>
                  </a:lnTo>
                  <a:lnTo>
                    <a:pt x="2439" y="202"/>
                  </a:lnTo>
                  <a:lnTo>
                    <a:pt x="2446" y="195"/>
                  </a:lnTo>
                  <a:lnTo>
                    <a:pt x="2448" y="194"/>
                  </a:lnTo>
                  <a:lnTo>
                    <a:pt x="2448" y="192"/>
                  </a:lnTo>
                  <a:lnTo>
                    <a:pt x="2449" y="190"/>
                  </a:lnTo>
                  <a:lnTo>
                    <a:pt x="2449" y="187"/>
                  </a:lnTo>
                  <a:lnTo>
                    <a:pt x="2449" y="183"/>
                  </a:lnTo>
                  <a:lnTo>
                    <a:pt x="2423" y="164"/>
                  </a:lnTo>
                  <a:lnTo>
                    <a:pt x="2395" y="145"/>
                  </a:lnTo>
                  <a:lnTo>
                    <a:pt x="2386" y="134"/>
                  </a:lnTo>
                  <a:lnTo>
                    <a:pt x="2378" y="124"/>
                  </a:lnTo>
                  <a:lnTo>
                    <a:pt x="2371" y="112"/>
                  </a:lnTo>
                  <a:lnTo>
                    <a:pt x="2360" y="101"/>
                  </a:lnTo>
                  <a:lnTo>
                    <a:pt x="2346" y="96"/>
                  </a:lnTo>
                  <a:lnTo>
                    <a:pt x="2334" y="106"/>
                  </a:lnTo>
                  <a:lnTo>
                    <a:pt x="2318" y="115"/>
                  </a:lnTo>
                  <a:lnTo>
                    <a:pt x="2299" y="119"/>
                  </a:lnTo>
                  <a:lnTo>
                    <a:pt x="2297" y="115"/>
                  </a:lnTo>
                  <a:lnTo>
                    <a:pt x="2296" y="112"/>
                  </a:lnTo>
                  <a:lnTo>
                    <a:pt x="2294" y="110"/>
                  </a:lnTo>
                  <a:lnTo>
                    <a:pt x="2290" y="110"/>
                  </a:lnTo>
                  <a:lnTo>
                    <a:pt x="2289" y="110"/>
                  </a:lnTo>
                  <a:lnTo>
                    <a:pt x="2285" y="112"/>
                  </a:lnTo>
                  <a:lnTo>
                    <a:pt x="2276" y="119"/>
                  </a:lnTo>
                  <a:lnTo>
                    <a:pt x="2273" y="129"/>
                  </a:lnTo>
                  <a:lnTo>
                    <a:pt x="2271" y="140"/>
                  </a:lnTo>
                  <a:lnTo>
                    <a:pt x="2266" y="148"/>
                  </a:lnTo>
                  <a:lnTo>
                    <a:pt x="2247" y="148"/>
                  </a:lnTo>
                  <a:lnTo>
                    <a:pt x="2240" y="157"/>
                  </a:lnTo>
                  <a:lnTo>
                    <a:pt x="2235" y="167"/>
                  </a:lnTo>
                  <a:lnTo>
                    <a:pt x="2231" y="180"/>
                  </a:lnTo>
                  <a:lnTo>
                    <a:pt x="2229" y="181"/>
                  </a:lnTo>
                  <a:lnTo>
                    <a:pt x="2229" y="185"/>
                  </a:lnTo>
                  <a:lnTo>
                    <a:pt x="2231" y="187"/>
                  </a:lnTo>
                  <a:lnTo>
                    <a:pt x="2233" y="188"/>
                  </a:lnTo>
                  <a:lnTo>
                    <a:pt x="2236" y="192"/>
                  </a:lnTo>
                  <a:lnTo>
                    <a:pt x="2238" y="195"/>
                  </a:lnTo>
                  <a:lnTo>
                    <a:pt x="2233" y="195"/>
                  </a:lnTo>
                  <a:lnTo>
                    <a:pt x="2231" y="197"/>
                  </a:lnTo>
                  <a:lnTo>
                    <a:pt x="2229" y="197"/>
                  </a:lnTo>
                  <a:lnTo>
                    <a:pt x="2228" y="199"/>
                  </a:lnTo>
                  <a:lnTo>
                    <a:pt x="2226" y="201"/>
                  </a:lnTo>
                  <a:lnTo>
                    <a:pt x="2222" y="202"/>
                  </a:lnTo>
                  <a:lnTo>
                    <a:pt x="2222" y="206"/>
                  </a:lnTo>
                  <a:lnTo>
                    <a:pt x="2222" y="206"/>
                  </a:lnTo>
                  <a:lnTo>
                    <a:pt x="2222" y="208"/>
                  </a:lnTo>
                  <a:lnTo>
                    <a:pt x="2222" y="208"/>
                  </a:lnTo>
                  <a:lnTo>
                    <a:pt x="2222" y="209"/>
                  </a:lnTo>
                  <a:lnTo>
                    <a:pt x="2222" y="215"/>
                  </a:lnTo>
                  <a:lnTo>
                    <a:pt x="2210" y="216"/>
                  </a:lnTo>
                  <a:lnTo>
                    <a:pt x="2205" y="220"/>
                  </a:lnTo>
                  <a:lnTo>
                    <a:pt x="2201" y="223"/>
                  </a:lnTo>
                  <a:lnTo>
                    <a:pt x="2198" y="229"/>
                  </a:lnTo>
                  <a:lnTo>
                    <a:pt x="2193" y="234"/>
                  </a:lnTo>
                  <a:lnTo>
                    <a:pt x="2187" y="236"/>
                  </a:lnTo>
                  <a:lnTo>
                    <a:pt x="2184" y="236"/>
                  </a:lnTo>
                  <a:lnTo>
                    <a:pt x="2179" y="234"/>
                  </a:lnTo>
                  <a:lnTo>
                    <a:pt x="2175" y="232"/>
                  </a:lnTo>
                  <a:lnTo>
                    <a:pt x="2172" y="230"/>
                  </a:lnTo>
                  <a:lnTo>
                    <a:pt x="2170" y="230"/>
                  </a:lnTo>
                  <a:lnTo>
                    <a:pt x="2167" y="232"/>
                  </a:lnTo>
                  <a:lnTo>
                    <a:pt x="2163" y="234"/>
                  </a:lnTo>
                  <a:lnTo>
                    <a:pt x="2160" y="236"/>
                  </a:lnTo>
                  <a:lnTo>
                    <a:pt x="2154" y="237"/>
                  </a:lnTo>
                  <a:lnTo>
                    <a:pt x="2154" y="246"/>
                  </a:lnTo>
                  <a:lnTo>
                    <a:pt x="2203" y="253"/>
                  </a:lnTo>
                  <a:lnTo>
                    <a:pt x="2217" y="246"/>
                  </a:lnTo>
                  <a:lnTo>
                    <a:pt x="2231" y="237"/>
                  </a:lnTo>
                  <a:lnTo>
                    <a:pt x="2242" y="230"/>
                  </a:lnTo>
                  <a:lnTo>
                    <a:pt x="2257" y="227"/>
                  </a:lnTo>
                  <a:lnTo>
                    <a:pt x="2280" y="223"/>
                  </a:lnTo>
                  <a:lnTo>
                    <a:pt x="2304" y="222"/>
                  </a:lnTo>
                  <a:lnTo>
                    <a:pt x="2331" y="222"/>
                  </a:lnTo>
                  <a:lnTo>
                    <a:pt x="2353" y="222"/>
                  </a:lnTo>
                  <a:lnTo>
                    <a:pt x="2372" y="223"/>
                  </a:lnTo>
                  <a:lnTo>
                    <a:pt x="2381" y="225"/>
                  </a:lnTo>
                  <a:lnTo>
                    <a:pt x="2385" y="225"/>
                  </a:lnTo>
                  <a:lnTo>
                    <a:pt x="2379" y="241"/>
                  </a:lnTo>
                  <a:lnTo>
                    <a:pt x="2376" y="258"/>
                  </a:lnTo>
                  <a:lnTo>
                    <a:pt x="2372" y="276"/>
                  </a:lnTo>
                  <a:lnTo>
                    <a:pt x="2378" y="279"/>
                  </a:lnTo>
                  <a:lnTo>
                    <a:pt x="2379" y="283"/>
                  </a:lnTo>
                  <a:lnTo>
                    <a:pt x="2383" y="286"/>
                  </a:lnTo>
                  <a:lnTo>
                    <a:pt x="2385" y="288"/>
                  </a:lnTo>
                  <a:lnTo>
                    <a:pt x="2388" y="291"/>
                  </a:lnTo>
                  <a:lnTo>
                    <a:pt x="2400" y="295"/>
                  </a:lnTo>
                  <a:lnTo>
                    <a:pt x="2414" y="295"/>
                  </a:lnTo>
                  <a:lnTo>
                    <a:pt x="2428" y="297"/>
                  </a:lnTo>
                  <a:lnTo>
                    <a:pt x="2442" y="304"/>
                  </a:lnTo>
                  <a:lnTo>
                    <a:pt x="2446" y="318"/>
                  </a:lnTo>
                  <a:lnTo>
                    <a:pt x="2453" y="321"/>
                  </a:lnTo>
                  <a:lnTo>
                    <a:pt x="2463" y="325"/>
                  </a:lnTo>
                  <a:lnTo>
                    <a:pt x="2477" y="328"/>
                  </a:lnTo>
                  <a:lnTo>
                    <a:pt x="2489" y="332"/>
                  </a:lnTo>
                  <a:lnTo>
                    <a:pt x="2496" y="333"/>
                  </a:lnTo>
                  <a:lnTo>
                    <a:pt x="2498" y="323"/>
                  </a:lnTo>
                  <a:lnTo>
                    <a:pt x="2502" y="314"/>
                  </a:lnTo>
                  <a:lnTo>
                    <a:pt x="2505" y="305"/>
                  </a:lnTo>
                  <a:lnTo>
                    <a:pt x="2516" y="298"/>
                  </a:lnTo>
                  <a:lnTo>
                    <a:pt x="2531" y="295"/>
                  </a:lnTo>
                  <a:lnTo>
                    <a:pt x="2545" y="298"/>
                  </a:lnTo>
                  <a:lnTo>
                    <a:pt x="2559" y="305"/>
                  </a:lnTo>
                  <a:lnTo>
                    <a:pt x="2573" y="311"/>
                  </a:lnTo>
                  <a:lnTo>
                    <a:pt x="2580" y="312"/>
                  </a:lnTo>
                  <a:lnTo>
                    <a:pt x="2594" y="314"/>
                  </a:lnTo>
                  <a:lnTo>
                    <a:pt x="2608" y="318"/>
                  </a:lnTo>
                  <a:lnTo>
                    <a:pt x="2622" y="319"/>
                  </a:lnTo>
                  <a:lnTo>
                    <a:pt x="2633" y="321"/>
                  </a:lnTo>
                  <a:lnTo>
                    <a:pt x="2638" y="323"/>
                  </a:lnTo>
                  <a:lnTo>
                    <a:pt x="2641" y="321"/>
                  </a:lnTo>
                  <a:lnTo>
                    <a:pt x="2643" y="318"/>
                  </a:lnTo>
                  <a:lnTo>
                    <a:pt x="2645" y="316"/>
                  </a:lnTo>
                  <a:lnTo>
                    <a:pt x="2648" y="312"/>
                  </a:lnTo>
                  <a:lnTo>
                    <a:pt x="2652" y="311"/>
                  </a:lnTo>
                  <a:lnTo>
                    <a:pt x="2655" y="311"/>
                  </a:lnTo>
                  <a:lnTo>
                    <a:pt x="2660" y="311"/>
                  </a:lnTo>
                  <a:lnTo>
                    <a:pt x="2673" y="314"/>
                  </a:lnTo>
                  <a:lnTo>
                    <a:pt x="2683" y="319"/>
                  </a:lnTo>
                  <a:lnTo>
                    <a:pt x="2695" y="318"/>
                  </a:lnTo>
                  <a:lnTo>
                    <a:pt x="2708" y="314"/>
                  </a:lnTo>
                  <a:lnTo>
                    <a:pt x="2709" y="300"/>
                  </a:lnTo>
                  <a:lnTo>
                    <a:pt x="2716" y="283"/>
                  </a:lnTo>
                  <a:lnTo>
                    <a:pt x="2722" y="267"/>
                  </a:lnTo>
                  <a:lnTo>
                    <a:pt x="2725" y="253"/>
                  </a:lnTo>
                  <a:lnTo>
                    <a:pt x="2722" y="241"/>
                  </a:lnTo>
                  <a:lnTo>
                    <a:pt x="2720" y="237"/>
                  </a:lnTo>
                  <a:lnTo>
                    <a:pt x="2720" y="234"/>
                  </a:lnTo>
                  <a:lnTo>
                    <a:pt x="2718" y="232"/>
                  </a:lnTo>
                  <a:lnTo>
                    <a:pt x="2716" y="230"/>
                  </a:lnTo>
                  <a:lnTo>
                    <a:pt x="2713" y="230"/>
                  </a:lnTo>
                  <a:lnTo>
                    <a:pt x="2709" y="230"/>
                  </a:lnTo>
                  <a:lnTo>
                    <a:pt x="2702" y="230"/>
                  </a:lnTo>
                  <a:lnTo>
                    <a:pt x="2694" y="237"/>
                  </a:lnTo>
                  <a:lnTo>
                    <a:pt x="2687" y="239"/>
                  </a:lnTo>
                  <a:lnTo>
                    <a:pt x="2680" y="237"/>
                  </a:lnTo>
                  <a:lnTo>
                    <a:pt x="2673" y="234"/>
                  </a:lnTo>
                  <a:lnTo>
                    <a:pt x="2664" y="230"/>
                  </a:lnTo>
                  <a:lnTo>
                    <a:pt x="2659" y="229"/>
                  </a:lnTo>
                  <a:lnTo>
                    <a:pt x="2655" y="230"/>
                  </a:lnTo>
                  <a:lnTo>
                    <a:pt x="2650" y="232"/>
                  </a:lnTo>
                  <a:lnTo>
                    <a:pt x="2648" y="236"/>
                  </a:lnTo>
                  <a:lnTo>
                    <a:pt x="2645" y="239"/>
                  </a:lnTo>
                  <a:lnTo>
                    <a:pt x="2641" y="241"/>
                  </a:lnTo>
                  <a:lnTo>
                    <a:pt x="2626" y="237"/>
                  </a:lnTo>
                  <a:lnTo>
                    <a:pt x="2610" y="227"/>
                  </a:lnTo>
                  <a:lnTo>
                    <a:pt x="2598" y="211"/>
                  </a:lnTo>
                  <a:lnTo>
                    <a:pt x="2592" y="195"/>
                  </a:lnTo>
                  <a:lnTo>
                    <a:pt x="2592" y="192"/>
                  </a:lnTo>
                  <a:lnTo>
                    <a:pt x="2592" y="188"/>
                  </a:lnTo>
                  <a:lnTo>
                    <a:pt x="2592" y="185"/>
                  </a:lnTo>
                  <a:lnTo>
                    <a:pt x="2592" y="181"/>
                  </a:lnTo>
                  <a:lnTo>
                    <a:pt x="2592" y="178"/>
                  </a:lnTo>
                  <a:lnTo>
                    <a:pt x="2594" y="174"/>
                  </a:lnTo>
                  <a:lnTo>
                    <a:pt x="2596" y="169"/>
                  </a:lnTo>
                  <a:lnTo>
                    <a:pt x="2592" y="166"/>
                  </a:lnTo>
                  <a:lnTo>
                    <a:pt x="2589" y="164"/>
                  </a:lnTo>
                  <a:lnTo>
                    <a:pt x="2587" y="162"/>
                  </a:lnTo>
                  <a:lnTo>
                    <a:pt x="2585" y="160"/>
                  </a:lnTo>
                  <a:lnTo>
                    <a:pt x="2582" y="159"/>
                  </a:lnTo>
                  <a:lnTo>
                    <a:pt x="2577" y="157"/>
                  </a:lnTo>
                  <a:lnTo>
                    <a:pt x="2575" y="155"/>
                  </a:lnTo>
                  <a:lnTo>
                    <a:pt x="2573" y="155"/>
                  </a:lnTo>
                  <a:lnTo>
                    <a:pt x="2571" y="153"/>
                  </a:lnTo>
                  <a:lnTo>
                    <a:pt x="2568" y="153"/>
                  </a:lnTo>
                  <a:lnTo>
                    <a:pt x="2564" y="153"/>
                  </a:lnTo>
                  <a:lnTo>
                    <a:pt x="2564" y="157"/>
                  </a:lnTo>
                  <a:lnTo>
                    <a:pt x="2561" y="157"/>
                  </a:lnTo>
                  <a:lnTo>
                    <a:pt x="2561" y="162"/>
                  </a:lnTo>
                  <a:lnTo>
                    <a:pt x="2563" y="166"/>
                  </a:lnTo>
                  <a:lnTo>
                    <a:pt x="2563" y="167"/>
                  </a:lnTo>
                  <a:lnTo>
                    <a:pt x="2563" y="169"/>
                  </a:lnTo>
                  <a:lnTo>
                    <a:pt x="2561" y="171"/>
                  </a:lnTo>
                  <a:lnTo>
                    <a:pt x="2559" y="171"/>
                  </a:lnTo>
                  <a:lnTo>
                    <a:pt x="2556" y="171"/>
                  </a:lnTo>
                  <a:lnTo>
                    <a:pt x="2549" y="173"/>
                  </a:lnTo>
                  <a:lnTo>
                    <a:pt x="2547" y="169"/>
                  </a:lnTo>
                  <a:lnTo>
                    <a:pt x="2545" y="167"/>
                  </a:lnTo>
                  <a:lnTo>
                    <a:pt x="2545" y="166"/>
                  </a:lnTo>
                  <a:lnTo>
                    <a:pt x="2542" y="164"/>
                  </a:lnTo>
                  <a:lnTo>
                    <a:pt x="2542" y="169"/>
                  </a:lnTo>
                  <a:lnTo>
                    <a:pt x="2551" y="180"/>
                  </a:lnTo>
                  <a:lnTo>
                    <a:pt x="2558" y="195"/>
                  </a:lnTo>
                  <a:lnTo>
                    <a:pt x="2561" y="211"/>
                  </a:lnTo>
                  <a:lnTo>
                    <a:pt x="2556" y="215"/>
                  </a:lnTo>
                  <a:lnTo>
                    <a:pt x="2552" y="216"/>
                  </a:lnTo>
                  <a:lnTo>
                    <a:pt x="2551" y="220"/>
                  </a:lnTo>
                  <a:lnTo>
                    <a:pt x="2549" y="223"/>
                  </a:lnTo>
                  <a:lnTo>
                    <a:pt x="2549" y="225"/>
                  </a:lnTo>
                  <a:lnTo>
                    <a:pt x="2547" y="229"/>
                  </a:lnTo>
                  <a:lnTo>
                    <a:pt x="2545" y="230"/>
                  </a:lnTo>
                  <a:lnTo>
                    <a:pt x="2540" y="232"/>
                  </a:lnTo>
                  <a:lnTo>
                    <a:pt x="2535" y="234"/>
                  </a:lnTo>
                  <a:lnTo>
                    <a:pt x="2533" y="232"/>
                  </a:lnTo>
                  <a:lnTo>
                    <a:pt x="2531" y="232"/>
                  </a:lnTo>
                  <a:lnTo>
                    <a:pt x="2531" y="232"/>
                  </a:lnTo>
                  <a:lnTo>
                    <a:pt x="2530" y="230"/>
                  </a:lnTo>
                  <a:lnTo>
                    <a:pt x="2526" y="230"/>
                  </a:lnTo>
                  <a:lnTo>
                    <a:pt x="2510" y="183"/>
                  </a:lnTo>
                  <a:lnTo>
                    <a:pt x="2507" y="181"/>
                  </a:lnTo>
                  <a:lnTo>
                    <a:pt x="2503" y="178"/>
                  </a:lnTo>
                  <a:lnTo>
                    <a:pt x="2498" y="174"/>
                  </a:lnTo>
                  <a:lnTo>
                    <a:pt x="2495" y="173"/>
                  </a:lnTo>
                  <a:lnTo>
                    <a:pt x="2491" y="169"/>
                  </a:lnTo>
                  <a:lnTo>
                    <a:pt x="2489" y="159"/>
                  </a:lnTo>
                  <a:lnTo>
                    <a:pt x="2491" y="150"/>
                  </a:lnTo>
                  <a:lnTo>
                    <a:pt x="2493" y="143"/>
                  </a:lnTo>
                  <a:lnTo>
                    <a:pt x="2493" y="136"/>
                  </a:lnTo>
                  <a:lnTo>
                    <a:pt x="2488" y="131"/>
                  </a:lnTo>
                  <a:lnTo>
                    <a:pt x="2475" y="122"/>
                  </a:lnTo>
                  <a:lnTo>
                    <a:pt x="2465" y="117"/>
                  </a:lnTo>
                  <a:lnTo>
                    <a:pt x="2456" y="115"/>
                  </a:lnTo>
                  <a:lnTo>
                    <a:pt x="2448" y="110"/>
                  </a:lnTo>
                  <a:lnTo>
                    <a:pt x="2441" y="99"/>
                  </a:lnTo>
                  <a:lnTo>
                    <a:pt x="2434" y="80"/>
                  </a:lnTo>
                  <a:lnTo>
                    <a:pt x="2420" y="84"/>
                  </a:lnTo>
                  <a:lnTo>
                    <a:pt x="2418" y="78"/>
                  </a:lnTo>
                  <a:lnTo>
                    <a:pt x="2418" y="75"/>
                  </a:lnTo>
                  <a:lnTo>
                    <a:pt x="2416" y="71"/>
                  </a:lnTo>
                  <a:lnTo>
                    <a:pt x="2414" y="68"/>
                  </a:lnTo>
                  <a:close/>
                  <a:moveTo>
                    <a:pt x="1217" y="64"/>
                  </a:moveTo>
                  <a:lnTo>
                    <a:pt x="1215" y="68"/>
                  </a:lnTo>
                  <a:lnTo>
                    <a:pt x="1212" y="71"/>
                  </a:lnTo>
                  <a:lnTo>
                    <a:pt x="1210" y="73"/>
                  </a:lnTo>
                  <a:lnTo>
                    <a:pt x="1208" y="75"/>
                  </a:lnTo>
                  <a:lnTo>
                    <a:pt x="1208" y="77"/>
                  </a:lnTo>
                  <a:lnTo>
                    <a:pt x="1210" y="78"/>
                  </a:lnTo>
                  <a:lnTo>
                    <a:pt x="1214" y="80"/>
                  </a:lnTo>
                  <a:lnTo>
                    <a:pt x="1215" y="75"/>
                  </a:lnTo>
                  <a:lnTo>
                    <a:pt x="1215" y="73"/>
                  </a:lnTo>
                  <a:lnTo>
                    <a:pt x="1217" y="70"/>
                  </a:lnTo>
                  <a:lnTo>
                    <a:pt x="1219" y="68"/>
                  </a:lnTo>
                  <a:lnTo>
                    <a:pt x="1220" y="64"/>
                  </a:lnTo>
                  <a:lnTo>
                    <a:pt x="1217" y="64"/>
                  </a:lnTo>
                  <a:close/>
                  <a:moveTo>
                    <a:pt x="2654" y="49"/>
                  </a:moveTo>
                  <a:lnTo>
                    <a:pt x="2650" y="57"/>
                  </a:lnTo>
                  <a:lnTo>
                    <a:pt x="2643" y="70"/>
                  </a:lnTo>
                  <a:lnTo>
                    <a:pt x="2634" y="84"/>
                  </a:lnTo>
                  <a:lnTo>
                    <a:pt x="2626" y="98"/>
                  </a:lnTo>
                  <a:lnTo>
                    <a:pt x="2619" y="110"/>
                  </a:lnTo>
                  <a:lnTo>
                    <a:pt x="2615" y="120"/>
                  </a:lnTo>
                  <a:lnTo>
                    <a:pt x="2615" y="126"/>
                  </a:lnTo>
                  <a:lnTo>
                    <a:pt x="2617" y="133"/>
                  </a:lnTo>
                  <a:lnTo>
                    <a:pt x="2617" y="136"/>
                  </a:lnTo>
                  <a:lnTo>
                    <a:pt x="2619" y="140"/>
                  </a:lnTo>
                  <a:lnTo>
                    <a:pt x="2622" y="141"/>
                  </a:lnTo>
                  <a:lnTo>
                    <a:pt x="2626" y="143"/>
                  </a:lnTo>
                  <a:lnTo>
                    <a:pt x="2631" y="145"/>
                  </a:lnTo>
                  <a:lnTo>
                    <a:pt x="2645" y="150"/>
                  </a:lnTo>
                  <a:lnTo>
                    <a:pt x="2659" y="148"/>
                  </a:lnTo>
                  <a:lnTo>
                    <a:pt x="2671" y="143"/>
                  </a:lnTo>
                  <a:lnTo>
                    <a:pt x="2685" y="136"/>
                  </a:lnTo>
                  <a:lnTo>
                    <a:pt x="2699" y="134"/>
                  </a:lnTo>
                  <a:lnTo>
                    <a:pt x="2713" y="134"/>
                  </a:lnTo>
                  <a:lnTo>
                    <a:pt x="2722" y="140"/>
                  </a:lnTo>
                  <a:lnTo>
                    <a:pt x="2729" y="145"/>
                  </a:lnTo>
                  <a:lnTo>
                    <a:pt x="2737" y="148"/>
                  </a:lnTo>
                  <a:lnTo>
                    <a:pt x="2758" y="152"/>
                  </a:lnTo>
                  <a:lnTo>
                    <a:pt x="2779" y="150"/>
                  </a:lnTo>
                  <a:lnTo>
                    <a:pt x="2798" y="145"/>
                  </a:lnTo>
                  <a:lnTo>
                    <a:pt x="2804" y="134"/>
                  </a:lnTo>
                  <a:lnTo>
                    <a:pt x="2798" y="134"/>
                  </a:lnTo>
                  <a:lnTo>
                    <a:pt x="2790" y="120"/>
                  </a:lnTo>
                  <a:lnTo>
                    <a:pt x="2776" y="108"/>
                  </a:lnTo>
                  <a:lnTo>
                    <a:pt x="2756" y="96"/>
                  </a:lnTo>
                  <a:lnTo>
                    <a:pt x="2737" y="85"/>
                  </a:lnTo>
                  <a:lnTo>
                    <a:pt x="2722" y="80"/>
                  </a:lnTo>
                  <a:lnTo>
                    <a:pt x="2713" y="87"/>
                  </a:lnTo>
                  <a:lnTo>
                    <a:pt x="2701" y="92"/>
                  </a:lnTo>
                  <a:lnTo>
                    <a:pt x="2692" y="91"/>
                  </a:lnTo>
                  <a:lnTo>
                    <a:pt x="2687" y="84"/>
                  </a:lnTo>
                  <a:lnTo>
                    <a:pt x="2680" y="77"/>
                  </a:lnTo>
                  <a:lnTo>
                    <a:pt x="2676" y="68"/>
                  </a:lnTo>
                  <a:lnTo>
                    <a:pt x="2688" y="64"/>
                  </a:lnTo>
                  <a:lnTo>
                    <a:pt x="2687" y="63"/>
                  </a:lnTo>
                  <a:lnTo>
                    <a:pt x="2685" y="63"/>
                  </a:lnTo>
                  <a:lnTo>
                    <a:pt x="2685" y="63"/>
                  </a:lnTo>
                  <a:lnTo>
                    <a:pt x="2683" y="63"/>
                  </a:lnTo>
                  <a:lnTo>
                    <a:pt x="2680" y="61"/>
                  </a:lnTo>
                  <a:lnTo>
                    <a:pt x="2674" y="56"/>
                  </a:lnTo>
                  <a:lnTo>
                    <a:pt x="2669" y="54"/>
                  </a:lnTo>
                  <a:lnTo>
                    <a:pt x="2662" y="51"/>
                  </a:lnTo>
                  <a:lnTo>
                    <a:pt x="2654" y="49"/>
                  </a:lnTo>
                  <a:close/>
                  <a:moveTo>
                    <a:pt x="2933" y="45"/>
                  </a:moveTo>
                  <a:lnTo>
                    <a:pt x="2922" y="54"/>
                  </a:lnTo>
                  <a:lnTo>
                    <a:pt x="2910" y="59"/>
                  </a:lnTo>
                  <a:lnTo>
                    <a:pt x="2898" y="64"/>
                  </a:lnTo>
                  <a:lnTo>
                    <a:pt x="2887" y="73"/>
                  </a:lnTo>
                  <a:lnTo>
                    <a:pt x="2880" y="84"/>
                  </a:lnTo>
                  <a:lnTo>
                    <a:pt x="2877" y="99"/>
                  </a:lnTo>
                  <a:lnTo>
                    <a:pt x="2882" y="115"/>
                  </a:lnTo>
                  <a:lnTo>
                    <a:pt x="2893" y="131"/>
                  </a:lnTo>
                  <a:lnTo>
                    <a:pt x="2903" y="147"/>
                  </a:lnTo>
                  <a:lnTo>
                    <a:pt x="2915" y="160"/>
                  </a:lnTo>
                  <a:lnTo>
                    <a:pt x="2922" y="173"/>
                  </a:lnTo>
                  <a:lnTo>
                    <a:pt x="2910" y="173"/>
                  </a:lnTo>
                  <a:lnTo>
                    <a:pt x="2910" y="195"/>
                  </a:lnTo>
                  <a:lnTo>
                    <a:pt x="2914" y="211"/>
                  </a:lnTo>
                  <a:lnTo>
                    <a:pt x="2924" y="220"/>
                  </a:lnTo>
                  <a:lnTo>
                    <a:pt x="2942" y="223"/>
                  </a:lnTo>
                  <a:lnTo>
                    <a:pt x="2968" y="222"/>
                  </a:lnTo>
                  <a:lnTo>
                    <a:pt x="2966" y="202"/>
                  </a:lnTo>
                  <a:lnTo>
                    <a:pt x="2962" y="190"/>
                  </a:lnTo>
                  <a:lnTo>
                    <a:pt x="2957" y="180"/>
                  </a:lnTo>
                  <a:lnTo>
                    <a:pt x="2955" y="169"/>
                  </a:lnTo>
                  <a:lnTo>
                    <a:pt x="2957" y="153"/>
                  </a:lnTo>
                  <a:lnTo>
                    <a:pt x="2961" y="155"/>
                  </a:lnTo>
                  <a:lnTo>
                    <a:pt x="2964" y="155"/>
                  </a:lnTo>
                  <a:lnTo>
                    <a:pt x="2968" y="155"/>
                  </a:lnTo>
                  <a:lnTo>
                    <a:pt x="2971" y="155"/>
                  </a:lnTo>
                  <a:lnTo>
                    <a:pt x="2976" y="153"/>
                  </a:lnTo>
                  <a:lnTo>
                    <a:pt x="2973" y="150"/>
                  </a:lnTo>
                  <a:lnTo>
                    <a:pt x="2969" y="148"/>
                  </a:lnTo>
                  <a:lnTo>
                    <a:pt x="2968" y="147"/>
                  </a:lnTo>
                  <a:lnTo>
                    <a:pt x="2964" y="143"/>
                  </a:lnTo>
                  <a:lnTo>
                    <a:pt x="2961" y="141"/>
                  </a:lnTo>
                  <a:lnTo>
                    <a:pt x="2959" y="143"/>
                  </a:lnTo>
                  <a:lnTo>
                    <a:pt x="2959" y="147"/>
                  </a:lnTo>
                  <a:lnTo>
                    <a:pt x="2957" y="150"/>
                  </a:lnTo>
                  <a:lnTo>
                    <a:pt x="2957" y="152"/>
                  </a:lnTo>
                  <a:lnTo>
                    <a:pt x="2955" y="153"/>
                  </a:lnTo>
                  <a:lnTo>
                    <a:pt x="2954" y="152"/>
                  </a:lnTo>
                  <a:lnTo>
                    <a:pt x="2952" y="148"/>
                  </a:lnTo>
                  <a:lnTo>
                    <a:pt x="2947" y="140"/>
                  </a:lnTo>
                  <a:lnTo>
                    <a:pt x="2942" y="131"/>
                  </a:lnTo>
                  <a:lnTo>
                    <a:pt x="2943" y="127"/>
                  </a:lnTo>
                  <a:lnTo>
                    <a:pt x="2945" y="127"/>
                  </a:lnTo>
                  <a:lnTo>
                    <a:pt x="2947" y="126"/>
                  </a:lnTo>
                  <a:lnTo>
                    <a:pt x="2948" y="122"/>
                  </a:lnTo>
                  <a:lnTo>
                    <a:pt x="2933" y="113"/>
                  </a:lnTo>
                  <a:lnTo>
                    <a:pt x="2921" y="99"/>
                  </a:lnTo>
                  <a:lnTo>
                    <a:pt x="2914" y="84"/>
                  </a:lnTo>
                  <a:lnTo>
                    <a:pt x="2933" y="82"/>
                  </a:lnTo>
                  <a:lnTo>
                    <a:pt x="2947" y="77"/>
                  </a:lnTo>
                  <a:lnTo>
                    <a:pt x="2954" y="64"/>
                  </a:lnTo>
                  <a:lnTo>
                    <a:pt x="2957" y="49"/>
                  </a:lnTo>
                  <a:lnTo>
                    <a:pt x="2952" y="47"/>
                  </a:lnTo>
                  <a:lnTo>
                    <a:pt x="2947" y="47"/>
                  </a:lnTo>
                  <a:lnTo>
                    <a:pt x="2942" y="45"/>
                  </a:lnTo>
                  <a:lnTo>
                    <a:pt x="2933" y="45"/>
                  </a:lnTo>
                  <a:close/>
                  <a:moveTo>
                    <a:pt x="2746" y="42"/>
                  </a:moveTo>
                  <a:lnTo>
                    <a:pt x="2732" y="49"/>
                  </a:lnTo>
                  <a:lnTo>
                    <a:pt x="2715" y="54"/>
                  </a:lnTo>
                  <a:lnTo>
                    <a:pt x="2715" y="68"/>
                  </a:lnTo>
                  <a:lnTo>
                    <a:pt x="2722" y="70"/>
                  </a:lnTo>
                  <a:lnTo>
                    <a:pt x="2730" y="71"/>
                  </a:lnTo>
                  <a:lnTo>
                    <a:pt x="2741" y="71"/>
                  </a:lnTo>
                  <a:lnTo>
                    <a:pt x="2741" y="64"/>
                  </a:lnTo>
                  <a:lnTo>
                    <a:pt x="2744" y="59"/>
                  </a:lnTo>
                  <a:lnTo>
                    <a:pt x="2746" y="54"/>
                  </a:lnTo>
                  <a:lnTo>
                    <a:pt x="2746" y="49"/>
                  </a:lnTo>
                  <a:lnTo>
                    <a:pt x="2746" y="45"/>
                  </a:lnTo>
                  <a:lnTo>
                    <a:pt x="2746" y="42"/>
                  </a:lnTo>
                  <a:close/>
                  <a:moveTo>
                    <a:pt x="1390" y="33"/>
                  </a:moveTo>
                  <a:lnTo>
                    <a:pt x="1393" y="42"/>
                  </a:lnTo>
                  <a:lnTo>
                    <a:pt x="1395" y="54"/>
                  </a:lnTo>
                  <a:lnTo>
                    <a:pt x="1397" y="64"/>
                  </a:lnTo>
                  <a:lnTo>
                    <a:pt x="1395" y="66"/>
                  </a:lnTo>
                  <a:lnTo>
                    <a:pt x="1393" y="66"/>
                  </a:lnTo>
                  <a:lnTo>
                    <a:pt x="1392" y="66"/>
                  </a:lnTo>
                  <a:lnTo>
                    <a:pt x="1392" y="68"/>
                  </a:lnTo>
                  <a:lnTo>
                    <a:pt x="1390" y="68"/>
                  </a:lnTo>
                  <a:lnTo>
                    <a:pt x="1383" y="68"/>
                  </a:lnTo>
                  <a:lnTo>
                    <a:pt x="1381" y="66"/>
                  </a:lnTo>
                  <a:lnTo>
                    <a:pt x="1381" y="64"/>
                  </a:lnTo>
                  <a:lnTo>
                    <a:pt x="1381" y="63"/>
                  </a:lnTo>
                  <a:lnTo>
                    <a:pt x="1379" y="63"/>
                  </a:lnTo>
                  <a:lnTo>
                    <a:pt x="1378" y="61"/>
                  </a:lnTo>
                  <a:lnTo>
                    <a:pt x="1390" y="33"/>
                  </a:lnTo>
                  <a:close/>
                  <a:moveTo>
                    <a:pt x="1002" y="0"/>
                  </a:moveTo>
                  <a:lnTo>
                    <a:pt x="994" y="12"/>
                  </a:lnTo>
                  <a:lnTo>
                    <a:pt x="985" y="23"/>
                  </a:lnTo>
                  <a:lnTo>
                    <a:pt x="980" y="38"/>
                  </a:lnTo>
                  <a:lnTo>
                    <a:pt x="990" y="37"/>
                  </a:lnTo>
                  <a:lnTo>
                    <a:pt x="997" y="40"/>
                  </a:lnTo>
                  <a:lnTo>
                    <a:pt x="1002" y="45"/>
                  </a:lnTo>
                  <a:lnTo>
                    <a:pt x="1009" y="54"/>
                  </a:lnTo>
                  <a:lnTo>
                    <a:pt x="1011" y="47"/>
                  </a:lnTo>
                  <a:lnTo>
                    <a:pt x="1011" y="42"/>
                  </a:lnTo>
                  <a:lnTo>
                    <a:pt x="1013" y="38"/>
                  </a:lnTo>
                  <a:lnTo>
                    <a:pt x="1013" y="33"/>
                  </a:lnTo>
                  <a:lnTo>
                    <a:pt x="1022" y="33"/>
                  </a:lnTo>
                  <a:lnTo>
                    <a:pt x="1027" y="45"/>
                  </a:lnTo>
                  <a:lnTo>
                    <a:pt x="1035" y="49"/>
                  </a:lnTo>
                  <a:lnTo>
                    <a:pt x="1042" y="52"/>
                  </a:lnTo>
                  <a:lnTo>
                    <a:pt x="1049" y="56"/>
                  </a:lnTo>
                  <a:lnTo>
                    <a:pt x="1056" y="64"/>
                  </a:lnTo>
                  <a:lnTo>
                    <a:pt x="1049" y="75"/>
                  </a:lnTo>
                  <a:lnTo>
                    <a:pt x="1041" y="87"/>
                  </a:lnTo>
                  <a:lnTo>
                    <a:pt x="1034" y="103"/>
                  </a:lnTo>
                  <a:lnTo>
                    <a:pt x="1028" y="117"/>
                  </a:lnTo>
                  <a:lnTo>
                    <a:pt x="1028" y="126"/>
                  </a:lnTo>
                  <a:lnTo>
                    <a:pt x="1030" y="131"/>
                  </a:lnTo>
                  <a:lnTo>
                    <a:pt x="1030" y="134"/>
                  </a:lnTo>
                  <a:lnTo>
                    <a:pt x="1032" y="136"/>
                  </a:lnTo>
                  <a:lnTo>
                    <a:pt x="1034" y="138"/>
                  </a:lnTo>
                  <a:lnTo>
                    <a:pt x="1035" y="140"/>
                  </a:lnTo>
                  <a:lnTo>
                    <a:pt x="1041" y="141"/>
                  </a:lnTo>
                  <a:lnTo>
                    <a:pt x="1041" y="138"/>
                  </a:lnTo>
                  <a:lnTo>
                    <a:pt x="1044" y="131"/>
                  </a:lnTo>
                  <a:lnTo>
                    <a:pt x="1049" y="120"/>
                  </a:lnTo>
                  <a:lnTo>
                    <a:pt x="1055" y="106"/>
                  </a:lnTo>
                  <a:lnTo>
                    <a:pt x="1060" y="94"/>
                  </a:lnTo>
                  <a:lnTo>
                    <a:pt x="1065" y="84"/>
                  </a:lnTo>
                  <a:lnTo>
                    <a:pt x="1067" y="77"/>
                  </a:lnTo>
                  <a:lnTo>
                    <a:pt x="1079" y="77"/>
                  </a:lnTo>
                  <a:lnTo>
                    <a:pt x="1081" y="96"/>
                  </a:lnTo>
                  <a:lnTo>
                    <a:pt x="1081" y="113"/>
                  </a:lnTo>
                  <a:lnTo>
                    <a:pt x="1081" y="134"/>
                  </a:lnTo>
                  <a:lnTo>
                    <a:pt x="1083" y="157"/>
                  </a:lnTo>
                  <a:lnTo>
                    <a:pt x="1105" y="160"/>
                  </a:lnTo>
                  <a:lnTo>
                    <a:pt x="1114" y="147"/>
                  </a:lnTo>
                  <a:lnTo>
                    <a:pt x="1130" y="138"/>
                  </a:lnTo>
                  <a:lnTo>
                    <a:pt x="1147" y="129"/>
                  </a:lnTo>
                  <a:lnTo>
                    <a:pt x="1165" y="122"/>
                  </a:lnTo>
                  <a:lnTo>
                    <a:pt x="1182" y="115"/>
                  </a:lnTo>
                  <a:lnTo>
                    <a:pt x="1198" y="106"/>
                  </a:lnTo>
                  <a:lnTo>
                    <a:pt x="1205" y="96"/>
                  </a:lnTo>
                  <a:lnTo>
                    <a:pt x="1201" y="96"/>
                  </a:lnTo>
                  <a:lnTo>
                    <a:pt x="1200" y="92"/>
                  </a:lnTo>
                  <a:lnTo>
                    <a:pt x="1200" y="91"/>
                  </a:lnTo>
                  <a:lnTo>
                    <a:pt x="1198" y="89"/>
                  </a:lnTo>
                  <a:lnTo>
                    <a:pt x="1198" y="89"/>
                  </a:lnTo>
                  <a:lnTo>
                    <a:pt x="1196" y="89"/>
                  </a:lnTo>
                  <a:lnTo>
                    <a:pt x="1194" y="89"/>
                  </a:lnTo>
                  <a:lnTo>
                    <a:pt x="1191" y="87"/>
                  </a:lnTo>
                  <a:lnTo>
                    <a:pt x="1184" y="92"/>
                  </a:lnTo>
                  <a:lnTo>
                    <a:pt x="1172" y="99"/>
                  </a:lnTo>
                  <a:lnTo>
                    <a:pt x="1158" y="110"/>
                  </a:lnTo>
                  <a:lnTo>
                    <a:pt x="1140" y="119"/>
                  </a:lnTo>
                  <a:lnTo>
                    <a:pt x="1124" y="129"/>
                  </a:lnTo>
                  <a:lnTo>
                    <a:pt x="1109" y="136"/>
                  </a:lnTo>
                  <a:lnTo>
                    <a:pt x="1098" y="140"/>
                  </a:lnTo>
                  <a:lnTo>
                    <a:pt x="1095" y="141"/>
                  </a:lnTo>
                  <a:lnTo>
                    <a:pt x="1093" y="140"/>
                  </a:lnTo>
                  <a:lnTo>
                    <a:pt x="1091" y="138"/>
                  </a:lnTo>
                  <a:lnTo>
                    <a:pt x="1091" y="136"/>
                  </a:lnTo>
                  <a:lnTo>
                    <a:pt x="1091" y="134"/>
                  </a:lnTo>
                  <a:lnTo>
                    <a:pt x="1090" y="131"/>
                  </a:lnTo>
                  <a:lnTo>
                    <a:pt x="1095" y="122"/>
                  </a:lnTo>
                  <a:lnTo>
                    <a:pt x="1095" y="115"/>
                  </a:lnTo>
                  <a:lnTo>
                    <a:pt x="1093" y="110"/>
                  </a:lnTo>
                  <a:lnTo>
                    <a:pt x="1091" y="101"/>
                  </a:lnTo>
                  <a:lnTo>
                    <a:pt x="1095" y="91"/>
                  </a:lnTo>
                  <a:lnTo>
                    <a:pt x="1097" y="89"/>
                  </a:lnTo>
                  <a:lnTo>
                    <a:pt x="1098" y="87"/>
                  </a:lnTo>
                  <a:lnTo>
                    <a:pt x="1100" y="85"/>
                  </a:lnTo>
                  <a:lnTo>
                    <a:pt x="1102" y="85"/>
                  </a:lnTo>
                  <a:lnTo>
                    <a:pt x="1104" y="85"/>
                  </a:lnTo>
                  <a:lnTo>
                    <a:pt x="1105" y="84"/>
                  </a:lnTo>
                  <a:lnTo>
                    <a:pt x="1107" y="82"/>
                  </a:lnTo>
                  <a:lnTo>
                    <a:pt x="1107" y="78"/>
                  </a:lnTo>
                  <a:lnTo>
                    <a:pt x="1109" y="73"/>
                  </a:lnTo>
                  <a:lnTo>
                    <a:pt x="1109" y="64"/>
                  </a:lnTo>
                  <a:lnTo>
                    <a:pt x="1100" y="59"/>
                  </a:lnTo>
                  <a:lnTo>
                    <a:pt x="1091" y="57"/>
                  </a:lnTo>
                  <a:lnTo>
                    <a:pt x="1084" y="57"/>
                  </a:lnTo>
                  <a:lnTo>
                    <a:pt x="1076" y="54"/>
                  </a:lnTo>
                  <a:lnTo>
                    <a:pt x="1063" y="45"/>
                  </a:lnTo>
                  <a:lnTo>
                    <a:pt x="1055" y="37"/>
                  </a:lnTo>
                  <a:lnTo>
                    <a:pt x="1049" y="26"/>
                  </a:lnTo>
                  <a:lnTo>
                    <a:pt x="1042" y="16"/>
                  </a:lnTo>
                  <a:lnTo>
                    <a:pt x="1034" y="9"/>
                  </a:lnTo>
                  <a:lnTo>
                    <a:pt x="1020" y="2"/>
                  </a:lnTo>
                  <a:lnTo>
                    <a:pt x="1002" y="0"/>
                  </a:lnTo>
                  <a:close/>
                </a:path>
              </a:pathLst>
            </a:custGeom>
            <a:solidFill>
              <a:schemeClr val="bg1"/>
            </a:solidFill>
            <a:ln w="3175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21" name="CustomShape 3"/>
            <p:cNvSpPr/>
            <p:nvPr/>
          </p:nvSpPr>
          <p:spPr>
            <a:xfrm>
              <a:off x="1675440" y="2282400"/>
              <a:ext cx="9298800" cy="5034960"/>
            </a:xfrm>
            <a:custGeom>
              <a:avLst/>
              <a:gdLst/>
              <a:ahLst/>
              <a:rect l="l" t="t" r="r" b="b"/>
              <a:pathLst>
                <a:path w="4849" h="2423">
                  <a:moveTo>
                    <a:pt x="1469" y="711"/>
                  </a:moveTo>
                  <a:lnTo>
                    <a:pt x="1482" y="712"/>
                  </a:lnTo>
                  <a:lnTo>
                    <a:pt x="1490" y="714"/>
                  </a:lnTo>
                  <a:lnTo>
                    <a:pt x="1501" y="718"/>
                  </a:lnTo>
                  <a:lnTo>
                    <a:pt x="1501" y="726"/>
                  </a:lnTo>
                  <a:lnTo>
                    <a:pt x="1497" y="726"/>
                  </a:lnTo>
                  <a:lnTo>
                    <a:pt x="1494" y="728"/>
                  </a:lnTo>
                  <a:lnTo>
                    <a:pt x="1490" y="728"/>
                  </a:lnTo>
                  <a:lnTo>
                    <a:pt x="1487" y="728"/>
                  </a:lnTo>
                  <a:lnTo>
                    <a:pt x="1482" y="730"/>
                  </a:lnTo>
                  <a:lnTo>
                    <a:pt x="1478" y="725"/>
                  </a:lnTo>
                  <a:lnTo>
                    <a:pt x="1476" y="723"/>
                  </a:lnTo>
                  <a:lnTo>
                    <a:pt x="1475" y="719"/>
                  </a:lnTo>
                  <a:lnTo>
                    <a:pt x="1473" y="716"/>
                  </a:lnTo>
                  <a:lnTo>
                    <a:pt x="1469" y="711"/>
                  </a:lnTo>
                  <a:close/>
                  <a:moveTo>
                    <a:pt x="1551" y="691"/>
                  </a:moveTo>
                  <a:lnTo>
                    <a:pt x="1562" y="691"/>
                  </a:lnTo>
                  <a:lnTo>
                    <a:pt x="1562" y="705"/>
                  </a:lnTo>
                  <a:lnTo>
                    <a:pt x="1562" y="718"/>
                  </a:lnTo>
                  <a:lnTo>
                    <a:pt x="1564" y="728"/>
                  </a:lnTo>
                  <a:lnTo>
                    <a:pt x="1565" y="740"/>
                  </a:lnTo>
                  <a:lnTo>
                    <a:pt x="1585" y="740"/>
                  </a:lnTo>
                  <a:lnTo>
                    <a:pt x="1585" y="760"/>
                  </a:lnTo>
                  <a:lnTo>
                    <a:pt x="1593" y="760"/>
                  </a:lnTo>
                  <a:lnTo>
                    <a:pt x="1595" y="761"/>
                  </a:lnTo>
                  <a:lnTo>
                    <a:pt x="1597" y="761"/>
                  </a:lnTo>
                  <a:lnTo>
                    <a:pt x="1599" y="761"/>
                  </a:lnTo>
                  <a:lnTo>
                    <a:pt x="1600" y="761"/>
                  </a:lnTo>
                  <a:lnTo>
                    <a:pt x="1602" y="761"/>
                  </a:lnTo>
                  <a:lnTo>
                    <a:pt x="1604" y="763"/>
                  </a:lnTo>
                  <a:lnTo>
                    <a:pt x="1602" y="774"/>
                  </a:lnTo>
                  <a:lnTo>
                    <a:pt x="1599" y="786"/>
                  </a:lnTo>
                  <a:lnTo>
                    <a:pt x="1597" y="798"/>
                  </a:lnTo>
                  <a:lnTo>
                    <a:pt x="1593" y="798"/>
                  </a:lnTo>
                  <a:lnTo>
                    <a:pt x="1592" y="794"/>
                  </a:lnTo>
                  <a:lnTo>
                    <a:pt x="1592" y="793"/>
                  </a:lnTo>
                  <a:lnTo>
                    <a:pt x="1592" y="791"/>
                  </a:lnTo>
                  <a:lnTo>
                    <a:pt x="1590" y="789"/>
                  </a:lnTo>
                  <a:lnTo>
                    <a:pt x="1590" y="787"/>
                  </a:lnTo>
                  <a:lnTo>
                    <a:pt x="1588" y="791"/>
                  </a:lnTo>
                  <a:lnTo>
                    <a:pt x="1586" y="791"/>
                  </a:lnTo>
                  <a:lnTo>
                    <a:pt x="1586" y="793"/>
                  </a:lnTo>
                  <a:lnTo>
                    <a:pt x="1586" y="793"/>
                  </a:lnTo>
                  <a:lnTo>
                    <a:pt x="1586" y="793"/>
                  </a:lnTo>
                  <a:lnTo>
                    <a:pt x="1585" y="793"/>
                  </a:lnTo>
                  <a:lnTo>
                    <a:pt x="1581" y="794"/>
                  </a:lnTo>
                  <a:lnTo>
                    <a:pt x="1581" y="787"/>
                  </a:lnTo>
                  <a:lnTo>
                    <a:pt x="1583" y="786"/>
                  </a:lnTo>
                  <a:lnTo>
                    <a:pt x="1583" y="784"/>
                  </a:lnTo>
                  <a:lnTo>
                    <a:pt x="1585" y="782"/>
                  </a:lnTo>
                  <a:lnTo>
                    <a:pt x="1585" y="779"/>
                  </a:lnTo>
                  <a:lnTo>
                    <a:pt x="1585" y="775"/>
                  </a:lnTo>
                  <a:lnTo>
                    <a:pt x="1581" y="775"/>
                  </a:lnTo>
                  <a:lnTo>
                    <a:pt x="1574" y="782"/>
                  </a:lnTo>
                  <a:lnTo>
                    <a:pt x="1567" y="789"/>
                  </a:lnTo>
                  <a:lnTo>
                    <a:pt x="1558" y="794"/>
                  </a:lnTo>
                  <a:lnTo>
                    <a:pt x="1558" y="789"/>
                  </a:lnTo>
                  <a:lnTo>
                    <a:pt x="1558" y="784"/>
                  </a:lnTo>
                  <a:lnTo>
                    <a:pt x="1558" y="782"/>
                  </a:lnTo>
                  <a:lnTo>
                    <a:pt x="1557" y="781"/>
                  </a:lnTo>
                  <a:lnTo>
                    <a:pt x="1553" y="779"/>
                  </a:lnTo>
                  <a:lnTo>
                    <a:pt x="1548" y="779"/>
                  </a:lnTo>
                  <a:lnTo>
                    <a:pt x="1539" y="779"/>
                  </a:lnTo>
                  <a:lnTo>
                    <a:pt x="1536" y="779"/>
                  </a:lnTo>
                  <a:lnTo>
                    <a:pt x="1532" y="779"/>
                  </a:lnTo>
                  <a:lnTo>
                    <a:pt x="1527" y="777"/>
                  </a:lnTo>
                  <a:lnTo>
                    <a:pt x="1522" y="777"/>
                  </a:lnTo>
                  <a:lnTo>
                    <a:pt x="1517" y="775"/>
                  </a:lnTo>
                  <a:lnTo>
                    <a:pt x="1513" y="772"/>
                  </a:lnTo>
                  <a:lnTo>
                    <a:pt x="1523" y="758"/>
                  </a:lnTo>
                  <a:lnTo>
                    <a:pt x="1534" y="737"/>
                  </a:lnTo>
                  <a:lnTo>
                    <a:pt x="1541" y="714"/>
                  </a:lnTo>
                  <a:lnTo>
                    <a:pt x="1551" y="691"/>
                  </a:lnTo>
                  <a:close/>
                  <a:moveTo>
                    <a:pt x="1220" y="630"/>
                  </a:moveTo>
                  <a:lnTo>
                    <a:pt x="1235" y="630"/>
                  </a:lnTo>
                  <a:lnTo>
                    <a:pt x="1235" y="637"/>
                  </a:lnTo>
                  <a:lnTo>
                    <a:pt x="1232" y="637"/>
                  </a:lnTo>
                  <a:lnTo>
                    <a:pt x="1230" y="639"/>
                  </a:lnTo>
                  <a:lnTo>
                    <a:pt x="1229" y="639"/>
                  </a:lnTo>
                  <a:lnTo>
                    <a:pt x="1227" y="639"/>
                  </a:lnTo>
                  <a:lnTo>
                    <a:pt x="1225" y="641"/>
                  </a:lnTo>
                  <a:lnTo>
                    <a:pt x="1220" y="641"/>
                  </a:lnTo>
                  <a:lnTo>
                    <a:pt x="1220" y="630"/>
                  </a:lnTo>
                  <a:close/>
                  <a:moveTo>
                    <a:pt x="515" y="622"/>
                  </a:moveTo>
                  <a:lnTo>
                    <a:pt x="522" y="622"/>
                  </a:lnTo>
                  <a:lnTo>
                    <a:pt x="525" y="623"/>
                  </a:lnTo>
                  <a:lnTo>
                    <a:pt x="529" y="625"/>
                  </a:lnTo>
                  <a:lnTo>
                    <a:pt x="534" y="625"/>
                  </a:lnTo>
                  <a:lnTo>
                    <a:pt x="541" y="625"/>
                  </a:lnTo>
                  <a:lnTo>
                    <a:pt x="543" y="639"/>
                  </a:lnTo>
                  <a:lnTo>
                    <a:pt x="546" y="650"/>
                  </a:lnTo>
                  <a:lnTo>
                    <a:pt x="548" y="664"/>
                  </a:lnTo>
                  <a:lnTo>
                    <a:pt x="541" y="664"/>
                  </a:lnTo>
                  <a:lnTo>
                    <a:pt x="537" y="658"/>
                  </a:lnTo>
                  <a:lnTo>
                    <a:pt x="534" y="655"/>
                  </a:lnTo>
                  <a:lnTo>
                    <a:pt x="529" y="651"/>
                  </a:lnTo>
                  <a:lnTo>
                    <a:pt x="525" y="648"/>
                  </a:lnTo>
                  <a:lnTo>
                    <a:pt x="522" y="643"/>
                  </a:lnTo>
                  <a:lnTo>
                    <a:pt x="518" y="637"/>
                  </a:lnTo>
                  <a:lnTo>
                    <a:pt x="516" y="634"/>
                  </a:lnTo>
                  <a:lnTo>
                    <a:pt x="515" y="630"/>
                  </a:lnTo>
                  <a:lnTo>
                    <a:pt x="515" y="627"/>
                  </a:lnTo>
                  <a:lnTo>
                    <a:pt x="515" y="622"/>
                  </a:lnTo>
                  <a:close/>
                  <a:moveTo>
                    <a:pt x="4304" y="609"/>
                  </a:moveTo>
                  <a:lnTo>
                    <a:pt x="4306" y="611"/>
                  </a:lnTo>
                  <a:lnTo>
                    <a:pt x="4306" y="611"/>
                  </a:lnTo>
                  <a:lnTo>
                    <a:pt x="4306" y="611"/>
                  </a:lnTo>
                  <a:lnTo>
                    <a:pt x="4306" y="613"/>
                  </a:lnTo>
                  <a:lnTo>
                    <a:pt x="4307" y="613"/>
                  </a:lnTo>
                  <a:lnTo>
                    <a:pt x="4307" y="615"/>
                  </a:lnTo>
                  <a:lnTo>
                    <a:pt x="4313" y="627"/>
                  </a:lnTo>
                  <a:lnTo>
                    <a:pt x="4313" y="643"/>
                  </a:lnTo>
                  <a:lnTo>
                    <a:pt x="4313" y="658"/>
                  </a:lnTo>
                  <a:lnTo>
                    <a:pt x="4316" y="676"/>
                  </a:lnTo>
                  <a:lnTo>
                    <a:pt x="4321" y="693"/>
                  </a:lnTo>
                  <a:lnTo>
                    <a:pt x="4330" y="712"/>
                  </a:lnTo>
                  <a:lnTo>
                    <a:pt x="4335" y="733"/>
                  </a:lnTo>
                  <a:lnTo>
                    <a:pt x="4311" y="730"/>
                  </a:lnTo>
                  <a:lnTo>
                    <a:pt x="4311" y="746"/>
                  </a:lnTo>
                  <a:lnTo>
                    <a:pt x="4314" y="758"/>
                  </a:lnTo>
                  <a:lnTo>
                    <a:pt x="4316" y="770"/>
                  </a:lnTo>
                  <a:lnTo>
                    <a:pt x="4320" y="787"/>
                  </a:lnTo>
                  <a:lnTo>
                    <a:pt x="4314" y="787"/>
                  </a:lnTo>
                  <a:lnTo>
                    <a:pt x="4311" y="787"/>
                  </a:lnTo>
                  <a:lnTo>
                    <a:pt x="4306" y="789"/>
                  </a:lnTo>
                  <a:lnTo>
                    <a:pt x="4304" y="789"/>
                  </a:lnTo>
                  <a:lnTo>
                    <a:pt x="4301" y="791"/>
                  </a:lnTo>
                  <a:lnTo>
                    <a:pt x="4301" y="791"/>
                  </a:lnTo>
                  <a:lnTo>
                    <a:pt x="4297" y="781"/>
                  </a:lnTo>
                  <a:lnTo>
                    <a:pt x="4295" y="761"/>
                  </a:lnTo>
                  <a:lnTo>
                    <a:pt x="4295" y="739"/>
                  </a:lnTo>
                  <a:lnTo>
                    <a:pt x="4295" y="714"/>
                  </a:lnTo>
                  <a:lnTo>
                    <a:pt x="4295" y="691"/>
                  </a:lnTo>
                  <a:lnTo>
                    <a:pt x="4292" y="676"/>
                  </a:lnTo>
                  <a:lnTo>
                    <a:pt x="4292" y="637"/>
                  </a:lnTo>
                  <a:lnTo>
                    <a:pt x="4295" y="632"/>
                  </a:lnTo>
                  <a:lnTo>
                    <a:pt x="4297" y="629"/>
                  </a:lnTo>
                  <a:lnTo>
                    <a:pt x="4299" y="625"/>
                  </a:lnTo>
                  <a:lnTo>
                    <a:pt x="4301" y="622"/>
                  </a:lnTo>
                  <a:lnTo>
                    <a:pt x="4302" y="616"/>
                  </a:lnTo>
                  <a:lnTo>
                    <a:pt x="4304" y="609"/>
                  </a:lnTo>
                  <a:close/>
                  <a:moveTo>
                    <a:pt x="2253" y="595"/>
                  </a:moveTo>
                  <a:lnTo>
                    <a:pt x="2257" y="616"/>
                  </a:lnTo>
                  <a:lnTo>
                    <a:pt x="2255" y="637"/>
                  </a:lnTo>
                  <a:lnTo>
                    <a:pt x="2250" y="660"/>
                  </a:lnTo>
                  <a:lnTo>
                    <a:pt x="2236" y="667"/>
                  </a:lnTo>
                  <a:lnTo>
                    <a:pt x="2223" y="671"/>
                  </a:lnTo>
                  <a:lnTo>
                    <a:pt x="2204" y="672"/>
                  </a:lnTo>
                  <a:lnTo>
                    <a:pt x="2204" y="664"/>
                  </a:lnTo>
                  <a:lnTo>
                    <a:pt x="2209" y="651"/>
                  </a:lnTo>
                  <a:lnTo>
                    <a:pt x="2209" y="636"/>
                  </a:lnTo>
                  <a:lnTo>
                    <a:pt x="2208" y="618"/>
                  </a:lnTo>
                  <a:lnTo>
                    <a:pt x="2218" y="609"/>
                  </a:lnTo>
                  <a:lnTo>
                    <a:pt x="2227" y="602"/>
                  </a:lnTo>
                  <a:lnTo>
                    <a:pt x="2237" y="597"/>
                  </a:lnTo>
                  <a:lnTo>
                    <a:pt x="2253" y="595"/>
                  </a:lnTo>
                  <a:close/>
                  <a:moveTo>
                    <a:pt x="2503" y="568"/>
                  </a:moveTo>
                  <a:lnTo>
                    <a:pt x="2506" y="571"/>
                  </a:lnTo>
                  <a:lnTo>
                    <a:pt x="2508" y="573"/>
                  </a:lnTo>
                  <a:lnTo>
                    <a:pt x="2510" y="575"/>
                  </a:lnTo>
                  <a:lnTo>
                    <a:pt x="2510" y="578"/>
                  </a:lnTo>
                  <a:lnTo>
                    <a:pt x="2510" y="582"/>
                  </a:lnTo>
                  <a:lnTo>
                    <a:pt x="2511" y="587"/>
                  </a:lnTo>
                  <a:lnTo>
                    <a:pt x="2510" y="590"/>
                  </a:lnTo>
                  <a:lnTo>
                    <a:pt x="2508" y="592"/>
                  </a:lnTo>
                  <a:lnTo>
                    <a:pt x="2508" y="594"/>
                  </a:lnTo>
                  <a:lnTo>
                    <a:pt x="2508" y="595"/>
                  </a:lnTo>
                  <a:lnTo>
                    <a:pt x="2508" y="597"/>
                  </a:lnTo>
                  <a:lnTo>
                    <a:pt x="2506" y="599"/>
                  </a:lnTo>
                  <a:lnTo>
                    <a:pt x="2504" y="601"/>
                  </a:lnTo>
                  <a:lnTo>
                    <a:pt x="2503" y="601"/>
                  </a:lnTo>
                  <a:lnTo>
                    <a:pt x="2501" y="601"/>
                  </a:lnTo>
                  <a:lnTo>
                    <a:pt x="2499" y="602"/>
                  </a:lnTo>
                  <a:lnTo>
                    <a:pt x="2496" y="602"/>
                  </a:lnTo>
                  <a:lnTo>
                    <a:pt x="2490" y="590"/>
                  </a:lnTo>
                  <a:lnTo>
                    <a:pt x="2487" y="585"/>
                  </a:lnTo>
                  <a:lnTo>
                    <a:pt x="2487" y="583"/>
                  </a:lnTo>
                  <a:lnTo>
                    <a:pt x="2489" y="582"/>
                  </a:lnTo>
                  <a:lnTo>
                    <a:pt x="2496" y="578"/>
                  </a:lnTo>
                  <a:lnTo>
                    <a:pt x="2503" y="568"/>
                  </a:lnTo>
                  <a:close/>
                  <a:moveTo>
                    <a:pt x="2583" y="529"/>
                  </a:moveTo>
                  <a:lnTo>
                    <a:pt x="2588" y="531"/>
                  </a:lnTo>
                  <a:lnTo>
                    <a:pt x="2590" y="531"/>
                  </a:lnTo>
                  <a:lnTo>
                    <a:pt x="2592" y="531"/>
                  </a:lnTo>
                  <a:lnTo>
                    <a:pt x="2593" y="533"/>
                  </a:lnTo>
                  <a:lnTo>
                    <a:pt x="2595" y="533"/>
                  </a:lnTo>
                  <a:lnTo>
                    <a:pt x="2592" y="538"/>
                  </a:lnTo>
                  <a:lnTo>
                    <a:pt x="2590" y="543"/>
                  </a:lnTo>
                  <a:lnTo>
                    <a:pt x="2588" y="548"/>
                  </a:lnTo>
                  <a:lnTo>
                    <a:pt x="2585" y="554"/>
                  </a:lnTo>
                  <a:lnTo>
                    <a:pt x="2579" y="557"/>
                  </a:lnTo>
                  <a:lnTo>
                    <a:pt x="2579" y="552"/>
                  </a:lnTo>
                  <a:lnTo>
                    <a:pt x="2578" y="552"/>
                  </a:lnTo>
                  <a:lnTo>
                    <a:pt x="2578" y="550"/>
                  </a:lnTo>
                  <a:lnTo>
                    <a:pt x="2578" y="550"/>
                  </a:lnTo>
                  <a:lnTo>
                    <a:pt x="2578" y="548"/>
                  </a:lnTo>
                  <a:lnTo>
                    <a:pt x="2576" y="545"/>
                  </a:lnTo>
                  <a:lnTo>
                    <a:pt x="2579" y="541"/>
                  </a:lnTo>
                  <a:lnTo>
                    <a:pt x="2581" y="538"/>
                  </a:lnTo>
                  <a:lnTo>
                    <a:pt x="2583" y="534"/>
                  </a:lnTo>
                  <a:lnTo>
                    <a:pt x="2583" y="529"/>
                  </a:lnTo>
                  <a:close/>
                  <a:moveTo>
                    <a:pt x="246" y="526"/>
                  </a:moveTo>
                  <a:lnTo>
                    <a:pt x="251" y="534"/>
                  </a:lnTo>
                  <a:lnTo>
                    <a:pt x="251" y="541"/>
                  </a:lnTo>
                  <a:lnTo>
                    <a:pt x="246" y="550"/>
                  </a:lnTo>
                  <a:lnTo>
                    <a:pt x="239" y="555"/>
                  </a:lnTo>
                  <a:lnTo>
                    <a:pt x="232" y="559"/>
                  </a:lnTo>
                  <a:lnTo>
                    <a:pt x="230" y="561"/>
                  </a:lnTo>
                  <a:lnTo>
                    <a:pt x="227" y="557"/>
                  </a:lnTo>
                  <a:lnTo>
                    <a:pt x="225" y="554"/>
                  </a:lnTo>
                  <a:lnTo>
                    <a:pt x="223" y="548"/>
                  </a:lnTo>
                  <a:lnTo>
                    <a:pt x="223" y="543"/>
                  </a:lnTo>
                  <a:lnTo>
                    <a:pt x="221" y="538"/>
                  </a:lnTo>
                  <a:lnTo>
                    <a:pt x="234" y="533"/>
                  </a:lnTo>
                  <a:lnTo>
                    <a:pt x="237" y="531"/>
                  </a:lnTo>
                  <a:lnTo>
                    <a:pt x="242" y="529"/>
                  </a:lnTo>
                  <a:lnTo>
                    <a:pt x="246" y="526"/>
                  </a:lnTo>
                  <a:close/>
                  <a:moveTo>
                    <a:pt x="2646" y="503"/>
                  </a:moveTo>
                  <a:lnTo>
                    <a:pt x="2660" y="510"/>
                  </a:lnTo>
                  <a:lnTo>
                    <a:pt x="2660" y="515"/>
                  </a:lnTo>
                  <a:lnTo>
                    <a:pt x="2656" y="515"/>
                  </a:lnTo>
                  <a:lnTo>
                    <a:pt x="2655" y="517"/>
                  </a:lnTo>
                  <a:lnTo>
                    <a:pt x="2651" y="519"/>
                  </a:lnTo>
                  <a:lnTo>
                    <a:pt x="2649" y="522"/>
                  </a:lnTo>
                  <a:lnTo>
                    <a:pt x="2646" y="520"/>
                  </a:lnTo>
                  <a:lnTo>
                    <a:pt x="2644" y="520"/>
                  </a:lnTo>
                  <a:lnTo>
                    <a:pt x="2644" y="520"/>
                  </a:lnTo>
                  <a:lnTo>
                    <a:pt x="2642" y="519"/>
                  </a:lnTo>
                  <a:lnTo>
                    <a:pt x="2641" y="519"/>
                  </a:lnTo>
                  <a:lnTo>
                    <a:pt x="2641" y="515"/>
                  </a:lnTo>
                  <a:lnTo>
                    <a:pt x="2641" y="512"/>
                  </a:lnTo>
                  <a:lnTo>
                    <a:pt x="2641" y="510"/>
                  </a:lnTo>
                  <a:lnTo>
                    <a:pt x="2641" y="510"/>
                  </a:lnTo>
                  <a:lnTo>
                    <a:pt x="2642" y="506"/>
                  </a:lnTo>
                  <a:lnTo>
                    <a:pt x="2646" y="503"/>
                  </a:lnTo>
                  <a:close/>
                  <a:moveTo>
                    <a:pt x="2272" y="494"/>
                  </a:moveTo>
                  <a:lnTo>
                    <a:pt x="2290" y="496"/>
                  </a:lnTo>
                  <a:lnTo>
                    <a:pt x="2304" y="499"/>
                  </a:lnTo>
                  <a:lnTo>
                    <a:pt x="2300" y="506"/>
                  </a:lnTo>
                  <a:lnTo>
                    <a:pt x="2298" y="512"/>
                  </a:lnTo>
                  <a:lnTo>
                    <a:pt x="2295" y="517"/>
                  </a:lnTo>
                  <a:lnTo>
                    <a:pt x="2291" y="522"/>
                  </a:lnTo>
                  <a:lnTo>
                    <a:pt x="2300" y="522"/>
                  </a:lnTo>
                  <a:lnTo>
                    <a:pt x="2304" y="519"/>
                  </a:lnTo>
                  <a:lnTo>
                    <a:pt x="2305" y="517"/>
                  </a:lnTo>
                  <a:lnTo>
                    <a:pt x="2309" y="515"/>
                  </a:lnTo>
                  <a:lnTo>
                    <a:pt x="2314" y="515"/>
                  </a:lnTo>
                  <a:lnTo>
                    <a:pt x="2314" y="522"/>
                  </a:lnTo>
                  <a:lnTo>
                    <a:pt x="2319" y="534"/>
                  </a:lnTo>
                  <a:lnTo>
                    <a:pt x="2316" y="545"/>
                  </a:lnTo>
                  <a:lnTo>
                    <a:pt x="2311" y="554"/>
                  </a:lnTo>
                  <a:lnTo>
                    <a:pt x="2307" y="561"/>
                  </a:lnTo>
                  <a:lnTo>
                    <a:pt x="2316" y="569"/>
                  </a:lnTo>
                  <a:lnTo>
                    <a:pt x="2325" y="582"/>
                  </a:lnTo>
                  <a:lnTo>
                    <a:pt x="2337" y="595"/>
                  </a:lnTo>
                  <a:lnTo>
                    <a:pt x="2347" y="611"/>
                  </a:lnTo>
                  <a:lnTo>
                    <a:pt x="2356" y="629"/>
                  </a:lnTo>
                  <a:lnTo>
                    <a:pt x="2363" y="644"/>
                  </a:lnTo>
                  <a:lnTo>
                    <a:pt x="2365" y="657"/>
                  </a:lnTo>
                  <a:lnTo>
                    <a:pt x="2361" y="669"/>
                  </a:lnTo>
                  <a:lnTo>
                    <a:pt x="2353" y="676"/>
                  </a:lnTo>
                  <a:lnTo>
                    <a:pt x="2342" y="683"/>
                  </a:lnTo>
                  <a:lnTo>
                    <a:pt x="2325" y="690"/>
                  </a:lnTo>
                  <a:lnTo>
                    <a:pt x="2304" y="695"/>
                  </a:lnTo>
                  <a:lnTo>
                    <a:pt x="2285" y="700"/>
                  </a:lnTo>
                  <a:lnTo>
                    <a:pt x="2269" y="702"/>
                  </a:lnTo>
                  <a:lnTo>
                    <a:pt x="2269" y="698"/>
                  </a:lnTo>
                  <a:lnTo>
                    <a:pt x="2279" y="683"/>
                  </a:lnTo>
                  <a:lnTo>
                    <a:pt x="2288" y="667"/>
                  </a:lnTo>
                  <a:lnTo>
                    <a:pt x="2283" y="667"/>
                  </a:lnTo>
                  <a:lnTo>
                    <a:pt x="2279" y="667"/>
                  </a:lnTo>
                  <a:lnTo>
                    <a:pt x="2276" y="665"/>
                  </a:lnTo>
                  <a:lnTo>
                    <a:pt x="2276" y="664"/>
                  </a:lnTo>
                  <a:lnTo>
                    <a:pt x="2274" y="662"/>
                  </a:lnTo>
                  <a:lnTo>
                    <a:pt x="2274" y="658"/>
                  </a:lnTo>
                  <a:lnTo>
                    <a:pt x="2272" y="653"/>
                  </a:lnTo>
                  <a:lnTo>
                    <a:pt x="2285" y="650"/>
                  </a:lnTo>
                  <a:lnTo>
                    <a:pt x="2281" y="646"/>
                  </a:lnTo>
                  <a:lnTo>
                    <a:pt x="2281" y="644"/>
                  </a:lnTo>
                  <a:lnTo>
                    <a:pt x="2279" y="643"/>
                  </a:lnTo>
                  <a:lnTo>
                    <a:pt x="2279" y="643"/>
                  </a:lnTo>
                  <a:lnTo>
                    <a:pt x="2279" y="641"/>
                  </a:lnTo>
                  <a:lnTo>
                    <a:pt x="2281" y="637"/>
                  </a:lnTo>
                  <a:lnTo>
                    <a:pt x="2283" y="630"/>
                  </a:lnTo>
                  <a:lnTo>
                    <a:pt x="2288" y="625"/>
                  </a:lnTo>
                  <a:lnTo>
                    <a:pt x="2291" y="622"/>
                  </a:lnTo>
                  <a:lnTo>
                    <a:pt x="2298" y="618"/>
                  </a:lnTo>
                  <a:lnTo>
                    <a:pt x="2304" y="615"/>
                  </a:lnTo>
                  <a:lnTo>
                    <a:pt x="2302" y="611"/>
                  </a:lnTo>
                  <a:lnTo>
                    <a:pt x="2302" y="609"/>
                  </a:lnTo>
                  <a:lnTo>
                    <a:pt x="2302" y="609"/>
                  </a:lnTo>
                  <a:lnTo>
                    <a:pt x="2300" y="608"/>
                  </a:lnTo>
                  <a:lnTo>
                    <a:pt x="2300" y="606"/>
                  </a:lnTo>
                  <a:lnTo>
                    <a:pt x="2298" y="602"/>
                  </a:lnTo>
                  <a:lnTo>
                    <a:pt x="2297" y="602"/>
                  </a:lnTo>
                  <a:lnTo>
                    <a:pt x="2297" y="601"/>
                  </a:lnTo>
                  <a:lnTo>
                    <a:pt x="2297" y="601"/>
                  </a:lnTo>
                  <a:lnTo>
                    <a:pt x="2297" y="601"/>
                  </a:lnTo>
                  <a:lnTo>
                    <a:pt x="2295" y="601"/>
                  </a:lnTo>
                  <a:lnTo>
                    <a:pt x="2291" y="599"/>
                  </a:lnTo>
                  <a:lnTo>
                    <a:pt x="2288" y="597"/>
                  </a:lnTo>
                  <a:lnTo>
                    <a:pt x="2286" y="597"/>
                  </a:lnTo>
                  <a:lnTo>
                    <a:pt x="2283" y="597"/>
                  </a:lnTo>
                  <a:lnTo>
                    <a:pt x="2279" y="595"/>
                  </a:lnTo>
                  <a:lnTo>
                    <a:pt x="2276" y="595"/>
                  </a:lnTo>
                  <a:lnTo>
                    <a:pt x="2276" y="594"/>
                  </a:lnTo>
                  <a:lnTo>
                    <a:pt x="2274" y="592"/>
                  </a:lnTo>
                  <a:lnTo>
                    <a:pt x="2274" y="590"/>
                  </a:lnTo>
                  <a:lnTo>
                    <a:pt x="2274" y="587"/>
                  </a:lnTo>
                  <a:lnTo>
                    <a:pt x="2272" y="583"/>
                  </a:lnTo>
                  <a:lnTo>
                    <a:pt x="2274" y="582"/>
                  </a:lnTo>
                  <a:lnTo>
                    <a:pt x="2274" y="580"/>
                  </a:lnTo>
                  <a:lnTo>
                    <a:pt x="2276" y="578"/>
                  </a:lnTo>
                  <a:lnTo>
                    <a:pt x="2276" y="576"/>
                  </a:lnTo>
                  <a:lnTo>
                    <a:pt x="2276" y="573"/>
                  </a:lnTo>
                  <a:lnTo>
                    <a:pt x="2272" y="573"/>
                  </a:lnTo>
                  <a:lnTo>
                    <a:pt x="2271" y="576"/>
                  </a:lnTo>
                  <a:lnTo>
                    <a:pt x="2271" y="578"/>
                  </a:lnTo>
                  <a:lnTo>
                    <a:pt x="2271" y="580"/>
                  </a:lnTo>
                  <a:lnTo>
                    <a:pt x="2269" y="580"/>
                  </a:lnTo>
                  <a:lnTo>
                    <a:pt x="2267" y="582"/>
                  </a:lnTo>
                  <a:lnTo>
                    <a:pt x="2265" y="583"/>
                  </a:lnTo>
                  <a:lnTo>
                    <a:pt x="2262" y="566"/>
                  </a:lnTo>
                  <a:lnTo>
                    <a:pt x="2258" y="550"/>
                  </a:lnTo>
                  <a:lnTo>
                    <a:pt x="2257" y="538"/>
                  </a:lnTo>
                  <a:lnTo>
                    <a:pt x="2260" y="529"/>
                  </a:lnTo>
                  <a:lnTo>
                    <a:pt x="2265" y="520"/>
                  </a:lnTo>
                  <a:lnTo>
                    <a:pt x="2271" y="510"/>
                  </a:lnTo>
                  <a:lnTo>
                    <a:pt x="2272" y="494"/>
                  </a:lnTo>
                  <a:close/>
                  <a:moveTo>
                    <a:pt x="29" y="458"/>
                  </a:moveTo>
                  <a:lnTo>
                    <a:pt x="49" y="458"/>
                  </a:lnTo>
                  <a:lnTo>
                    <a:pt x="49" y="465"/>
                  </a:lnTo>
                  <a:lnTo>
                    <a:pt x="45" y="465"/>
                  </a:lnTo>
                  <a:lnTo>
                    <a:pt x="45" y="468"/>
                  </a:lnTo>
                  <a:lnTo>
                    <a:pt x="40" y="466"/>
                  </a:lnTo>
                  <a:lnTo>
                    <a:pt x="36" y="463"/>
                  </a:lnTo>
                  <a:lnTo>
                    <a:pt x="33" y="461"/>
                  </a:lnTo>
                  <a:lnTo>
                    <a:pt x="29" y="458"/>
                  </a:lnTo>
                  <a:close/>
                  <a:moveTo>
                    <a:pt x="1239" y="403"/>
                  </a:moveTo>
                  <a:lnTo>
                    <a:pt x="1244" y="407"/>
                  </a:lnTo>
                  <a:lnTo>
                    <a:pt x="1249" y="412"/>
                  </a:lnTo>
                  <a:lnTo>
                    <a:pt x="1253" y="419"/>
                  </a:lnTo>
                  <a:lnTo>
                    <a:pt x="1255" y="426"/>
                  </a:lnTo>
                  <a:lnTo>
                    <a:pt x="1251" y="426"/>
                  </a:lnTo>
                  <a:lnTo>
                    <a:pt x="1248" y="428"/>
                  </a:lnTo>
                  <a:lnTo>
                    <a:pt x="1246" y="428"/>
                  </a:lnTo>
                  <a:lnTo>
                    <a:pt x="1241" y="430"/>
                  </a:lnTo>
                  <a:lnTo>
                    <a:pt x="1235" y="430"/>
                  </a:lnTo>
                  <a:lnTo>
                    <a:pt x="1235" y="426"/>
                  </a:lnTo>
                  <a:lnTo>
                    <a:pt x="1234" y="426"/>
                  </a:lnTo>
                  <a:lnTo>
                    <a:pt x="1234" y="424"/>
                  </a:lnTo>
                  <a:lnTo>
                    <a:pt x="1234" y="424"/>
                  </a:lnTo>
                  <a:lnTo>
                    <a:pt x="1232" y="423"/>
                  </a:lnTo>
                  <a:lnTo>
                    <a:pt x="1234" y="419"/>
                  </a:lnTo>
                  <a:lnTo>
                    <a:pt x="1234" y="417"/>
                  </a:lnTo>
                  <a:lnTo>
                    <a:pt x="1234" y="417"/>
                  </a:lnTo>
                  <a:lnTo>
                    <a:pt x="1234" y="416"/>
                  </a:lnTo>
                  <a:lnTo>
                    <a:pt x="1235" y="414"/>
                  </a:lnTo>
                  <a:lnTo>
                    <a:pt x="1239" y="403"/>
                  </a:lnTo>
                  <a:close/>
                  <a:moveTo>
                    <a:pt x="1209" y="391"/>
                  </a:moveTo>
                  <a:lnTo>
                    <a:pt x="1213" y="395"/>
                  </a:lnTo>
                  <a:lnTo>
                    <a:pt x="1215" y="397"/>
                  </a:lnTo>
                  <a:lnTo>
                    <a:pt x="1215" y="398"/>
                  </a:lnTo>
                  <a:lnTo>
                    <a:pt x="1216" y="402"/>
                  </a:lnTo>
                  <a:lnTo>
                    <a:pt x="1216" y="405"/>
                  </a:lnTo>
                  <a:lnTo>
                    <a:pt x="1216" y="410"/>
                  </a:lnTo>
                  <a:lnTo>
                    <a:pt x="1213" y="410"/>
                  </a:lnTo>
                  <a:lnTo>
                    <a:pt x="1213" y="414"/>
                  </a:lnTo>
                  <a:lnTo>
                    <a:pt x="1206" y="412"/>
                  </a:lnTo>
                  <a:lnTo>
                    <a:pt x="1199" y="410"/>
                  </a:lnTo>
                  <a:lnTo>
                    <a:pt x="1194" y="407"/>
                  </a:lnTo>
                  <a:lnTo>
                    <a:pt x="1190" y="407"/>
                  </a:lnTo>
                  <a:lnTo>
                    <a:pt x="1190" y="403"/>
                  </a:lnTo>
                  <a:lnTo>
                    <a:pt x="1197" y="400"/>
                  </a:lnTo>
                  <a:lnTo>
                    <a:pt x="1204" y="397"/>
                  </a:lnTo>
                  <a:lnTo>
                    <a:pt x="1209" y="391"/>
                  </a:lnTo>
                  <a:close/>
                  <a:moveTo>
                    <a:pt x="1286" y="360"/>
                  </a:moveTo>
                  <a:lnTo>
                    <a:pt x="1290" y="362"/>
                  </a:lnTo>
                  <a:lnTo>
                    <a:pt x="1290" y="362"/>
                  </a:lnTo>
                  <a:lnTo>
                    <a:pt x="1291" y="363"/>
                  </a:lnTo>
                  <a:lnTo>
                    <a:pt x="1291" y="363"/>
                  </a:lnTo>
                  <a:lnTo>
                    <a:pt x="1293" y="365"/>
                  </a:lnTo>
                  <a:lnTo>
                    <a:pt x="1297" y="365"/>
                  </a:lnTo>
                  <a:lnTo>
                    <a:pt x="1297" y="367"/>
                  </a:lnTo>
                  <a:lnTo>
                    <a:pt x="1297" y="369"/>
                  </a:lnTo>
                  <a:lnTo>
                    <a:pt x="1295" y="370"/>
                  </a:lnTo>
                  <a:lnTo>
                    <a:pt x="1295" y="370"/>
                  </a:lnTo>
                  <a:lnTo>
                    <a:pt x="1293" y="372"/>
                  </a:lnTo>
                  <a:lnTo>
                    <a:pt x="1291" y="374"/>
                  </a:lnTo>
                  <a:lnTo>
                    <a:pt x="1290" y="374"/>
                  </a:lnTo>
                  <a:lnTo>
                    <a:pt x="1288" y="376"/>
                  </a:lnTo>
                  <a:lnTo>
                    <a:pt x="1286" y="376"/>
                  </a:lnTo>
                  <a:lnTo>
                    <a:pt x="1283" y="376"/>
                  </a:lnTo>
                  <a:lnTo>
                    <a:pt x="1283" y="370"/>
                  </a:lnTo>
                  <a:lnTo>
                    <a:pt x="1283" y="367"/>
                  </a:lnTo>
                  <a:lnTo>
                    <a:pt x="1284" y="365"/>
                  </a:lnTo>
                  <a:lnTo>
                    <a:pt x="1286" y="360"/>
                  </a:lnTo>
                  <a:close/>
                  <a:moveTo>
                    <a:pt x="0" y="341"/>
                  </a:moveTo>
                  <a:lnTo>
                    <a:pt x="17" y="344"/>
                  </a:lnTo>
                  <a:lnTo>
                    <a:pt x="29" y="349"/>
                  </a:lnTo>
                  <a:lnTo>
                    <a:pt x="38" y="360"/>
                  </a:lnTo>
                  <a:lnTo>
                    <a:pt x="35" y="363"/>
                  </a:lnTo>
                  <a:lnTo>
                    <a:pt x="31" y="363"/>
                  </a:lnTo>
                  <a:lnTo>
                    <a:pt x="29" y="365"/>
                  </a:lnTo>
                  <a:lnTo>
                    <a:pt x="28" y="367"/>
                  </a:lnTo>
                  <a:lnTo>
                    <a:pt x="22" y="369"/>
                  </a:lnTo>
                  <a:lnTo>
                    <a:pt x="19" y="365"/>
                  </a:lnTo>
                  <a:lnTo>
                    <a:pt x="14" y="362"/>
                  </a:lnTo>
                  <a:lnTo>
                    <a:pt x="10" y="358"/>
                  </a:lnTo>
                  <a:lnTo>
                    <a:pt x="5" y="356"/>
                  </a:lnTo>
                  <a:lnTo>
                    <a:pt x="3" y="355"/>
                  </a:lnTo>
                  <a:lnTo>
                    <a:pt x="0" y="351"/>
                  </a:lnTo>
                  <a:lnTo>
                    <a:pt x="0" y="348"/>
                  </a:lnTo>
                  <a:lnTo>
                    <a:pt x="0" y="341"/>
                  </a:lnTo>
                  <a:close/>
                  <a:moveTo>
                    <a:pt x="1178" y="299"/>
                  </a:moveTo>
                  <a:lnTo>
                    <a:pt x="1178" y="307"/>
                  </a:lnTo>
                  <a:lnTo>
                    <a:pt x="1180" y="311"/>
                  </a:lnTo>
                  <a:lnTo>
                    <a:pt x="1181" y="314"/>
                  </a:lnTo>
                  <a:lnTo>
                    <a:pt x="1181" y="320"/>
                  </a:lnTo>
                  <a:lnTo>
                    <a:pt x="1181" y="327"/>
                  </a:lnTo>
                  <a:lnTo>
                    <a:pt x="1201" y="327"/>
                  </a:lnTo>
                  <a:lnTo>
                    <a:pt x="1218" y="346"/>
                  </a:lnTo>
                  <a:lnTo>
                    <a:pt x="1235" y="365"/>
                  </a:lnTo>
                  <a:lnTo>
                    <a:pt x="1235" y="367"/>
                  </a:lnTo>
                  <a:lnTo>
                    <a:pt x="1234" y="369"/>
                  </a:lnTo>
                  <a:lnTo>
                    <a:pt x="1234" y="370"/>
                  </a:lnTo>
                  <a:lnTo>
                    <a:pt x="1234" y="370"/>
                  </a:lnTo>
                  <a:lnTo>
                    <a:pt x="1232" y="372"/>
                  </a:lnTo>
                  <a:lnTo>
                    <a:pt x="1229" y="376"/>
                  </a:lnTo>
                  <a:lnTo>
                    <a:pt x="1227" y="377"/>
                  </a:lnTo>
                  <a:lnTo>
                    <a:pt x="1225" y="379"/>
                  </a:lnTo>
                  <a:lnTo>
                    <a:pt x="1223" y="379"/>
                  </a:lnTo>
                  <a:lnTo>
                    <a:pt x="1218" y="379"/>
                  </a:lnTo>
                  <a:lnTo>
                    <a:pt x="1213" y="381"/>
                  </a:lnTo>
                  <a:lnTo>
                    <a:pt x="1213" y="376"/>
                  </a:lnTo>
                  <a:lnTo>
                    <a:pt x="1213" y="370"/>
                  </a:lnTo>
                  <a:lnTo>
                    <a:pt x="1213" y="367"/>
                  </a:lnTo>
                  <a:lnTo>
                    <a:pt x="1213" y="365"/>
                  </a:lnTo>
                  <a:lnTo>
                    <a:pt x="1209" y="362"/>
                  </a:lnTo>
                  <a:lnTo>
                    <a:pt x="1206" y="360"/>
                  </a:lnTo>
                  <a:lnTo>
                    <a:pt x="1201" y="356"/>
                  </a:lnTo>
                  <a:lnTo>
                    <a:pt x="1195" y="370"/>
                  </a:lnTo>
                  <a:lnTo>
                    <a:pt x="1185" y="379"/>
                  </a:lnTo>
                  <a:lnTo>
                    <a:pt x="1171" y="384"/>
                  </a:lnTo>
                  <a:lnTo>
                    <a:pt x="1171" y="379"/>
                  </a:lnTo>
                  <a:lnTo>
                    <a:pt x="1171" y="376"/>
                  </a:lnTo>
                  <a:lnTo>
                    <a:pt x="1173" y="372"/>
                  </a:lnTo>
                  <a:lnTo>
                    <a:pt x="1171" y="369"/>
                  </a:lnTo>
                  <a:lnTo>
                    <a:pt x="1169" y="365"/>
                  </a:lnTo>
                  <a:lnTo>
                    <a:pt x="1167" y="360"/>
                  </a:lnTo>
                  <a:lnTo>
                    <a:pt x="1162" y="358"/>
                  </a:lnTo>
                  <a:lnTo>
                    <a:pt x="1159" y="356"/>
                  </a:lnTo>
                  <a:lnTo>
                    <a:pt x="1155" y="356"/>
                  </a:lnTo>
                  <a:lnTo>
                    <a:pt x="1152" y="355"/>
                  </a:lnTo>
                  <a:lnTo>
                    <a:pt x="1150" y="355"/>
                  </a:lnTo>
                  <a:lnTo>
                    <a:pt x="1146" y="353"/>
                  </a:lnTo>
                  <a:lnTo>
                    <a:pt x="1143" y="349"/>
                  </a:lnTo>
                  <a:lnTo>
                    <a:pt x="1153" y="337"/>
                  </a:lnTo>
                  <a:lnTo>
                    <a:pt x="1160" y="323"/>
                  </a:lnTo>
                  <a:lnTo>
                    <a:pt x="1167" y="309"/>
                  </a:lnTo>
                  <a:lnTo>
                    <a:pt x="1178" y="299"/>
                  </a:lnTo>
                  <a:close/>
                  <a:moveTo>
                    <a:pt x="2150" y="269"/>
                  </a:moveTo>
                  <a:lnTo>
                    <a:pt x="2152" y="273"/>
                  </a:lnTo>
                  <a:lnTo>
                    <a:pt x="2154" y="276"/>
                  </a:lnTo>
                  <a:lnTo>
                    <a:pt x="2155" y="278"/>
                  </a:lnTo>
                  <a:lnTo>
                    <a:pt x="2155" y="281"/>
                  </a:lnTo>
                  <a:lnTo>
                    <a:pt x="2157" y="285"/>
                  </a:lnTo>
                  <a:lnTo>
                    <a:pt x="2157" y="292"/>
                  </a:lnTo>
                  <a:lnTo>
                    <a:pt x="2157" y="297"/>
                  </a:lnTo>
                  <a:lnTo>
                    <a:pt x="2159" y="311"/>
                  </a:lnTo>
                  <a:lnTo>
                    <a:pt x="2161" y="327"/>
                  </a:lnTo>
                  <a:lnTo>
                    <a:pt x="2161" y="341"/>
                  </a:lnTo>
                  <a:lnTo>
                    <a:pt x="2141" y="351"/>
                  </a:lnTo>
                  <a:lnTo>
                    <a:pt x="2119" y="360"/>
                  </a:lnTo>
                  <a:lnTo>
                    <a:pt x="2098" y="370"/>
                  </a:lnTo>
                  <a:lnTo>
                    <a:pt x="2080" y="384"/>
                  </a:lnTo>
                  <a:lnTo>
                    <a:pt x="2075" y="381"/>
                  </a:lnTo>
                  <a:lnTo>
                    <a:pt x="2066" y="377"/>
                  </a:lnTo>
                  <a:lnTo>
                    <a:pt x="2054" y="370"/>
                  </a:lnTo>
                  <a:lnTo>
                    <a:pt x="2044" y="365"/>
                  </a:lnTo>
                  <a:lnTo>
                    <a:pt x="2035" y="360"/>
                  </a:lnTo>
                  <a:lnTo>
                    <a:pt x="2031" y="356"/>
                  </a:lnTo>
                  <a:lnTo>
                    <a:pt x="2033" y="355"/>
                  </a:lnTo>
                  <a:lnTo>
                    <a:pt x="2035" y="353"/>
                  </a:lnTo>
                  <a:lnTo>
                    <a:pt x="2035" y="353"/>
                  </a:lnTo>
                  <a:lnTo>
                    <a:pt x="2037" y="351"/>
                  </a:lnTo>
                  <a:lnTo>
                    <a:pt x="2037" y="349"/>
                  </a:lnTo>
                  <a:lnTo>
                    <a:pt x="2038" y="346"/>
                  </a:lnTo>
                  <a:lnTo>
                    <a:pt x="2033" y="342"/>
                  </a:lnTo>
                  <a:lnTo>
                    <a:pt x="2026" y="341"/>
                  </a:lnTo>
                  <a:lnTo>
                    <a:pt x="2021" y="337"/>
                  </a:lnTo>
                  <a:lnTo>
                    <a:pt x="2016" y="334"/>
                  </a:lnTo>
                  <a:lnTo>
                    <a:pt x="2019" y="334"/>
                  </a:lnTo>
                  <a:lnTo>
                    <a:pt x="2023" y="330"/>
                  </a:lnTo>
                  <a:lnTo>
                    <a:pt x="2024" y="328"/>
                  </a:lnTo>
                  <a:lnTo>
                    <a:pt x="2026" y="328"/>
                  </a:lnTo>
                  <a:lnTo>
                    <a:pt x="2028" y="327"/>
                  </a:lnTo>
                  <a:lnTo>
                    <a:pt x="2033" y="327"/>
                  </a:lnTo>
                  <a:lnTo>
                    <a:pt x="2038" y="327"/>
                  </a:lnTo>
                  <a:lnTo>
                    <a:pt x="2038" y="314"/>
                  </a:lnTo>
                  <a:lnTo>
                    <a:pt x="2012" y="314"/>
                  </a:lnTo>
                  <a:lnTo>
                    <a:pt x="2007" y="304"/>
                  </a:lnTo>
                  <a:lnTo>
                    <a:pt x="2016" y="297"/>
                  </a:lnTo>
                  <a:lnTo>
                    <a:pt x="2023" y="290"/>
                  </a:lnTo>
                  <a:lnTo>
                    <a:pt x="2031" y="287"/>
                  </a:lnTo>
                  <a:lnTo>
                    <a:pt x="2045" y="283"/>
                  </a:lnTo>
                  <a:lnTo>
                    <a:pt x="2051" y="288"/>
                  </a:lnTo>
                  <a:lnTo>
                    <a:pt x="2054" y="294"/>
                  </a:lnTo>
                  <a:lnTo>
                    <a:pt x="2058" y="297"/>
                  </a:lnTo>
                  <a:lnTo>
                    <a:pt x="2061" y="304"/>
                  </a:lnTo>
                  <a:lnTo>
                    <a:pt x="2072" y="295"/>
                  </a:lnTo>
                  <a:lnTo>
                    <a:pt x="2082" y="288"/>
                  </a:lnTo>
                  <a:lnTo>
                    <a:pt x="2096" y="283"/>
                  </a:lnTo>
                  <a:lnTo>
                    <a:pt x="2098" y="288"/>
                  </a:lnTo>
                  <a:lnTo>
                    <a:pt x="2101" y="290"/>
                  </a:lnTo>
                  <a:lnTo>
                    <a:pt x="2101" y="292"/>
                  </a:lnTo>
                  <a:lnTo>
                    <a:pt x="2103" y="292"/>
                  </a:lnTo>
                  <a:lnTo>
                    <a:pt x="2105" y="292"/>
                  </a:lnTo>
                  <a:lnTo>
                    <a:pt x="2108" y="292"/>
                  </a:lnTo>
                  <a:lnTo>
                    <a:pt x="2117" y="287"/>
                  </a:lnTo>
                  <a:lnTo>
                    <a:pt x="2122" y="281"/>
                  </a:lnTo>
                  <a:lnTo>
                    <a:pt x="2129" y="276"/>
                  </a:lnTo>
                  <a:lnTo>
                    <a:pt x="2136" y="271"/>
                  </a:lnTo>
                  <a:lnTo>
                    <a:pt x="2150" y="269"/>
                  </a:lnTo>
                  <a:close/>
                  <a:moveTo>
                    <a:pt x="1302" y="206"/>
                  </a:moveTo>
                  <a:lnTo>
                    <a:pt x="1305" y="208"/>
                  </a:lnTo>
                  <a:lnTo>
                    <a:pt x="1307" y="210"/>
                  </a:lnTo>
                  <a:lnTo>
                    <a:pt x="1309" y="210"/>
                  </a:lnTo>
                  <a:lnTo>
                    <a:pt x="1311" y="211"/>
                  </a:lnTo>
                  <a:lnTo>
                    <a:pt x="1311" y="213"/>
                  </a:lnTo>
                  <a:lnTo>
                    <a:pt x="1311" y="215"/>
                  </a:lnTo>
                  <a:lnTo>
                    <a:pt x="1312" y="218"/>
                  </a:lnTo>
                  <a:lnTo>
                    <a:pt x="1316" y="224"/>
                  </a:lnTo>
                  <a:lnTo>
                    <a:pt x="1318" y="229"/>
                  </a:lnTo>
                  <a:lnTo>
                    <a:pt x="1319" y="234"/>
                  </a:lnTo>
                  <a:lnTo>
                    <a:pt x="1321" y="241"/>
                  </a:lnTo>
                  <a:lnTo>
                    <a:pt x="1316" y="243"/>
                  </a:lnTo>
                  <a:lnTo>
                    <a:pt x="1311" y="245"/>
                  </a:lnTo>
                  <a:lnTo>
                    <a:pt x="1305" y="245"/>
                  </a:lnTo>
                  <a:lnTo>
                    <a:pt x="1297" y="246"/>
                  </a:lnTo>
                  <a:lnTo>
                    <a:pt x="1295" y="238"/>
                  </a:lnTo>
                  <a:lnTo>
                    <a:pt x="1293" y="229"/>
                  </a:lnTo>
                  <a:lnTo>
                    <a:pt x="1293" y="218"/>
                  </a:lnTo>
                  <a:lnTo>
                    <a:pt x="1297" y="215"/>
                  </a:lnTo>
                  <a:lnTo>
                    <a:pt x="1298" y="211"/>
                  </a:lnTo>
                  <a:lnTo>
                    <a:pt x="1302" y="206"/>
                  </a:lnTo>
                  <a:close/>
                  <a:moveTo>
                    <a:pt x="1604" y="177"/>
                  </a:moveTo>
                  <a:lnTo>
                    <a:pt x="1611" y="180"/>
                  </a:lnTo>
                  <a:lnTo>
                    <a:pt x="1618" y="184"/>
                  </a:lnTo>
                  <a:lnTo>
                    <a:pt x="1621" y="187"/>
                  </a:lnTo>
                  <a:lnTo>
                    <a:pt x="1626" y="191"/>
                  </a:lnTo>
                  <a:lnTo>
                    <a:pt x="1632" y="196"/>
                  </a:lnTo>
                  <a:lnTo>
                    <a:pt x="1630" y="199"/>
                  </a:lnTo>
                  <a:lnTo>
                    <a:pt x="1630" y="199"/>
                  </a:lnTo>
                  <a:lnTo>
                    <a:pt x="1630" y="201"/>
                  </a:lnTo>
                  <a:lnTo>
                    <a:pt x="1628" y="201"/>
                  </a:lnTo>
                  <a:lnTo>
                    <a:pt x="1628" y="203"/>
                  </a:lnTo>
                  <a:lnTo>
                    <a:pt x="1625" y="206"/>
                  </a:lnTo>
                  <a:lnTo>
                    <a:pt x="1625" y="208"/>
                  </a:lnTo>
                  <a:lnTo>
                    <a:pt x="1623" y="208"/>
                  </a:lnTo>
                  <a:lnTo>
                    <a:pt x="1621" y="208"/>
                  </a:lnTo>
                  <a:lnTo>
                    <a:pt x="1619" y="210"/>
                  </a:lnTo>
                  <a:lnTo>
                    <a:pt x="1616" y="211"/>
                  </a:lnTo>
                  <a:lnTo>
                    <a:pt x="1611" y="206"/>
                  </a:lnTo>
                  <a:lnTo>
                    <a:pt x="1606" y="201"/>
                  </a:lnTo>
                  <a:lnTo>
                    <a:pt x="1599" y="196"/>
                  </a:lnTo>
                  <a:lnTo>
                    <a:pt x="1593" y="192"/>
                  </a:lnTo>
                  <a:lnTo>
                    <a:pt x="1597" y="180"/>
                  </a:lnTo>
                  <a:lnTo>
                    <a:pt x="1600" y="180"/>
                  </a:lnTo>
                  <a:lnTo>
                    <a:pt x="1602" y="178"/>
                  </a:lnTo>
                  <a:lnTo>
                    <a:pt x="1602" y="178"/>
                  </a:lnTo>
                  <a:lnTo>
                    <a:pt x="1602" y="178"/>
                  </a:lnTo>
                  <a:lnTo>
                    <a:pt x="1604" y="177"/>
                  </a:lnTo>
                  <a:close/>
                  <a:moveTo>
                    <a:pt x="2963" y="170"/>
                  </a:moveTo>
                  <a:lnTo>
                    <a:pt x="2979" y="170"/>
                  </a:lnTo>
                  <a:lnTo>
                    <a:pt x="2979" y="177"/>
                  </a:lnTo>
                  <a:lnTo>
                    <a:pt x="2976" y="177"/>
                  </a:lnTo>
                  <a:lnTo>
                    <a:pt x="2972" y="180"/>
                  </a:lnTo>
                  <a:lnTo>
                    <a:pt x="2970" y="180"/>
                  </a:lnTo>
                  <a:lnTo>
                    <a:pt x="2967" y="180"/>
                  </a:lnTo>
                  <a:lnTo>
                    <a:pt x="2967" y="178"/>
                  </a:lnTo>
                  <a:lnTo>
                    <a:pt x="2965" y="175"/>
                  </a:lnTo>
                  <a:lnTo>
                    <a:pt x="2965" y="173"/>
                  </a:lnTo>
                  <a:lnTo>
                    <a:pt x="2963" y="171"/>
                  </a:lnTo>
                  <a:lnTo>
                    <a:pt x="2963" y="170"/>
                  </a:lnTo>
                  <a:close/>
                  <a:moveTo>
                    <a:pt x="989" y="149"/>
                  </a:moveTo>
                  <a:lnTo>
                    <a:pt x="1005" y="159"/>
                  </a:lnTo>
                  <a:lnTo>
                    <a:pt x="1019" y="171"/>
                  </a:lnTo>
                  <a:lnTo>
                    <a:pt x="1033" y="184"/>
                  </a:lnTo>
                  <a:lnTo>
                    <a:pt x="1028" y="184"/>
                  </a:lnTo>
                  <a:lnTo>
                    <a:pt x="1024" y="189"/>
                  </a:lnTo>
                  <a:lnTo>
                    <a:pt x="1021" y="191"/>
                  </a:lnTo>
                  <a:lnTo>
                    <a:pt x="1016" y="191"/>
                  </a:lnTo>
                  <a:lnTo>
                    <a:pt x="1010" y="192"/>
                  </a:lnTo>
                  <a:lnTo>
                    <a:pt x="1002" y="192"/>
                  </a:lnTo>
                  <a:lnTo>
                    <a:pt x="995" y="185"/>
                  </a:lnTo>
                  <a:lnTo>
                    <a:pt x="988" y="180"/>
                  </a:lnTo>
                  <a:lnTo>
                    <a:pt x="979" y="177"/>
                  </a:lnTo>
                  <a:lnTo>
                    <a:pt x="979" y="173"/>
                  </a:lnTo>
                  <a:lnTo>
                    <a:pt x="995" y="164"/>
                  </a:lnTo>
                  <a:lnTo>
                    <a:pt x="993" y="161"/>
                  </a:lnTo>
                  <a:lnTo>
                    <a:pt x="991" y="159"/>
                  </a:lnTo>
                  <a:lnTo>
                    <a:pt x="991" y="156"/>
                  </a:lnTo>
                  <a:lnTo>
                    <a:pt x="989" y="149"/>
                  </a:lnTo>
                  <a:close/>
                  <a:moveTo>
                    <a:pt x="4822" y="100"/>
                  </a:moveTo>
                  <a:lnTo>
                    <a:pt x="4826" y="105"/>
                  </a:lnTo>
                  <a:lnTo>
                    <a:pt x="4829" y="109"/>
                  </a:lnTo>
                  <a:lnTo>
                    <a:pt x="4833" y="109"/>
                  </a:lnTo>
                  <a:lnTo>
                    <a:pt x="4835" y="110"/>
                  </a:lnTo>
                  <a:lnTo>
                    <a:pt x="4836" y="110"/>
                  </a:lnTo>
                  <a:lnTo>
                    <a:pt x="4840" y="110"/>
                  </a:lnTo>
                  <a:lnTo>
                    <a:pt x="4842" y="110"/>
                  </a:lnTo>
                  <a:lnTo>
                    <a:pt x="4843" y="110"/>
                  </a:lnTo>
                  <a:lnTo>
                    <a:pt x="4847" y="112"/>
                  </a:lnTo>
                  <a:lnTo>
                    <a:pt x="4849" y="115"/>
                  </a:lnTo>
                  <a:lnTo>
                    <a:pt x="4842" y="121"/>
                  </a:lnTo>
                  <a:lnTo>
                    <a:pt x="4835" y="126"/>
                  </a:lnTo>
                  <a:lnTo>
                    <a:pt x="4800" y="129"/>
                  </a:lnTo>
                  <a:lnTo>
                    <a:pt x="4800" y="115"/>
                  </a:lnTo>
                  <a:lnTo>
                    <a:pt x="4805" y="110"/>
                  </a:lnTo>
                  <a:lnTo>
                    <a:pt x="4810" y="107"/>
                  </a:lnTo>
                  <a:lnTo>
                    <a:pt x="4815" y="103"/>
                  </a:lnTo>
                  <a:lnTo>
                    <a:pt x="4822" y="100"/>
                  </a:lnTo>
                  <a:close/>
                  <a:moveTo>
                    <a:pt x="1063" y="72"/>
                  </a:moveTo>
                  <a:lnTo>
                    <a:pt x="1064" y="79"/>
                  </a:lnTo>
                  <a:lnTo>
                    <a:pt x="1064" y="84"/>
                  </a:lnTo>
                  <a:lnTo>
                    <a:pt x="1066" y="86"/>
                  </a:lnTo>
                  <a:lnTo>
                    <a:pt x="1068" y="88"/>
                  </a:lnTo>
                  <a:lnTo>
                    <a:pt x="1070" y="89"/>
                  </a:lnTo>
                  <a:lnTo>
                    <a:pt x="1073" y="93"/>
                  </a:lnTo>
                  <a:lnTo>
                    <a:pt x="1075" y="96"/>
                  </a:lnTo>
                  <a:lnTo>
                    <a:pt x="1073" y="100"/>
                  </a:lnTo>
                  <a:lnTo>
                    <a:pt x="1071" y="105"/>
                  </a:lnTo>
                  <a:lnTo>
                    <a:pt x="1070" y="109"/>
                  </a:lnTo>
                  <a:lnTo>
                    <a:pt x="1068" y="112"/>
                  </a:lnTo>
                  <a:lnTo>
                    <a:pt x="1066" y="119"/>
                  </a:lnTo>
                  <a:lnTo>
                    <a:pt x="1073" y="121"/>
                  </a:lnTo>
                  <a:lnTo>
                    <a:pt x="1077" y="124"/>
                  </a:lnTo>
                  <a:lnTo>
                    <a:pt x="1080" y="128"/>
                  </a:lnTo>
                  <a:lnTo>
                    <a:pt x="1082" y="131"/>
                  </a:lnTo>
                  <a:lnTo>
                    <a:pt x="1082" y="138"/>
                  </a:lnTo>
                  <a:lnTo>
                    <a:pt x="1082" y="145"/>
                  </a:lnTo>
                  <a:lnTo>
                    <a:pt x="1077" y="149"/>
                  </a:lnTo>
                  <a:lnTo>
                    <a:pt x="1073" y="152"/>
                  </a:lnTo>
                  <a:lnTo>
                    <a:pt x="1071" y="157"/>
                  </a:lnTo>
                  <a:lnTo>
                    <a:pt x="1070" y="163"/>
                  </a:lnTo>
                  <a:lnTo>
                    <a:pt x="1066" y="170"/>
                  </a:lnTo>
                  <a:lnTo>
                    <a:pt x="1091" y="170"/>
                  </a:lnTo>
                  <a:lnTo>
                    <a:pt x="1091" y="185"/>
                  </a:lnTo>
                  <a:lnTo>
                    <a:pt x="1094" y="199"/>
                  </a:lnTo>
                  <a:lnTo>
                    <a:pt x="1105" y="199"/>
                  </a:lnTo>
                  <a:lnTo>
                    <a:pt x="1110" y="194"/>
                  </a:lnTo>
                  <a:lnTo>
                    <a:pt x="1115" y="189"/>
                  </a:lnTo>
                  <a:lnTo>
                    <a:pt x="1120" y="184"/>
                  </a:lnTo>
                  <a:lnTo>
                    <a:pt x="1129" y="180"/>
                  </a:lnTo>
                  <a:lnTo>
                    <a:pt x="1129" y="191"/>
                  </a:lnTo>
                  <a:lnTo>
                    <a:pt x="1127" y="205"/>
                  </a:lnTo>
                  <a:lnTo>
                    <a:pt x="1126" y="217"/>
                  </a:lnTo>
                  <a:lnTo>
                    <a:pt x="1126" y="225"/>
                  </a:lnTo>
                  <a:lnTo>
                    <a:pt x="1124" y="231"/>
                  </a:lnTo>
                  <a:lnTo>
                    <a:pt x="1127" y="234"/>
                  </a:lnTo>
                  <a:lnTo>
                    <a:pt x="1129" y="236"/>
                  </a:lnTo>
                  <a:lnTo>
                    <a:pt x="1131" y="238"/>
                  </a:lnTo>
                  <a:lnTo>
                    <a:pt x="1134" y="239"/>
                  </a:lnTo>
                  <a:lnTo>
                    <a:pt x="1139" y="241"/>
                  </a:lnTo>
                  <a:lnTo>
                    <a:pt x="1148" y="227"/>
                  </a:lnTo>
                  <a:lnTo>
                    <a:pt x="1155" y="211"/>
                  </a:lnTo>
                  <a:lnTo>
                    <a:pt x="1155" y="199"/>
                  </a:lnTo>
                  <a:lnTo>
                    <a:pt x="1153" y="187"/>
                  </a:lnTo>
                  <a:lnTo>
                    <a:pt x="1153" y="175"/>
                  </a:lnTo>
                  <a:lnTo>
                    <a:pt x="1157" y="163"/>
                  </a:lnTo>
                  <a:lnTo>
                    <a:pt x="1167" y="154"/>
                  </a:lnTo>
                  <a:lnTo>
                    <a:pt x="1171" y="150"/>
                  </a:lnTo>
                  <a:lnTo>
                    <a:pt x="1174" y="150"/>
                  </a:lnTo>
                  <a:lnTo>
                    <a:pt x="1178" y="152"/>
                  </a:lnTo>
                  <a:lnTo>
                    <a:pt x="1181" y="154"/>
                  </a:lnTo>
                  <a:lnTo>
                    <a:pt x="1183" y="157"/>
                  </a:lnTo>
                  <a:lnTo>
                    <a:pt x="1187" y="161"/>
                  </a:lnTo>
                  <a:lnTo>
                    <a:pt x="1188" y="164"/>
                  </a:lnTo>
                  <a:lnTo>
                    <a:pt x="1192" y="166"/>
                  </a:lnTo>
                  <a:lnTo>
                    <a:pt x="1194" y="170"/>
                  </a:lnTo>
                  <a:lnTo>
                    <a:pt x="1201" y="170"/>
                  </a:lnTo>
                  <a:lnTo>
                    <a:pt x="1209" y="166"/>
                  </a:lnTo>
                  <a:lnTo>
                    <a:pt x="1218" y="164"/>
                  </a:lnTo>
                  <a:lnTo>
                    <a:pt x="1225" y="170"/>
                  </a:lnTo>
                  <a:lnTo>
                    <a:pt x="1225" y="184"/>
                  </a:lnTo>
                  <a:lnTo>
                    <a:pt x="1225" y="191"/>
                  </a:lnTo>
                  <a:lnTo>
                    <a:pt x="1223" y="203"/>
                  </a:lnTo>
                  <a:lnTo>
                    <a:pt x="1222" y="218"/>
                  </a:lnTo>
                  <a:lnTo>
                    <a:pt x="1218" y="236"/>
                  </a:lnTo>
                  <a:lnTo>
                    <a:pt x="1215" y="250"/>
                  </a:lnTo>
                  <a:lnTo>
                    <a:pt x="1213" y="260"/>
                  </a:lnTo>
                  <a:lnTo>
                    <a:pt x="1206" y="260"/>
                  </a:lnTo>
                  <a:lnTo>
                    <a:pt x="1202" y="259"/>
                  </a:lnTo>
                  <a:lnTo>
                    <a:pt x="1199" y="257"/>
                  </a:lnTo>
                  <a:lnTo>
                    <a:pt x="1195" y="255"/>
                  </a:lnTo>
                  <a:lnTo>
                    <a:pt x="1190" y="253"/>
                  </a:lnTo>
                  <a:lnTo>
                    <a:pt x="1190" y="257"/>
                  </a:lnTo>
                  <a:lnTo>
                    <a:pt x="1192" y="259"/>
                  </a:lnTo>
                  <a:lnTo>
                    <a:pt x="1194" y="260"/>
                  </a:lnTo>
                  <a:lnTo>
                    <a:pt x="1195" y="262"/>
                  </a:lnTo>
                  <a:lnTo>
                    <a:pt x="1195" y="264"/>
                  </a:lnTo>
                  <a:lnTo>
                    <a:pt x="1197" y="267"/>
                  </a:lnTo>
                  <a:lnTo>
                    <a:pt x="1197" y="273"/>
                  </a:lnTo>
                  <a:lnTo>
                    <a:pt x="1148" y="276"/>
                  </a:lnTo>
                  <a:lnTo>
                    <a:pt x="1148" y="280"/>
                  </a:lnTo>
                  <a:lnTo>
                    <a:pt x="1152" y="290"/>
                  </a:lnTo>
                  <a:lnTo>
                    <a:pt x="1150" y="301"/>
                  </a:lnTo>
                  <a:lnTo>
                    <a:pt x="1148" y="318"/>
                  </a:lnTo>
                  <a:lnTo>
                    <a:pt x="1139" y="318"/>
                  </a:lnTo>
                  <a:lnTo>
                    <a:pt x="1127" y="311"/>
                  </a:lnTo>
                  <a:lnTo>
                    <a:pt x="1110" y="307"/>
                  </a:lnTo>
                  <a:lnTo>
                    <a:pt x="1110" y="311"/>
                  </a:lnTo>
                  <a:lnTo>
                    <a:pt x="1113" y="311"/>
                  </a:lnTo>
                  <a:lnTo>
                    <a:pt x="1117" y="314"/>
                  </a:lnTo>
                  <a:lnTo>
                    <a:pt x="1119" y="316"/>
                  </a:lnTo>
                  <a:lnTo>
                    <a:pt x="1120" y="318"/>
                  </a:lnTo>
                  <a:lnTo>
                    <a:pt x="1122" y="320"/>
                  </a:lnTo>
                  <a:lnTo>
                    <a:pt x="1124" y="325"/>
                  </a:lnTo>
                  <a:lnTo>
                    <a:pt x="1124" y="330"/>
                  </a:lnTo>
                  <a:lnTo>
                    <a:pt x="1122" y="334"/>
                  </a:lnTo>
                  <a:lnTo>
                    <a:pt x="1119" y="337"/>
                  </a:lnTo>
                  <a:lnTo>
                    <a:pt x="1117" y="341"/>
                  </a:lnTo>
                  <a:lnTo>
                    <a:pt x="1108" y="348"/>
                  </a:lnTo>
                  <a:lnTo>
                    <a:pt x="1101" y="355"/>
                  </a:lnTo>
                  <a:lnTo>
                    <a:pt x="1098" y="363"/>
                  </a:lnTo>
                  <a:lnTo>
                    <a:pt x="1094" y="376"/>
                  </a:lnTo>
                  <a:lnTo>
                    <a:pt x="1087" y="376"/>
                  </a:lnTo>
                  <a:lnTo>
                    <a:pt x="1082" y="374"/>
                  </a:lnTo>
                  <a:lnTo>
                    <a:pt x="1077" y="372"/>
                  </a:lnTo>
                  <a:lnTo>
                    <a:pt x="1073" y="370"/>
                  </a:lnTo>
                  <a:lnTo>
                    <a:pt x="1066" y="369"/>
                  </a:lnTo>
                  <a:lnTo>
                    <a:pt x="1066" y="372"/>
                  </a:lnTo>
                  <a:lnTo>
                    <a:pt x="1075" y="372"/>
                  </a:lnTo>
                  <a:lnTo>
                    <a:pt x="1077" y="376"/>
                  </a:lnTo>
                  <a:lnTo>
                    <a:pt x="1078" y="379"/>
                  </a:lnTo>
                  <a:lnTo>
                    <a:pt x="1080" y="381"/>
                  </a:lnTo>
                  <a:lnTo>
                    <a:pt x="1080" y="384"/>
                  </a:lnTo>
                  <a:lnTo>
                    <a:pt x="1082" y="390"/>
                  </a:lnTo>
                  <a:lnTo>
                    <a:pt x="1082" y="395"/>
                  </a:lnTo>
                  <a:lnTo>
                    <a:pt x="1066" y="400"/>
                  </a:lnTo>
                  <a:lnTo>
                    <a:pt x="1052" y="409"/>
                  </a:lnTo>
                  <a:lnTo>
                    <a:pt x="1043" y="419"/>
                  </a:lnTo>
                  <a:lnTo>
                    <a:pt x="1037" y="435"/>
                  </a:lnTo>
                  <a:lnTo>
                    <a:pt x="1037" y="458"/>
                  </a:lnTo>
                  <a:lnTo>
                    <a:pt x="1043" y="472"/>
                  </a:lnTo>
                  <a:lnTo>
                    <a:pt x="1047" y="491"/>
                  </a:lnTo>
                  <a:lnTo>
                    <a:pt x="1047" y="510"/>
                  </a:lnTo>
                  <a:lnTo>
                    <a:pt x="1066" y="510"/>
                  </a:lnTo>
                  <a:lnTo>
                    <a:pt x="1066" y="519"/>
                  </a:lnTo>
                  <a:lnTo>
                    <a:pt x="1070" y="522"/>
                  </a:lnTo>
                  <a:lnTo>
                    <a:pt x="1070" y="526"/>
                  </a:lnTo>
                  <a:lnTo>
                    <a:pt x="1070" y="529"/>
                  </a:lnTo>
                  <a:lnTo>
                    <a:pt x="1070" y="531"/>
                  </a:lnTo>
                  <a:lnTo>
                    <a:pt x="1070" y="533"/>
                  </a:lnTo>
                  <a:lnTo>
                    <a:pt x="1070" y="534"/>
                  </a:lnTo>
                  <a:lnTo>
                    <a:pt x="1071" y="536"/>
                  </a:lnTo>
                  <a:lnTo>
                    <a:pt x="1077" y="536"/>
                  </a:lnTo>
                  <a:lnTo>
                    <a:pt x="1082" y="538"/>
                  </a:lnTo>
                  <a:lnTo>
                    <a:pt x="1094" y="536"/>
                  </a:lnTo>
                  <a:lnTo>
                    <a:pt x="1106" y="541"/>
                  </a:lnTo>
                  <a:lnTo>
                    <a:pt x="1119" y="550"/>
                  </a:lnTo>
                  <a:lnTo>
                    <a:pt x="1131" y="562"/>
                  </a:lnTo>
                  <a:lnTo>
                    <a:pt x="1141" y="573"/>
                  </a:lnTo>
                  <a:lnTo>
                    <a:pt x="1152" y="580"/>
                  </a:lnTo>
                  <a:lnTo>
                    <a:pt x="1157" y="582"/>
                  </a:lnTo>
                  <a:lnTo>
                    <a:pt x="1160" y="583"/>
                  </a:lnTo>
                  <a:lnTo>
                    <a:pt x="1164" y="582"/>
                  </a:lnTo>
                  <a:lnTo>
                    <a:pt x="1167" y="582"/>
                  </a:lnTo>
                  <a:lnTo>
                    <a:pt x="1169" y="580"/>
                  </a:lnTo>
                  <a:lnTo>
                    <a:pt x="1173" y="578"/>
                  </a:lnTo>
                  <a:lnTo>
                    <a:pt x="1174" y="576"/>
                  </a:lnTo>
                  <a:lnTo>
                    <a:pt x="1178" y="576"/>
                  </a:lnTo>
                  <a:lnTo>
                    <a:pt x="1206" y="583"/>
                  </a:lnTo>
                  <a:lnTo>
                    <a:pt x="1209" y="602"/>
                  </a:lnTo>
                  <a:lnTo>
                    <a:pt x="1213" y="616"/>
                  </a:lnTo>
                  <a:lnTo>
                    <a:pt x="1215" y="627"/>
                  </a:lnTo>
                  <a:lnTo>
                    <a:pt x="1216" y="637"/>
                  </a:lnTo>
                  <a:lnTo>
                    <a:pt x="1220" y="648"/>
                  </a:lnTo>
                  <a:lnTo>
                    <a:pt x="1229" y="660"/>
                  </a:lnTo>
                  <a:lnTo>
                    <a:pt x="1239" y="676"/>
                  </a:lnTo>
                  <a:lnTo>
                    <a:pt x="1242" y="674"/>
                  </a:lnTo>
                  <a:lnTo>
                    <a:pt x="1244" y="674"/>
                  </a:lnTo>
                  <a:lnTo>
                    <a:pt x="1244" y="674"/>
                  </a:lnTo>
                  <a:lnTo>
                    <a:pt x="1246" y="672"/>
                  </a:lnTo>
                  <a:lnTo>
                    <a:pt x="1248" y="672"/>
                  </a:lnTo>
                  <a:lnTo>
                    <a:pt x="1251" y="671"/>
                  </a:lnTo>
                  <a:lnTo>
                    <a:pt x="1253" y="671"/>
                  </a:lnTo>
                  <a:lnTo>
                    <a:pt x="1253" y="669"/>
                  </a:lnTo>
                  <a:lnTo>
                    <a:pt x="1253" y="669"/>
                  </a:lnTo>
                  <a:lnTo>
                    <a:pt x="1253" y="669"/>
                  </a:lnTo>
                  <a:lnTo>
                    <a:pt x="1253" y="667"/>
                  </a:lnTo>
                  <a:lnTo>
                    <a:pt x="1255" y="664"/>
                  </a:lnTo>
                  <a:lnTo>
                    <a:pt x="1255" y="653"/>
                  </a:lnTo>
                  <a:lnTo>
                    <a:pt x="1253" y="639"/>
                  </a:lnTo>
                  <a:lnTo>
                    <a:pt x="1249" y="622"/>
                  </a:lnTo>
                  <a:lnTo>
                    <a:pt x="1244" y="606"/>
                  </a:lnTo>
                  <a:lnTo>
                    <a:pt x="1258" y="599"/>
                  </a:lnTo>
                  <a:lnTo>
                    <a:pt x="1272" y="589"/>
                  </a:lnTo>
                  <a:lnTo>
                    <a:pt x="1281" y="575"/>
                  </a:lnTo>
                  <a:lnTo>
                    <a:pt x="1286" y="557"/>
                  </a:lnTo>
                  <a:lnTo>
                    <a:pt x="1288" y="547"/>
                  </a:lnTo>
                  <a:lnTo>
                    <a:pt x="1286" y="531"/>
                  </a:lnTo>
                  <a:lnTo>
                    <a:pt x="1286" y="515"/>
                  </a:lnTo>
                  <a:lnTo>
                    <a:pt x="1279" y="512"/>
                  </a:lnTo>
                  <a:lnTo>
                    <a:pt x="1276" y="510"/>
                  </a:lnTo>
                  <a:lnTo>
                    <a:pt x="1272" y="508"/>
                  </a:lnTo>
                  <a:lnTo>
                    <a:pt x="1269" y="505"/>
                  </a:lnTo>
                  <a:lnTo>
                    <a:pt x="1267" y="499"/>
                  </a:lnTo>
                  <a:lnTo>
                    <a:pt x="1274" y="487"/>
                  </a:lnTo>
                  <a:lnTo>
                    <a:pt x="1277" y="473"/>
                  </a:lnTo>
                  <a:lnTo>
                    <a:pt x="1274" y="458"/>
                  </a:lnTo>
                  <a:lnTo>
                    <a:pt x="1270" y="442"/>
                  </a:lnTo>
                  <a:lnTo>
                    <a:pt x="1265" y="424"/>
                  </a:lnTo>
                  <a:lnTo>
                    <a:pt x="1263" y="407"/>
                  </a:lnTo>
                  <a:lnTo>
                    <a:pt x="1267" y="407"/>
                  </a:lnTo>
                  <a:lnTo>
                    <a:pt x="1267" y="403"/>
                  </a:lnTo>
                  <a:lnTo>
                    <a:pt x="1291" y="407"/>
                  </a:lnTo>
                  <a:lnTo>
                    <a:pt x="1312" y="407"/>
                  </a:lnTo>
                  <a:lnTo>
                    <a:pt x="1335" y="403"/>
                  </a:lnTo>
                  <a:lnTo>
                    <a:pt x="1340" y="412"/>
                  </a:lnTo>
                  <a:lnTo>
                    <a:pt x="1345" y="424"/>
                  </a:lnTo>
                  <a:lnTo>
                    <a:pt x="1351" y="433"/>
                  </a:lnTo>
                  <a:lnTo>
                    <a:pt x="1356" y="437"/>
                  </a:lnTo>
                  <a:lnTo>
                    <a:pt x="1359" y="438"/>
                  </a:lnTo>
                  <a:lnTo>
                    <a:pt x="1365" y="438"/>
                  </a:lnTo>
                  <a:lnTo>
                    <a:pt x="1370" y="440"/>
                  </a:lnTo>
                  <a:lnTo>
                    <a:pt x="1375" y="442"/>
                  </a:lnTo>
                  <a:lnTo>
                    <a:pt x="1379" y="445"/>
                  </a:lnTo>
                  <a:lnTo>
                    <a:pt x="1380" y="454"/>
                  </a:lnTo>
                  <a:lnTo>
                    <a:pt x="1384" y="470"/>
                  </a:lnTo>
                  <a:lnTo>
                    <a:pt x="1386" y="484"/>
                  </a:lnTo>
                  <a:lnTo>
                    <a:pt x="1389" y="494"/>
                  </a:lnTo>
                  <a:lnTo>
                    <a:pt x="1391" y="496"/>
                  </a:lnTo>
                  <a:lnTo>
                    <a:pt x="1394" y="499"/>
                  </a:lnTo>
                  <a:lnTo>
                    <a:pt x="1398" y="501"/>
                  </a:lnTo>
                  <a:lnTo>
                    <a:pt x="1401" y="505"/>
                  </a:lnTo>
                  <a:lnTo>
                    <a:pt x="1407" y="506"/>
                  </a:lnTo>
                  <a:lnTo>
                    <a:pt x="1408" y="510"/>
                  </a:lnTo>
                  <a:lnTo>
                    <a:pt x="1422" y="499"/>
                  </a:lnTo>
                  <a:lnTo>
                    <a:pt x="1433" y="486"/>
                  </a:lnTo>
                  <a:lnTo>
                    <a:pt x="1441" y="472"/>
                  </a:lnTo>
                  <a:lnTo>
                    <a:pt x="1455" y="461"/>
                  </a:lnTo>
                  <a:lnTo>
                    <a:pt x="1457" y="473"/>
                  </a:lnTo>
                  <a:lnTo>
                    <a:pt x="1462" y="480"/>
                  </a:lnTo>
                  <a:lnTo>
                    <a:pt x="1469" y="487"/>
                  </a:lnTo>
                  <a:lnTo>
                    <a:pt x="1476" y="494"/>
                  </a:lnTo>
                  <a:lnTo>
                    <a:pt x="1482" y="503"/>
                  </a:lnTo>
                  <a:lnTo>
                    <a:pt x="1482" y="506"/>
                  </a:lnTo>
                  <a:lnTo>
                    <a:pt x="1482" y="510"/>
                  </a:lnTo>
                  <a:lnTo>
                    <a:pt x="1480" y="512"/>
                  </a:lnTo>
                  <a:lnTo>
                    <a:pt x="1480" y="515"/>
                  </a:lnTo>
                  <a:lnTo>
                    <a:pt x="1478" y="519"/>
                  </a:lnTo>
                  <a:lnTo>
                    <a:pt x="1480" y="522"/>
                  </a:lnTo>
                  <a:lnTo>
                    <a:pt x="1482" y="526"/>
                  </a:lnTo>
                  <a:lnTo>
                    <a:pt x="1483" y="527"/>
                  </a:lnTo>
                  <a:lnTo>
                    <a:pt x="1487" y="527"/>
                  </a:lnTo>
                  <a:lnTo>
                    <a:pt x="1490" y="527"/>
                  </a:lnTo>
                  <a:lnTo>
                    <a:pt x="1492" y="527"/>
                  </a:lnTo>
                  <a:lnTo>
                    <a:pt x="1496" y="527"/>
                  </a:lnTo>
                  <a:lnTo>
                    <a:pt x="1497" y="529"/>
                  </a:lnTo>
                  <a:lnTo>
                    <a:pt x="1503" y="543"/>
                  </a:lnTo>
                  <a:lnTo>
                    <a:pt x="1503" y="554"/>
                  </a:lnTo>
                  <a:lnTo>
                    <a:pt x="1501" y="564"/>
                  </a:lnTo>
                  <a:lnTo>
                    <a:pt x="1504" y="573"/>
                  </a:lnTo>
                  <a:lnTo>
                    <a:pt x="1517" y="583"/>
                  </a:lnTo>
                  <a:lnTo>
                    <a:pt x="1506" y="604"/>
                  </a:lnTo>
                  <a:lnTo>
                    <a:pt x="1494" y="622"/>
                  </a:lnTo>
                  <a:lnTo>
                    <a:pt x="1497" y="622"/>
                  </a:lnTo>
                  <a:lnTo>
                    <a:pt x="1508" y="611"/>
                  </a:lnTo>
                  <a:lnTo>
                    <a:pt x="1518" y="602"/>
                  </a:lnTo>
                  <a:lnTo>
                    <a:pt x="1527" y="592"/>
                  </a:lnTo>
                  <a:lnTo>
                    <a:pt x="1539" y="595"/>
                  </a:lnTo>
                  <a:lnTo>
                    <a:pt x="1546" y="602"/>
                  </a:lnTo>
                  <a:lnTo>
                    <a:pt x="1553" y="611"/>
                  </a:lnTo>
                  <a:lnTo>
                    <a:pt x="1555" y="625"/>
                  </a:lnTo>
                  <a:lnTo>
                    <a:pt x="1571" y="625"/>
                  </a:lnTo>
                  <a:lnTo>
                    <a:pt x="1571" y="630"/>
                  </a:lnTo>
                  <a:lnTo>
                    <a:pt x="1572" y="634"/>
                  </a:lnTo>
                  <a:lnTo>
                    <a:pt x="1572" y="639"/>
                  </a:lnTo>
                  <a:lnTo>
                    <a:pt x="1574" y="644"/>
                  </a:lnTo>
                  <a:lnTo>
                    <a:pt x="1572" y="650"/>
                  </a:lnTo>
                  <a:lnTo>
                    <a:pt x="1572" y="653"/>
                  </a:lnTo>
                  <a:lnTo>
                    <a:pt x="1572" y="657"/>
                  </a:lnTo>
                  <a:lnTo>
                    <a:pt x="1574" y="658"/>
                  </a:lnTo>
                  <a:lnTo>
                    <a:pt x="1574" y="662"/>
                  </a:lnTo>
                  <a:lnTo>
                    <a:pt x="1574" y="664"/>
                  </a:lnTo>
                  <a:lnTo>
                    <a:pt x="1574" y="667"/>
                  </a:lnTo>
                  <a:lnTo>
                    <a:pt x="1555" y="681"/>
                  </a:lnTo>
                  <a:lnTo>
                    <a:pt x="1534" y="690"/>
                  </a:lnTo>
                  <a:lnTo>
                    <a:pt x="1510" y="695"/>
                  </a:lnTo>
                  <a:lnTo>
                    <a:pt x="1485" y="698"/>
                  </a:lnTo>
                  <a:lnTo>
                    <a:pt x="1461" y="702"/>
                  </a:lnTo>
                  <a:lnTo>
                    <a:pt x="1436" y="705"/>
                  </a:lnTo>
                  <a:lnTo>
                    <a:pt x="1415" y="712"/>
                  </a:lnTo>
                  <a:lnTo>
                    <a:pt x="1396" y="721"/>
                  </a:lnTo>
                  <a:lnTo>
                    <a:pt x="1382" y="737"/>
                  </a:lnTo>
                  <a:lnTo>
                    <a:pt x="1386" y="737"/>
                  </a:lnTo>
                  <a:lnTo>
                    <a:pt x="1403" y="725"/>
                  </a:lnTo>
                  <a:lnTo>
                    <a:pt x="1424" y="716"/>
                  </a:lnTo>
                  <a:lnTo>
                    <a:pt x="1447" y="711"/>
                  </a:lnTo>
                  <a:lnTo>
                    <a:pt x="1448" y="714"/>
                  </a:lnTo>
                  <a:lnTo>
                    <a:pt x="1450" y="718"/>
                  </a:lnTo>
                  <a:lnTo>
                    <a:pt x="1452" y="719"/>
                  </a:lnTo>
                  <a:lnTo>
                    <a:pt x="1455" y="721"/>
                  </a:lnTo>
                  <a:lnTo>
                    <a:pt x="1459" y="723"/>
                  </a:lnTo>
                  <a:lnTo>
                    <a:pt x="1462" y="726"/>
                  </a:lnTo>
                  <a:lnTo>
                    <a:pt x="1457" y="735"/>
                  </a:lnTo>
                  <a:lnTo>
                    <a:pt x="1454" y="742"/>
                  </a:lnTo>
                  <a:lnTo>
                    <a:pt x="1452" y="749"/>
                  </a:lnTo>
                  <a:lnTo>
                    <a:pt x="1450" y="760"/>
                  </a:lnTo>
                  <a:lnTo>
                    <a:pt x="1464" y="767"/>
                  </a:lnTo>
                  <a:lnTo>
                    <a:pt x="1473" y="777"/>
                  </a:lnTo>
                  <a:lnTo>
                    <a:pt x="1480" y="787"/>
                  </a:lnTo>
                  <a:lnTo>
                    <a:pt x="1489" y="798"/>
                  </a:lnTo>
                  <a:lnTo>
                    <a:pt x="1489" y="801"/>
                  </a:lnTo>
                  <a:lnTo>
                    <a:pt x="1489" y="803"/>
                  </a:lnTo>
                  <a:lnTo>
                    <a:pt x="1487" y="803"/>
                  </a:lnTo>
                  <a:lnTo>
                    <a:pt x="1487" y="805"/>
                  </a:lnTo>
                  <a:lnTo>
                    <a:pt x="1485" y="807"/>
                  </a:lnTo>
                  <a:lnTo>
                    <a:pt x="1475" y="819"/>
                  </a:lnTo>
                  <a:lnTo>
                    <a:pt x="1461" y="829"/>
                  </a:lnTo>
                  <a:lnTo>
                    <a:pt x="1443" y="836"/>
                  </a:lnTo>
                  <a:lnTo>
                    <a:pt x="1443" y="821"/>
                  </a:lnTo>
                  <a:lnTo>
                    <a:pt x="1452" y="815"/>
                  </a:lnTo>
                  <a:lnTo>
                    <a:pt x="1459" y="810"/>
                  </a:lnTo>
                  <a:lnTo>
                    <a:pt x="1466" y="801"/>
                  </a:lnTo>
                  <a:lnTo>
                    <a:pt x="1459" y="798"/>
                  </a:lnTo>
                  <a:lnTo>
                    <a:pt x="1459" y="794"/>
                  </a:lnTo>
                  <a:lnTo>
                    <a:pt x="1457" y="794"/>
                  </a:lnTo>
                  <a:lnTo>
                    <a:pt x="1455" y="794"/>
                  </a:lnTo>
                  <a:lnTo>
                    <a:pt x="1455" y="794"/>
                  </a:lnTo>
                  <a:lnTo>
                    <a:pt x="1455" y="796"/>
                  </a:lnTo>
                  <a:lnTo>
                    <a:pt x="1455" y="798"/>
                  </a:lnTo>
                  <a:lnTo>
                    <a:pt x="1455" y="798"/>
                  </a:lnTo>
                  <a:lnTo>
                    <a:pt x="1443" y="807"/>
                  </a:lnTo>
                  <a:lnTo>
                    <a:pt x="1427" y="814"/>
                  </a:lnTo>
                  <a:lnTo>
                    <a:pt x="1414" y="819"/>
                  </a:lnTo>
                  <a:lnTo>
                    <a:pt x="1400" y="826"/>
                  </a:lnTo>
                  <a:lnTo>
                    <a:pt x="1387" y="835"/>
                  </a:lnTo>
                  <a:lnTo>
                    <a:pt x="1379" y="847"/>
                  </a:lnTo>
                  <a:lnTo>
                    <a:pt x="1373" y="864"/>
                  </a:lnTo>
                  <a:lnTo>
                    <a:pt x="1379" y="866"/>
                  </a:lnTo>
                  <a:lnTo>
                    <a:pt x="1386" y="868"/>
                  </a:lnTo>
                  <a:lnTo>
                    <a:pt x="1389" y="871"/>
                  </a:lnTo>
                  <a:lnTo>
                    <a:pt x="1382" y="871"/>
                  </a:lnTo>
                  <a:lnTo>
                    <a:pt x="1372" y="880"/>
                  </a:lnTo>
                  <a:lnTo>
                    <a:pt x="1358" y="883"/>
                  </a:lnTo>
                  <a:lnTo>
                    <a:pt x="1345" y="885"/>
                  </a:lnTo>
                  <a:lnTo>
                    <a:pt x="1331" y="887"/>
                  </a:lnTo>
                  <a:lnTo>
                    <a:pt x="1321" y="915"/>
                  </a:lnTo>
                  <a:lnTo>
                    <a:pt x="1309" y="945"/>
                  </a:lnTo>
                  <a:lnTo>
                    <a:pt x="1305" y="941"/>
                  </a:lnTo>
                  <a:lnTo>
                    <a:pt x="1304" y="939"/>
                  </a:lnTo>
                  <a:lnTo>
                    <a:pt x="1300" y="938"/>
                  </a:lnTo>
                  <a:lnTo>
                    <a:pt x="1298" y="936"/>
                  </a:lnTo>
                  <a:lnTo>
                    <a:pt x="1293" y="932"/>
                  </a:lnTo>
                  <a:lnTo>
                    <a:pt x="1293" y="941"/>
                  </a:lnTo>
                  <a:lnTo>
                    <a:pt x="1295" y="945"/>
                  </a:lnTo>
                  <a:lnTo>
                    <a:pt x="1298" y="955"/>
                  </a:lnTo>
                  <a:lnTo>
                    <a:pt x="1302" y="967"/>
                  </a:lnTo>
                  <a:lnTo>
                    <a:pt x="1305" y="978"/>
                  </a:lnTo>
                  <a:lnTo>
                    <a:pt x="1305" y="983"/>
                  </a:lnTo>
                  <a:lnTo>
                    <a:pt x="1291" y="992"/>
                  </a:lnTo>
                  <a:lnTo>
                    <a:pt x="1276" y="1000"/>
                  </a:lnTo>
                  <a:lnTo>
                    <a:pt x="1260" y="1011"/>
                  </a:lnTo>
                  <a:lnTo>
                    <a:pt x="1244" y="1021"/>
                  </a:lnTo>
                  <a:lnTo>
                    <a:pt x="1234" y="1035"/>
                  </a:lnTo>
                  <a:lnTo>
                    <a:pt x="1229" y="1053"/>
                  </a:lnTo>
                  <a:lnTo>
                    <a:pt x="1223" y="1067"/>
                  </a:lnTo>
                  <a:lnTo>
                    <a:pt x="1225" y="1084"/>
                  </a:lnTo>
                  <a:lnTo>
                    <a:pt x="1230" y="1103"/>
                  </a:lnTo>
                  <a:lnTo>
                    <a:pt x="1237" y="1123"/>
                  </a:lnTo>
                  <a:lnTo>
                    <a:pt x="1244" y="1142"/>
                  </a:lnTo>
                  <a:lnTo>
                    <a:pt x="1248" y="1159"/>
                  </a:lnTo>
                  <a:lnTo>
                    <a:pt x="1244" y="1159"/>
                  </a:lnTo>
                  <a:lnTo>
                    <a:pt x="1244" y="1163"/>
                  </a:lnTo>
                  <a:lnTo>
                    <a:pt x="1232" y="1159"/>
                  </a:lnTo>
                  <a:lnTo>
                    <a:pt x="1227" y="1144"/>
                  </a:lnTo>
                  <a:lnTo>
                    <a:pt x="1218" y="1124"/>
                  </a:lnTo>
                  <a:lnTo>
                    <a:pt x="1208" y="1103"/>
                  </a:lnTo>
                  <a:lnTo>
                    <a:pt x="1197" y="1088"/>
                  </a:lnTo>
                  <a:lnTo>
                    <a:pt x="1187" y="1079"/>
                  </a:lnTo>
                  <a:lnTo>
                    <a:pt x="1174" y="1077"/>
                  </a:lnTo>
                  <a:lnTo>
                    <a:pt x="1159" y="1070"/>
                  </a:lnTo>
                  <a:lnTo>
                    <a:pt x="1141" y="1063"/>
                  </a:lnTo>
                  <a:lnTo>
                    <a:pt x="1120" y="1060"/>
                  </a:lnTo>
                  <a:lnTo>
                    <a:pt x="1120" y="1063"/>
                  </a:lnTo>
                  <a:lnTo>
                    <a:pt x="1117" y="1063"/>
                  </a:lnTo>
                  <a:lnTo>
                    <a:pt x="1119" y="1069"/>
                  </a:lnTo>
                  <a:lnTo>
                    <a:pt x="1122" y="1074"/>
                  </a:lnTo>
                  <a:lnTo>
                    <a:pt x="1124" y="1077"/>
                  </a:lnTo>
                  <a:lnTo>
                    <a:pt x="1126" y="1081"/>
                  </a:lnTo>
                  <a:lnTo>
                    <a:pt x="1129" y="1086"/>
                  </a:lnTo>
                  <a:lnTo>
                    <a:pt x="1113" y="1086"/>
                  </a:lnTo>
                  <a:lnTo>
                    <a:pt x="1101" y="1081"/>
                  </a:lnTo>
                  <a:lnTo>
                    <a:pt x="1085" y="1077"/>
                  </a:lnTo>
                  <a:lnTo>
                    <a:pt x="1070" y="1077"/>
                  </a:lnTo>
                  <a:lnTo>
                    <a:pt x="1054" y="1079"/>
                  </a:lnTo>
                  <a:lnTo>
                    <a:pt x="1043" y="1082"/>
                  </a:lnTo>
                  <a:lnTo>
                    <a:pt x="1031" y="1088"/>
                  </a:lnTo>
                  <a:lnTo>
                    <a:pt x="1021" y="1095"/>
                  </a:lnTo>
                  <a:lnTo>
                    <a:pt x="1014" y="1105"/>
                  </a:lnTo>
                  <a:lnTo>
                    <a:pt x="1010" y="1114"/>
                  </a:lnTo>
                  <a:lnTo>
                    <a:pt x="1012" y="1121"/>
                  </a:lnTo>
                  <a:lnTo>
                    <a:pt x="1012" y="1130"/>
                  </a:lnTo>
                  <a:lnTo>
                    <a:pt x="1009" y="1140"/>
                  </a:lnTo>
                  <a:lnTo>
                    <a:pt x="1002" y="1163"/>
                  </a:lnTo>
                  <a:lnTo>
                    <a:pt x="1002" y="1180"/>
                  </a:lnTo>
                  <a:lnTo>
                    <a:pt x="1003" y="1198"/>
                  </a:lnTo>
                  <a:lnTo>
                    <a:pt x="1010" y="1215"/>
                  </a:lnTo>
                  <a:lnTo>
                    <a:pt x="1021" y="1236"/>
                  </a:lnTo>
                  <a:lnTo>
                    <a:pt x="1033" y="1238"/>
                  </a:lnTo>
                  <a:lnTo>
                    <a:pt x="1040" y="1240"/>
                  </a:lnTo>
                  <a:lnTo>
                    <a:pt x="1043" y="1243"/>
                  </a:lnTo>
                  <a:lnTo>
                    <a:pt x="1047" y="1245"/>
                  </a:lnTo>
                  <a:lnTo>
                    <a:pt x="1052" y="1247"/>
                  </a:lnTo>
                  <a:lnTo>
                    <a:pt x="1061" y="1243"/>
                  </a:lnTo>
                  <a:lnTo>
                    <a:pt x="1075" y="1236"/>
                  </a:lnTo>
                  <a:lnTo>
                    <a:pt x="1078" y="1234"/>
                  </a:lnTo>
                  <a:lnTo>
                    <a:pt x="1080" y="1234"/>
                  </a:lnTo>
                  <a:lnTo>
                    <a:pt x="1084" y="1234"/>
                  </a:lnTo>
                  <a:lnTo>
                    <a:pt x="1084" y="1234"/>
                  </a:lnTo>
                  <a:lnTo>
                    <a:pt x="1085" y="1234"/>
                  </a:lnTo>
                  <a:lnTo>
                    <a:pt x="1087" y="1234"/>
                  </a:lnTo>
                  <a:lnTo>
                    <a:pt x="1087" y="1233"/>
                  </a:lnTo>
                  <a:lnTo>
                    <a:pt x="1091" y="1229"/>
                  </a:lnTo>
                  <a:lnTo>
                    <a:pt x="1092" y="1224"/>
                  </a:lnTo>
                  <a:lnTo>
                    <a:pt x="1094" y="1219"/>
                  </a:lnTo>
                  <a:lnTo>
                    <a:pt x="1096" y="1213"/>
                  </a:lnTo>
                  <a:lnTo>
                    <a:pt x="1098" y="1210"/>
                  </a:lnTo>
                  <a:lnTo>
                    <a:pt x="1106" y="1201"/>
                  </a:lnTo>
                  <a:lnTo>
                    <a:pt x="1117" y="1196"/>
                  </a:lnTo>
                  <a:lnTo>
                    <a:pt x="1133" y="1194"/>
                  </a:lnTo>
                  <a:lnTo>
                    <a:pt x="1134" y="1198"/>
                  </a:lnTo>
                  <a:lnTo>
                    <a:pt x="1136" y="1199"/>
                  </a:lnTo>
                  <a:lnTo>
                    <a:pt x="1136" y="1201"/>
                  </a:lnTo>
                  <a:lnTo>
                    <a:pt x="1138" y="1201"/>
                  </a:lnTo>
                  <a:lnTo>
                    <a:pt x="1138" y="1199"/>
                  </a:lnTo>
                  <a:lnTo>
                    <a:pt x="1139" y="1199"/>
                  </a:lnTo>
                  <a:lnTo>
                    <a:pt x="1143" y="1199"/>
                  </a:lnTo>
                  <a:lnTo>
                    <a:pt x="1148" y="1198"/>
                  </a:lnTo>
                  <a:lnTo>
                    <a:pt x="1148" y="1213"/>
                  </a:lnTo>
                  <a:lnTo>
                    <a:pt x="1141" y="1220"/>
                  </a:lnTo>
                  <a:lnTo>
                    <a:pt x="1136" y="1233"/>
                  </a:lnTo>
                  <a:lnTo>
                    <a:pt x="1131" y="1250"/>
                  </a:lnTo>
                  <a:lnTo>
                    <a:pt x="1126" y="1266"/>
                  </a:lnTo>
                  <a:lnTo>
                    <a:pt x="1120" y="1278"/>
                  </a:lnTo>
                  <a:lnTo>
                    <a:pt x="1138" y="1278"/>
                  </a:lnTo>
                  <a:lnTo>
                    <a:pt x="1153" y="1276"/>
                  </a:lnTo>
                  <a:lnTo>
                    <a:pt x="1167" y="1276"/>
                  </a:lnTo>
                  <a:lnTo>
                    <a:pt x="1180" y="1278"/>
                  </a:lnTo>
                  <a:lnTo>
                    <a:pt x="1188" y="1283"/>
                  </a:lnTo>
                  <a:lnTo>
                    <a:pt x="1195" y="1294"/>
                  </a:lnTo>
                  <a:lnTo>
                    <a:pt x="1197" y="1309"/>
                  </a:lnTo>
                  <a:lnTo>
                    <a:pt x="1194" y="1320"/>
                  </a:lnTo>
                  <a:lnTo>
                    <a:pt x="1190" y="1334"/>
                  </a:lnTo>
                  <a:lnTo>
                    <a:pt x="1190" y="1348"/>
                  </a:lnTo>
                  <a:lnTo>
                    <a:pt x="1199" y="1357"/>
                  </a:lnTo>
                  <a:lnTo>
                    <a:pt x="1204" y="1363"/>
                  </a:lnTo>
                  <a:lnTo>
                    <a:pt x="1211" y="1370"/>
                  </a:lnTo>
                  <a:lnTo>
                    <a:pt x="1222" y="1376"/>
                  </a:lnTo>
                  <a:lnTo>
                    <a:pt x="1235" y="1379"/>
                  </a:lnTo>
                  <a:lnTo>
                    <a:pt x="1242" y="1370"/>
                  </a:lnTo>
                  <a:lnTo>
                    <a:pt x="1251" y="1367"/>
                  </a:lnTo>
                  <a:lnTo>
                    <a:pt x="1267" y="1367"/>
                  </a:lnTo>
                  <a:lnTo>
                    <a:pt x="1269" y="1370"/>
                  </a:lnTo>
                  <a:lnTo>
                    <a:pt x="1272" y="1374"/>
                  </a:lnTo>
                  <a:lnTo>
                    <a:pt x="1274" y="1376"/>
                  </a:lnTo>
                  <a:lnTo>
                    <a:pt x="1276" y="1376"/>
                  </a:lnTo>
                  <a:lnTo>
                    <a:pt x="1281" y="1377"/>
                  </a:lnTo>
                  <a:lnTo>
                    <a:pt x="1286" y="1379"/>
                  </a:lnTo>
                  <a:lnTo>
                    <a:pt x="1293" y="1365"/>
                  </a:lnTo>
                  <a:lnTo>
                    <a:pt x="1302" y="1355"/>
                  </a:lnTo>
                  <a:lnTo>
                    <a:pt x="1312" y="1346"/>
                  </a:lnTo>
                  <a:lnTo>
                    <a:pt x="1325" y="1339"/>
                  </a:lnTo>
                  <a:lnTo>
                    <a:pt x="1344" y="1336"/>
                  </a:lnTo>
                  <a:lnTo>
                    <a:pt x="1347" y="1334"/>
                  </a:lnTo>
                  <a:lnTo>
                    <a:pt x="1349" y="1334"/>
                  </a:lnTo>
                  <a:lnTo>
                    <a:pt x="1352" y="1334"/>
                  </a:lnTo>
                  <a:lnTo>
                    <a:pt x="1354" y="1334"/>
                  </a:lnTo>
                  <a:lnTo>
                    <a:pt x="1358" y="1336"/>
                  </a:lnTo>
                  <a:lnTo>
                    <a:pt x="1363" y="1336"/>
                  </a:lnTo>
                  <a:lnTo>
                    <a:pt x="1361" y="1339"/>
                  </a:lnTo>
                  <a:lnTo>
                    <a:pt x="1361" y="1343"/>
                  </a:lnTo>
                  <a:lnTo>
                    <a:pt x="1359" y="1343"/>
                  </a:lnTo>
                  <a:lnTo>
                    <a:pt x="1359" y="1344"/>
                  </a:lnTo>
                  <a:lnTo>
                    <a:pt x="1361" y="1344"/>
                  </a:lnTo>
                  <a:lnTo>
                    <a:pt x="1363" y="1346"/>
                  </a:lnTo>
                  <a:lnTo>
                    <a:pt x="1366" y="1348"/>
                  </a:lnTo>
                  <a:lnTo>
                    <a:pt x="1366" y="1344"/>
                  </a:lnTo>
                  <a:lnTo>
                    <a:pt x="1370" y="1341"/>
                  </a:lnTo>
                  <a:lnTo>
                    <a:pt x="1372" y="1339"/>
                  </a:lnTo>
                  <a:lnTo>
                    <a:pt x="1373" y="1337"/>
                  </a:lnTo>
                  <a:lnTo>
                    <a:pt x="1375" y="1336"/>
                  </a:lnTo>
                  <a:lnTo>
                    <a:pt x="1379" y="1334"/>
                  </a:lnTo>
                  <a:lnTo>
                    <a:pt x="1382" y="1332"/>
                  </a:lnTo>
                  <a:lnTo>
                    <a:pt x="1398" y="1346"/>
                  </a:lnTo>
                  <a:lnTo>
                    <a:pt x="1419" y="1353"/>
                  </a:lnTo>
                  <a:lnTo>
                    <a:pt x="1440" y="1355"/>
                  </a:lnTo>
                  <a:lnTo>
                    <a:pt x="1464" y="1353"/>
                  </a:lnTo>
                  <a:lnTo>
                    <a:pt x="1489" y="1351"/>
                  </a:lnTo>
                  <a:lnTo>
                    <a:pt x="1489" y="1355"/>
                  </a:lnTo>
                  <a:lnTo>
                    <a:pt x="1489" y="1357"/>
                  </a:lnTo>
                  <a:lnTo>
                    <a:pt x="1487" y="1358"/>
                  </a:lnTo>
                  <a:lnTo>
                    <a:pt x="1487" y="1358"/>
                  </a:lnTo>
                  <a:lnTo>
                    <a:pt x="1487" y="1360"/>
                  </a:lnTo>
                  <a:lnTo>
                    <a:pt x="1485" y="1363"/>
                  </a:lnTo>
                  <a:lnTo>
                    <a:pt x="1497" y="1367"/>
                  </a:lnTo>
                  <a:lnTo>
                    <a:pt x="1504" y="1372"/>
                  </a:lnTo>
                  <a:lnTo>
                    <a:pt x="1511" y="1377"/>
                  </a:lnTo>
                  <a:lnTo>
                    <a:pt x="1523" y="1383"/>
                  </a:lnTo>
                  <a:lnTo>
                    <a:pt x="1523" y="1393"/>
                  </a:lnTo>
                  <a:lnTo>
                    <a:pt x="1536" y="1397"/>
                  </a:lnTo>
                  <a:lnTo>
                    <a:pt x="1544" y="1398"/>
                  </a:lnTo>
                  <a:lnTo>
                    <a:pt x="1551" y="1405"/>
                  </a:lnTo>
                  <a:lnTo>
                    <a:pt x="1555" y="1416"/>
                  </a:lnTo>
                  <a:lnTo>
                    <a:pt x="1576" y="1418"/>
                  </a:lnTo>
                  <a:lnTo>
                    <a:pt x="1593" y="1419"/>
                  </a:lnTo>
                  <a:lnTo>
                    <a:pt x="1616" y="1421"/>
                  </a:lnTo>
                  <a:lnTo>
                    <a:pt x="1632" y="1442"/>
                  </a:lnTo>
                  <a:lnTo>
                    <a:pt x="1651" y="1461"/>
                  </a:lnTo>
                  <a:lnTo>
                    <a:pt x="1672" y="1477"/>
                  </a:lnTo>
                  <a:lnTo>
                    <a:pt x="1696" y="1489"/>
                  </a:lnTo>
                  <a:lnTo>
                    <a:pt x="1695" y="1496"/>
                  </a:lnTo>
                  <a:lnTo>
                    <a:pt x="1691" y="1500"/>
                  </a:lnTo>
                  <a:lnTo>
                    <a:pt x="1688" y="1505"/>
                  </a:lnTo>
                  <a:lnTo>
                    <a:pt x="1684" y="1508"/>
                  </a:lnTo>
                  <a:lnTo>
                    <a:pt x="1681" y="1514"/>
                  </a:lnTo>
                  <a:lnTo>
                    <a:pt x="1703" y="1514"/>
                  </a:lnTo>
                  <a:lnTo>
                    <a:pt x="1724" y="1521"/>
                  </a:lnTo>
                  <a:lnTo>
                    <a:pt x="1728" y="1533"/>
                  </a:lnTo>
                  <a:lnTo>
                    <a:pt x="1733" y="1531"/>
                  </a:lnTo>
                  <a:lnTo>
                    <a:pt x="1736" y="1529"/>
                  </a:lnTo>
                  <a:lnTo>
                    <a:pt x="1742" y="1531"/>
                  </a:lnTo>
                  <a:lnTo>
                    <a:pt x="1743" y="1531"/>
                  </a:lnTo>
                  <a:lnTo>
                    <a:pt x="1747" y="1533"/>
                  </a:lnTo>
                  <a:lnTo>
                    <a:pt x="1750" y="1535"/>
                  </a:lnTo>
                  <a:lnTo>
                    <a:pt x="1754" y="1536"/>
                  </a:lnTo>
                  <a:lnTo>
                    <a:pt x="1808" y="1540"/>
                  </a:lnTo>
                  <a:lnTo>
                    <a:pt x="1813" y="1545"/>
                  </a:lnTo>
                  <a:lnTo>
                    <a:pt x="1817" y="1555"/>
                  </a:lnTo>
                  <a:lnTo>
                    <a:pt x="1818" y="1564"/>
                  </a:lnTo>
                  <a:lnTo>
                    <a:pt x="1824" y="1571"/>
                  </a:lnTo>
                  <a:lnTo>
                    <a:pt x="1832" y="1573"/>
                  </a:lnTo>
                  <a:lnTo>
                    <a:pt x="1841" y="1573"/>
                  </a:lnTo>
                  <a:lnTo>
                    <a:pt x="1848" y="1571"/>
                  </a:lnTo>
                  <a:lnTo>
                    <a:pt x="1853" y="1578"/>
                  </a:lnTo>
                  <a:lnTo>
                    <a:pt x="1859" y="1583"/>
                  </a:lnTo>
                  <a:lnTo>
                    <a:pt x="1862" y="1589"/>
                  </a:lnTo>
                  <a:lnTo>
                    <a:pt x="1864" y="1596"/>
                  </a:lnTo>
                  <a:lnTo>
                    <a:pt x="1866" y="1604"/>
                  </a:lnTo>
                  <a:lnTo>
                    <a:pt x="1853" y="1620"/>
                  </a:lnTo>
                  <a:lnTo>
                    <a:pt x="1839" y="1639"/>
                  </a:lnTo>
                  <a:lnTo>
                    <a:pt x="1825" y="1660"/>
                  </a:lnTo>
                  <a:lnTo>
                    <a:pt x="1813" y="1681"/>
                  </a:lnTo>
                  <a:lnTo>
                    <a:pt x="1805" y="1697"/>
                  </a:lnTo>
                  <a:lnTo>
                    <a:pt x="1805" y="1707"/>
                  </a:lnTo>
                  <a:lnTo>
                    <a:pt x="1806" y="1721"/>
                  </a:lnTo>
                  <a:lnTo>
                    <a:pt x="1810" y="1737"/>
                  </a:lnTo>
                  <a:lnTo>
                    <a:pt x="1808" y="1751"/>
                  </a:lnTo>
                  <a:lnTo>
                    <a:pt x="1805" y="1760"/>
                  </a:lnTo>
                  <a:lnTo>
                    <a:pt x="1798" y="1774"/>
                  </a:lnTo>
                  <a:lnTo>
                    <a:pt x="1789" y="1789"/>
                  </a:lnTo>
                  <a:lnTo>
                    <a:pt x="1780" y="1805"/>
                  </a:lnTo>
                  <a:lnTo>
                    <a:pt x="1771" y="1817"/>
                  </a:lnTo>
                  <a:lnTo>
                    <a:pt x="1766" y="1824"/>
                  </a:lnTo>
                  <a:lnTo>
                    <a:pt x="1756" y="1828"/>
                  </a:lnTo>
                  <a:lnTo>
                    <a:pt x="1740" y="1830"/>
                  </a:lnTo>
                  <a:lnTo>
                    <a:pt x="1724" y="1831"/>
                  </a:lnTo>
                  <a:lnTo>
                    <a:pt x="1709" y="1835"/>
                  </a:lnTo>
                  <a:lnTo>
                    <a:pt x="1695" y="1840"/>
                  </a:lnTo>
                  <a:lnTo>
                    <a:pt x="1686" y="1850"/>
                  </a:lnTo>
                  <a:lnTo>
                    <a:pt x="1682" y="1856"/>
                  </a:lnTo>
                  <a:lnTo>
                    <a:pt x="1682" y="1859"/>
                  </a:lnTo>
                  <a:lnTo>
                    <a:pt x="1682" y="1863"/>
                  </a:lnTo>
                  <a:lnTo>
                    <a:pt x="1684" y="1868"/>
                  </a:lnTo>
                  <a:lnTo>
                    <a:pt x="1686" y="1873"/>
                  </a:lnTo>
                  <a:lnTo>
                    <a:pt x="1674" y="1873"/>
                  </a:lnTo>
                  <a:lnTo>
                    <a:pt x="1672" y="1896"/>
                  </a:lnTo>
                  <a:lnTo>
                    <a:pt x="1668" y="1915"/>
                  </a:lnTo>
                  <a:lnTo>
                    <a:pt x="1661" y="1931"/>
                  </a:lnTo>
                  <a:lnTo>
                    <a:pt x="1654" y="1946"/>
                  </a:lnTo>
                  <a:lnTo>
                    <a:pt x="1647" y="1966"/>
                  </a:lnTo>
                  <a:lnTo>
                    <a:pt x="1642" y="1966"/>
                  </a:lnTo>
                  <a:lnTo>
                    <a:pt x="1642" y="1959"/>
                  </a:lnTo>
                  <a:lnTo>
                    <a:pt x="1642" y="1955"/>
                  </a:lnTo>
                  <a:lnTo>
                    <a:pt x="1640" y="1950"/>
                  </a:lnTo>
                  <a:lnTo>
                    <a:pt x="1639" y="1946"/>
                  </a:lnTo>
                  <a:lnTo>
                    <a:pt x="1637" y="1948"/>
                  </a:lnTo>
                  <a:lnTo>
                    <a:pt x="1637" y="1948"/>
                  </a:lnTo>
                  <a:lnTo>
                    <a:pt x="1635" y="1948"/>
                  </a:lnTo>
                  <a:lnTo>
                    <a:pt x="1633" y="1950"/>
                  </a:lnTo>
                  <a:lnTo>
                    <a:pt x="1632" y="1950"/>
                  </a:lnTo>
                  <a:lnTo>
                    <a:pt x="1623" y="1971"/>
                  </a:lnTo>
                  <a:lnTo>
                    <a:pt x="1613" y="1985"/>
                  </a:lnTo>
                  <a:lnTo>
                    <a:pt x="1602" y="1997"/>
                  </a:lnTo>
                  <a:lnTo>
                    <a:pt x="1590" y="2011"/>
                  </a:lnTo>
                  <a:lnTo>
                    <a:pt x="1565" y="2006"/>
                  </a:lnTo>
                  <a:lnTo>
                    <a:pt x="1543" y="2001"/>
                  </a:lnTo>
                  <a:lnTo>
                    <a:pt x="1543" y="2008"/>
                  </a:lnTo>
                  <a:lnTo>
                    <a:pt x="1555" y="2015"/>
                  </a:lnTo>
                  <a:lnTo>
                    <a:pt x="1560" y="2025"/>
                  </a:lnTo>
                  <a:lnTo>
                    <a:pt x="1562" y="2035"/>
                  </a:lnTo>
                  <a:lnTo>
                    <a:pt x="1560" y="2048"/>
                  </a:lnTo>
                  <a:lnTo>
                    <a:pt x="1558" y="2062"/>
                  </a:lnTo>
                  <a:lnTo>
                    <a:pt x="1527" y="2063"/>
                  </a:lnTo>
                  <a:lnTo>
                    <a:pt x="1501" y="2070"/>
                  </a:lnTo>
                  <a:lnTo>
                    <a:pt x="1499" y="2074"/>
                  </a:lnTo>
                  <a:lnTo>
                    <a:pt x="1497" y="2079"/>
                  </a:lnTo>
                  <a:lnTo>
                    <a:pt x="1497" y="2086"/>
                  </a:lnTo>
                  <a:lnTo>
                    <a:pt x="1497" y="2093"/>
                  </a:lnTo>
                  <a:lnTo>
                    <a:pt x="1496" y="2097"/>
                  </a:lnTo>
                  <a:lnTo>
                    <a:pt x="1496" y="2098"/>
                  </a:lnTo>
                  <a:lnTo>
                    <a:pt x="1496" y="2102"/>
                  </a:lnTo>
                  <a:lnTo>
                    <a:pt x="1496" y="2105"/>
                  </a:lnTo>
                  <a:lnTo>
                    <a:pt x="1497" y="2112"/>
                  </a:lnTo>
                  <a:lnTo>
                    <a:pt x="1489" y="2112"/>
                  </a:lnTo>
                  <a:lnTo>
                    <a:pt x="1478" y="2114"/>
                  </a:lnTo>
                  <a:lnTo>
                    <a:pt x="1464" y="2114"/>
                  </a:lnTo>
                  <a:lnTo>
                    <a:pt x="1450" y="2116"/>
                  </a:lnTo>
                  <a:lnTo>
                    <a:pt x="1450" y="2123"/>
                  </a:lnTo>
                  <a:lnTo>
                    <a:pt x="1457" y="2126"/>
                  </a:lnTo>
                  <a:lnTo>
                    <a:pt x="1462" y="2130"/>
                  </a:lnTo>
                  <a:lnTo>
                    <a:pt x="1466" y="2131"/>
                  </a:lnTo>
                  <a:lnTo>
                    <a:pt x="1469" y="2133"/>
                  </a:lnTo>
                  <a:lnTo>
                    <a:pt x="1473" y="2137"/>
                  </a:lnTo>
                  <a:lnTo>
                    <a:pt x="1475" y="2140"/>
                  </a:lnTo>
                  <a:lnTo>
                    <a:pt x="1478" y="2145"/>
                  </a:lnTo>
                  <a:lnTo>
                    <a:pt x="1471" y="2147"/>
                  </a:lnTo>
                  <a:lnTo>
                    <a:pt x="1466" y="2149"/>
                  </a:lnTo>
                  <a:lnTo>
                    <a:pt x="1461" y="2151"/>
                  </a:lnTo>
                  <a:lnTo>
                    <a:pt x="1457" y="2152"/>
                  </a:lnTo>
                  <a:lnTo>
                    <a:pt x="1455" y="2158"/>
                  </a:lnTo>
                  <a:lnTo>
                    <a:pt x="1450" y="2168"/>
                  </a:lnTo>
                  <a:lnTo>
                    <a:pt x="1447" y="2179"/>
                  </a:lnTo>
                  <a:lnTo>
                    <a:pt x="1443" y="2189"/>
                  </a:lnTo>
                  <a:lnTo>
                    <a:pt x="1440" y="2191"/>
                  </a:lnTo>
                  <a:lnTo>
                    <a:pt x="1438" y="2191"/>
                  </a:lnTo>
                  <a:lnTo>
                    <a:pt x="1433" y="2193"/>
                  </a:lnTo>
                  <a:lnTo>
                    <a:pt x="1427" y="2193"/>
                  </a:lnTo>
                  <a:lnTo>
                    <a:pt x="1427" y="2198"/>
                  </a:lnTo>
                  <a:lnTo>
                    <a:pt x="1427" y="2201"/>
                  </a:lnTo>
                  <a:lnTo>
                    <a:pt x="1427" y="2203"/>
                  </a:lnTo>
                  <a:lnTo>
                    <a:pt x="1426" y="2205"/>
                  </a:lnTo>
                  <a:lnTo>
                    <a:pt x="1427" y="2207"/>
                  </a:lnTo>
                  <a:lnTo>
                    <a:pt x="1427" y="2208"/>
                  </a:lnTo>
                  <a:lnTo>
                    <a:pt x="1431" y="2215"/>
                  </a:lnTo>
                  <a:lnTo>
                    <a:pt x="1434" y="2221"/>
                  </a:lnTo>
                  <a:lnTo>
                    <a:pt x="1440" y="2224"/>
                  </a:lnTo>
                  <a:lnTo>
                    <a:pt x="1445" y="2227"/>
                  </a:lnTo>
                  <a:lnTo>
                    <a:pt x="1450" y="2231"/>
                  </a:lnTo>
                  <a:lnTo>
                    <a:pt x="1447" y="2243"/>
                  </a:lnTo>
                  <a:lnTo>
                    <a:pt x="1433" y="2250"/>
                  </a:lnTo>
                  <a:lnTo>
                    <a:pt x="1419" y="2264"/>
                  </a:lnTo>
                  <a:lnTo>
                    <a:pt x="1407" y="2282"/>
                  </a:lnTo>
                  <a:lnTo>
                    <a:pt x="1398" y="2299"/>
                  </a:lnTo>
                  <a:lnTo>
                    <a:pt x="1393" y="2315"/>
                  </a:lnTo>
                  <a:lnTo>
                    <a:pt x="1398" y="2320"/>
                  </a:lnTo>
                  <a:lnTo>
                    <a:pt x="1403" y="2325"/>
                  </a:lnTo>
                  <a:lnTo>
                    <a:pt x="1407" y="2330"/>
                  </a:lnTo>
                  <a:lnTo>
                    <a:pt x="1408" y="2339"/>
                  </a:lnTo>
                  <a:lnTo>
                    <a:pt x="1400" y="2341"/>
                  </a:lnTo>
                  <a:lnTo>
                    <a:pt x="1387" y="2348"/>
                  </a:lnTo>
                  <a:lnTo>
                    <a:pt x="1375" y="2358"/>
                  </a:lnTo>
                  <a:lnTo>
                    <a:pt x="1366" y="2369"/>
                  </a:lnTo>
                  <a:lnTo>
                    <a:pt x="1365" y="2372"/>
                  </a:lnTo>
                  <a:lnTo>
                    <a:pt x="1363" y="2376"/>
                  </a:lnTo>
                  <a:lnTo>
                    <a:pt x="1363" y="2379"/>
                  </a:lnTo>
                  <a:lnTo>
                    <a:pt x="1363" y="2385"/>
                  </a:lnTo>
                  <a:lnTo>
                    <a:pt x="1366" y="2385"/>
                  </a:lnTo>
                  <a:lnTo>
                    <a:pt x="1366" y="2381"/>
                  </a:lnTo>
                  <a:lnTo>
                    <a:pt x="1377" y="2369"/>
                  </a:lnTo>
                  <a:lnTo>
                    <a:pt x="1386" y="2357"/>
                  </a:lnTo>
                  <a:lnTo>
                    <a:pt x="1389" y="2358"/>
                  </a:lnTo>
                  <a:lnTo>
                    <a:pt x="1391" y="2358"/>
                  </a:lnTo>
                  <a:lnTo>
                    <a:pt x="1391" y="2360"/>
                  </a:lnTo>
                  <a:lnTo>
                    <a:pt x="1391" y="2360"/>
                  </a:lnTo>
                  <a:lnTo>
                    <a:pt x="1393" y="2362"/>
                  </a:lnTo>
                  <a:lnTo>
                    <a:pt x="1396" y="2371"/>
                  </a:lnTo>
                  <a:lnTo>
                    <a:pt x="1398" y="2381"/>
                  </a:lnTo>
                  <a:lnTo>
                    <a:pt x="1400" y="2393"/>
                  </a:lnTo>
                  <a:lnTo>
                    <a:pt x="1401" y="2404"/>
                  </a:lnTo>
                  <a:lnTo>
                    <a:pt x="1407" y="2404"/>
                  </a:lnTo>
                  <a:lnTo>
                    <a:pt x="1408" y="2404"/>
                  </a:lnTo>
                  <a:lnTo>
                    <a:pt x="1412" y="2404"/>
                  </a:lnTo>
                  <a:lnTo>
                    <a:pt x="1412" y="2406"/>
                  </a:lnTo>
                  <a:lnTo>
                    <a:pt x="1414" y="2406"/>
                  </a:lnTo>
                  <a:lnTo>
                    <a:pt x="1414" y="2407"/>
                  </a:lnTo>
                  <a:lnTo>
                    <a:pt x="1417" y="2411"/>
                  </a:lnTo>
                  <a:lnTo>
                    <a:pt x="1414" y="2413"/>
                  </a:lnTo>
                  <a:lnTo>
                    <a:pt x="1412" y="2414"/>
                  </a:lnTo>
                  <a:lnTo>
                    <a:pt x="1412" y="2416"/>
                  </a:lnTo>
                  <a:lnTo>
                    <a:pt x="1410" y="2416"/>
                  </a:lnTo>
                  <a:lnTo>
                    <a:pt x="1408" y="2418"/>
                  </a:lnTo>
                  <a:lnTo>
                    <a:pt x="1405" y="2419"/>
                  </a:lnTo>
                  <a:lnTo>
                    <a:pt x="1389" y="2423"/>
                  </a:lnTo>
                  <a:lnTo>
                    <a:pt x="1373" y="2419"/>
                  </a:lnTo>
                  <a:lnTo>
                    <a:pt x="1358" y="2411"/>
                  </a:lnTo>
                  <a:lnTo>
                    <a:pt x="1342" y="2399"/>
                  </a:lnTo>
                  <a:lnTo>
                    <a:pt x="1328" y="2385"/>
                  </a:lnTo>
                  <a:lnTo>
                    <a:pt x="1318" y="2371"/>
                  </a:lnTo>
                  <a:lnTo>
                    <a:pt x="1312" y="2357"/>
                  </a:lnTo>
                  <a:lnTo>
                    <a:pt x="1316" y="2357"/>
                  </a:lnTo>
                  <a:lnTo>
                    <a:pt x="1328" y="2369"/>
                  </a:lnTo>
                  <a:lnTo>
                    <a:pt x="1340" y="2379"/>
                  </a:lnTo>
                  <a:lnTo>
                    <a:pt x="1354" y="2388"/>
                  </a:lnTo>
                  <a:lnTo>
                    <a:pt x="1354" y="2381"/>
                  </a:lnTo>
                  <a:lnTo>
                    <a:pt x="1335" y="2371"/>
                  </a:lnTo>
                  <a:lnTo>
                    <a:pt x="1319" y="2357"/>
                  </a:lnTo>
                  <a:lnTo>
                    <a:pt x="1309" y="2337"/>
                  </a:lnTo>
                  <a:lnTo>
                    <a:pt x="1302" y="2315"/>
                  </a:lnTo>
                  <a:lnTo>
                    <a:pt x="1298" y="2292"/>
                  </a:lnTo>
                  <a:lnTo>
                    <a:pt x="1300" y="2266"/>
                  </a:lnTo>
                  <a:lnTo>
                    <a:pt x="1302" y="2241"/>
                  </a:lnTo>
                  <a:lnTo>
                    <a:pt x="1307" y="2219"/>
                  </a:lnTo>
                  <a:lnTo>
                    <a:pt x="1314" y="2198"/>
                  </a:lnTo>
                  <a:lnTo>
                    <a:pt x="1321" y="2180"/>
                  </a:lnTo>
                  <a:lnTo>
                    <a:pt x="1331" y="2180"/>
                  </a:lnTo>
                  <a:lnTo>
                    <a:pt x="1340" y="2145"/>
                  </a:lnTo>
                  <a:lnTo>
                    <a:pt x="1335" y="2145"/>
                  </a:lnTo>
                  <a:lnTo>
                    <a:pt x="1335" y="2142"/>
                  </a:lnTo>
                  <a:lnTo>
                    <a:pt x="1331" y="2145"/>
                  </a:lnTo>
                  <a:lnTo>
                    <a:pt x="1328" y="2149"/>
                  </a:lnTo>
                  <a:lnTo>
                    <a:pt x="1326" y="2152"/>
                  </a:lnTo>
                  <a:lnTo>
                    <a:pt x="1323" y="2156"/>
                  </a:lnTo>
                  <a:lnTo>
                    <a:pt x="1316" y="2158"/>
                  </a:lnTo>
                  <a:lnTo>
                    <a:pt x="1316" y="2154"/>
                  </a:lnTo>
                  <a:lnTo>
                    <a:pt x="1328" y="2081"/>
                  </a:lnTo>
                  <a:lnTo>
                    <a:pt x="1326" y="2074"/>
                  </a:lnTo>
                  <a:lnTo>
                    <a:pt x="1323" y="2062"/>
                  </a:lnTo>
                  <a:lnTo>
                    <a:pt x="1325" y="2051"/>
                  </a:lnTo>
                  <a:lnTo>
                    <a:pt x="1337" y="2009"/>
                  </a:lnTo>
                  <a:lnTo>
                    <a:pt x="1347" y="1966"/>
                  </a:lnTo>
                  <a:lnTo>
                    <a:pt x="1356" y="1919"/>
                  </a:lnTo>
                  <a:lnTo>
                    <a:pt x="1366" y="1873"/>
                  </a:lnTo>
                  <a:lnTo>
                    <a:pt x="1372" y="1843"/>
                  </a:lnTo>
                  <a:lnTo>
                    <a:pt x="1373" y="1812"/>
                  </a:lnTo>
                  <a:lnTo>
                    <a:pt x="1375" y="1782"/>
                  </a:lnTo>
                  <a:lnTo>
                    <a:pt x="1379" y="1754"/>
                  </a:lnTo>
                  <a:lnTo>
                    <a:pt x="1344" y="1741"/>
                  </a:lnTo>
                  <a:lnTo>
                    <a:pt x="1314" y="1721"/>
                  </a:lnTo>
                  <a:lnTo>
                    <a:pt x="1290" y="1695"/>
                  </a:lnTo>
                  <a:lnTo>
                    <a:pt x="1270" y="1667"/>
                  </a:lnTo>
                  <a:lnTo>
                    <a:pt x="1263" y="1651"/>
                  </a:lnTo>
                  <a:lnTo>
                    <a:pt x="1258" y="1636"/>
                  </a:lnTo>
                  <a:lnTo>
                    <a:pt x="1253" y="1618"/>
                  </a:lnTo>
                  <a:lnTo>
                    <a:pt x="1246" y="1604"/>
                  </a:lnTo>
                  <a:lnTo>
                    <a:pt x="1235" y="1594"/>
                  </a:lnTo>
                  <a:lnTo>
                    <a:pt x="1232" y="1590"/>
                  </a:lnTo>
                  <a:lnTo>
                    <a:pt x="1227" y="1590"/>
                  </a:lnTo>
                  <a:lnTo>
                    <a:pt x="1223" y="1589"/>
                  </a:lnTo>
                  <a:lnTo>
                    <a:pt x="1220" y="1585"/>
                  </a:lnTo>
                  <a:lnTo>
                    <a:pt x="1216" y="1582"/>
                  </a:lnTo>
                  <a:lnTo>
                    <a:pt x="1220" y="1575"/>
                  </a:lnTo>
                  <a:lnTo>
                    <a:pt x="1220" y="1569"/>
                  </a:lnTo>
                  <a:lnTo>
                    <a:pt x="1220" y="1562"/>
                  </a:lnTo>
                  <a:lnTo>
                    <a:pt x="1220" y="1555"/>
                  </a:lnTo>
                  <a:lnTo>
                    <a:pt x="1229" y="1550"/>
                  </a:lnTo>
                  <a:lnTo>
                    <a:pt x="1235" y="1545"/>
                  </a:lnTo>
                  <a:lnTo>
                    <a:pt x="1244" y="1540"/>
                  </a:lnTo>
                  <a:lnTo>
                    <a:pt x="1244" y="1536"/>
                  </a:lnTo>
                  <a:lnTo>
                    <a:pt x="1235" y="1536"/>
                  </a:lnTo>
                  <a:lnTo>
                    <a:pt x="1230" y="1535"/>
                  </a:lnTo>
                  <a:lnTo>
                    <a:pt x="1225" y="1535"/>
                  </a:lnTo>
                  <a:lnTo>
                    <a:pt x="1220" y="1533"/>
                  </a:lnTo>
                  <a:lnTo>
                    <a:pt x="1227" y="1517"/>
                  </a:lnTo>
                  <a:lnTo>
                    <a:pt x="1232" y="1501"/>
                  </a:lnTo>
                  <a:lnTo>
                    <a:pt x="1239" y="1486"/>
                  </a:lnTo>
                  <a:lnTo>
                    <a:pt x="1251" y="1473"/>
                  </a:lnTo>
                  <a:lnTo>
                    <a:pt x="1265" y="1461"/>
                  </a:lnTo>
                  <a:lnTo>
                    <a:pt x="1277" y="1447"/>
                  </a:lnTo>
                  <a:lnTo>
                    <a:pt x="1276" y="1437"/>
                  </a:lnTo>
                  <a:lnTo>
                    <a:pt x="1276" y="1423"/>
                  </a:lnTo>
                  <a:lnTo>
                    <a:pt x="1274" y="1409"/>
                  </a:lnTo>
                  <a:lnTo>
                    <a:pt x="1269" y="1400"/>
                  </a:lnTo>
                  <a:lnTo>
                    <a:pt x="1262" y="1390"/>
                  </a:lnTo>
                  <a:lnTo>
                    <a:pt x="1255" y="1379"/>
                  </a:lnTo>
                  <a:lnTo>
                    <a:pt x="1248" y="1379"/>
                  </a:lnTo>
                  <a:lnTo>
                    <a:pt x="1246" y="1381"/>
                  </a:lnTo>
                  <a:lnTo>
                    <a:pt x="1244" y="1383"/>
                  </a:lnTo>
                  <a:lnTo>
                    <a:pt x="1242" y="1384"/>
                  </a:lnTo>
                  <a:lnTo>
                    <a:pt x="1239" y="1386"/>
                  </a:lnTo>
                  <a:lnTo>
                    <a:pt x="1241" y="1390"/>
                  </a:lnTo>
                  <a:lnTo>
                    <a:pt x="1241" y="1393"/>
                  </a:lnTo>
                  <a:lnTo>
                    <a:pt x="1241" y="1393"/>
                  </a:lnTo>
                  <a:lnTo>
                    <a:pt x="1241" y="1395"/>
                  </a:lnTo>
                  <a:lnTo>
                    <a:pt x="1241" y="1395"/>
                  </a:lnTo>
                  <a:lnTo>
                    <a:pt x="1239" y="1398"/>
                  </a:lnTo>
                  <a:lnTo>
                    <a:pt x="1237" y="1398"/>
                  </a:lnTo>
                  <a:lnTo>
                    <a:pt x="1235" y="1400"/>
                  </a:lnTo>
                  <a:lnTo>
                    <a:pt x="1234" y="1400"/>
                  </a:lnTo>
                  <a:lnTo>
                    <a:pt x="1232" y="1400"/>
                  </a:lnTo>
                  <a:lnTo>
                    <a:pt x="1229" y="1402"/>
                  </a:lnTo>
                  <a:lnTo>
                    <a:pt x="1220" y="1395"/>
                  </a:lnTo>
                  <a:lnTo>
                    <a:pt x="1204" y="1386"/>
                  </a:lnTo>
                  <a:lnTo>
                    <a:pt x="1188" y="1377"/>
                  </a:lnTo>
                  <a:lnTo>
                    <a:pt x="1173" y="1370"/>
                  </a:lnTo>
                  <a:lnTo>
                    <a:pt x="1162" y="1367"/>
                  </a:lnTo>
                  <a:lnTo>
                    <a:pt x="1153" y="1346"/>
                  </a:lnTo>
                  <a:lnTo>
                    <a:pt x="1145" y="1334"/>
                  </a:lnTo>
                  <a:lnTo>
                    <a:pt x="1136" y="1325"/>
                  </a:lnTo>
                  <a:lnTo>
                    <a:pt x="1127" y="1322"/>
                  </a:lnTo>
                  <a:lnTo>
                    <a:pt x="1113" y="1318"/>
                  </a:lnTo>
                  <a:lnTo>
                    <a:pt x="1098" y="1313"/>
                  </a:lnTo>
                  <a:lnTo>
                    <a:pt x="1078" y="1306"/>
                  </a:lnTo>
                  <a:lnTo>
                    <a:pt x="1066" y="1297"/>
                  </a:lnTo>
                  <a:lnTo>
                    <a:pt x="1056" y="1288"/>
                  </a:lnTo>
                  <a:lnTo>
                    <a:pt x="1040" y="1281"/>
                  </a:lnTo>
                  <a:lnTo>
                    <a:pt x="1030" y="1281"/>
                  </a:lnTo>
                  <a:lnTo>
                    <a:pt x="1023" y="1285"/>
                  </a:lnTo>
                  <a:lnTo>
                    <a:pt x="1017" y="1288"/>
                  </a:lnTo>
                  <a:lnTo>
                    <a:pt x="1010" y="1292"/>
                  </a:lnTo>
                  <a:lnTo>
                    <a:pt x="1002" y="1290"/>
                  </a:lnTo>
                  <a:lnTo>
                    <a:pt x="998" y="1288"/>
                  </a:lnTo>
                  <a:lnTo>
                    <a:pt x="995" y="1285"/>
                  </a:lnTo>
                  <a:lnTo>
                    <a:pt x="991" y="1281"/>
                  </a:lnTo>
                  <a:lnTo>
                    <a:pt x="986" y="1276"/>
                  </a:lnTo>
                  <a:lnTo>
                    <a:pt x="982" y="1273"/>
                  </a:lnTo>
                  <a:lnTo>
                    <a:pt x="979" y="1271"/>
                  </a:lnTo>
                  <a:lnTo>
                    <a:pt x="956" y="1267"/>
                  </a:lnTo>
                  <a:lnTo>
                    <a:pt x="953" y="1264"/>
                  </a:lnTo>
                  <a:lnTo>
                    <a:pt x="949" y="1261"/>
                  </a:lnTo>
                  <a:lnTo>
                    <a:pt x="946" y="1257"/>
                  </a:lnTo>
                  <a:lnTo>
                    <a:pt x="942" y="1254"/>
                  </a:lnTo>
                  <a:lnTo>
                    <a:pt x="941" y="1252"/>
                  </a:lnTo>
                  <a:lnTo>
                    <a:pt x="921" y="1255"/>
                  </a:lnTo>
                  <a:lnTo>
                    <a:pt x="918" y="1254"/>
                  </a:lnTo>
                  <a:lnTo>
                    <a:pt x="913" y="1247"/>
                  </a:lnTo>
                  <a:lnTo>
                    <a:pt x="904" y="1240"/>
                  </a:lnTo>
                  <a:lnTo>
                    <a:pt x="897" y="1231"/>
                  </a:lnTo>
                  <a:lnTo>
                    <a:pt x="890" y="1224"/>
                  </a:lnTo>
                  <a:lnTo>
                    <a:pt x="886" y="1220"/>
                  </a:lnTo>
                  <a:lnTo>
                    <a:pt x="893" y="1198"/>
                  </a:lnTo>
                  <a:lnTo>
                    <a:pt x="874" y="1177"/>
                  </a:lnTo>
                  <a:lnTo>
                    <a:pt x="857" y="1154"/>
                  </a:lnTo>
                  <a:lnTo>
                    <a:pt x="839" y="1130"/>
                  </a:lnTo>
                  <a:lnTo>
                    <a:pt x="822" y="1105"/>
                  </a:lnTo>
                  <a:lnTo>
                    <a:pt x="818" y="1103"/>
                  </a:lnTo>
                  <a:lnTo>
                    <a:pt x="813" y="1102"/>
                  </a:lnTo>
                  <a:lnTo>
                    <a:pt x="810" y="1102"/>
                  </a:lnTo>
                  <a:lnTo>
                    <a:pt x="804" y="1100"/>
                  </a:lnTo>
                  <a:lnTo>
                    <a:pt x="803" y="1098"/>
                  </a:lnTo>
                  <a:lnTo>
                    <a:pt x="796" y="1089"/>
                  </a:lnTo>
                  <a:lnTo>
                    <a:pt x="792" y="1079"/>
                  </a:lnTo>
                  <a:lnTo>
                    <a:pt x="789" y="1069"/>
                  </a:lnTo>
                  <a:lnTo>
                    <a:pt x="783" y="1058"/>
                  </a:lnTo>
                  <a:lnTo>
                    <a:pt x="775" y="1053"/>
                  </a:lnTo>
                  <a:lnTo>
                    <a:pt x="771" y="1049"/>
                  </a:lnTo>
                  <a:lnTo>
                    <a:pt x="768" y="1046"/>
                  </a:lnTo>
                  <a:lnTo>
                    <a:pt x="764" y="1044"/>
                  </a:lnTo>
                  <a:lnTo>
                    <a:pt x="764" y="1063"/>
                  </a:lnTo>
                  <a:lnTo>
                    <a:pt x="769" y="1070"/>
                  </a:lnTo>
                  <a:lnTo>
                    <a:pt x="780" y="1082"/>
                  </a:lnTo>
                  <a:lnTo>
                    <a:pt x="790" y="1096"/>
                  </a:lnTo>
                  <a:lnTo>
                    <a:pt x="803" y="1114"/>
                  </a:lnTo>
                  <a:lnTo>
                    <a:pt x="813" y="1131"/>
                  </a:lnTo>
                  <a:lnTo>
                    <a:pt x="824" y="1149"/>
                  </a:lnTo>
                  <a:lnTo>
                    <a:pt x="832" y="1165"/>
                  </a:lnTo>
                  <a:lnTo>
                    <a:pt x="836" y="1175"/>
                  </a:lnTo>
                  <a:lnTo>
                    <a:pt x="836" y="1182"/>
                  </a:lnTo>
                  <a:lnTo>
                    <a:pt x="834" y="1185"/>
                  </a:lnTo>
                  <a:lnTo>
                    <a:pt x="832" y="1187"/>
                  </a:lnTo>
                  <a:lnTo>
                    <a:pt x="832" y="1189"/>
                  </a:lnTo>
                  <a:lnTo>
                    <a:pt x="829" y="1191"/>
                  </a:lnTo>
                  <a:lnTo>
                    <a:pt x="829" y="1184"/>
                  </a:lnTo>
                  <a:lnTo>
                    <a:pt x="827" y="1178"/>
                  </a:lnTo>
                  <a:lnTo>
                    <a:pt x="827" y="1175"/>
                  </a:lnTo>
                  <a:lnTo>
                    <a:pt x="825" y="1171"/>
                  </a:lnTo>
                  <a:lnTo>
                    <a:pt x="822" y="1171"/>
                  </a:lnTo>
                  <a:lnTo>
                    <a:pt x="820" y="1171"/>
                  </a:lnTo>
                  <a:lnTo>
                    <a:pt x="818" y="1171"/>
                  </a:lnTo>
                  <a:lnTo>
                    <a:pt x="817" y="1171"/>
                  </a:lnTo>
                  <a:lnTo>
                    <a:pt x="815" y="1171"/>
                  </a:lnTo>
                  <a:lnTo>
                    <a:pt x="810" y="1171"/>
                  </a:lnTo>
                  <a:lnTo>
                    <a:pt x="806" y="1159"/>
                  </a:lnTo>
                  <a:lnTo>
                    <a:pt x="803" y="1147"/>
                  </a:lnTo>
                  <a:lnTo>
                    <a:pt x="797" y="1137"/>
                  </a:lnTo>
                  <a:lnTo>
                    <a:pt x="789" y="1128"/>
                  </a:lnTo>
                  <a:lnTo>
                    <a:pt x="778" y="1121"/>
                  </a:lnTo>
                  <a:lnTo>
                    <a:pt x="768" y="1114"/>
                  </a:lnTo>
                  <a:lnTo>
                    <a:pt x="759" y="1102"/>
                  </a:lnTo>
                  <a:lnTo>
                    <a:pt x="762" y="1100"/>
                  </a:lnTo>
                  <a:lnTo>
                    <a:pt x="764" y="1100"/>
                  </a:lnTo>
                  <a:lnTo>
                    <a:pt x="764" y="1100"/>
                  </a:lnTo>
                  <a:lnTo>
                    <a:pt x="766" y="1100"/>
                  </a:lnTo>
                  <a:lnTo>
                    <a:pt x="766" y="1098"/>
                  </a:lnTo>
                  <a:lnTo>
                    <a:pt x="766" y="1096"/>
                  </a:lnTo>
                  <a:lnTo>
                    <a:pt x="768" y="1095"/>
                  </a:lnTo>
                  <a:lnTo>
                    <a:pt x="755" y="1086"/>
                  </a:lnTo>
                  <a:lnTo>
                    <a:pt x="749" y="1075"/>
                  </a:lnTo>
                  <a:lnTo>
                    <a:pt x="743" y="1063"/>
                  </a:lnTo>
                  <a:lnTo>
                    <a:pt x="740" y="1049"/>
                  </a:lnTo>
                  <a:lnTo>
                    <a:pt x="733" y="1037"/>
                  </a:lnTo>
                  <a:lnTo>
                    <a:pt x="724" y="1027"/>
                  </a:lnTo>
                  <a:lnTo>
                    <a:pt x="714" y="1021"/>
                  </a:lnTo>
                  <a:lnTo>
                    <a:pt x="701" y="1016"/>
                  </a:lnTo>
                  <a:lnTo>
                    <a:pt x="691" y="1009"/>
                  </a:lnTo>
                  <a:lnTo>
                    <a:pt x="684" y="1000"/>
                  </a:lnTo>
                  <a:lnTo>
                    <a:pt x="680" y="990"/>
                  </a:lnTo>
                  <a:lnTo>
                    <a:pt x="675" y="979"/>
                  </a:lnTo>
                  <a:lnTo>
                    <a:pt x="663" y="962"/>
                  </a:lnTo>
                  <a:lnTo>
                    <a:pt x="653" y="950"/>
                  </a:lnTo>
                  <a:lnTo>
                    <a:pt x="642" y="939"/>
                  </a:lnTo>
                  <a:lnTo>
                    <a:pt x="635" y="927"/>
                  </a:lnTo>
                  <a:lnTo>
                    <a:pt x="630" y="911"/>
                  </a:lnTo>
                  <a:lnTo>
                    <a:pt x="626" y="890"/>
                  </a:lnTo>
                  <a:lnTo>
                    <a:pt x="625" y="861"/>
                  </a:lnTo>
                  <a:lnTo>
                    <a:pt x="625" y="854"/>
                  </a:lnTo>
                  <a:lnTo>
                    <a:pt x="626" y="840"/>
                  </a:lnTo>
                  <a:lnTo>
                    <a:pt x="626" y="821"/>
                  </a:lnTo>
                  <a:lnTo>
                    <a:pt x="626" y="798"/>
                  </a:lnTo>
                  <a:lnTo>
                    <a:pt x="626" y="777"/>
                  </a:lnTo>
                  <a:lnTo>
                    <a:pt x="628" y="760"/>
                  </a:lnTo>
                  <a:lnTo>
                    <a:pt x="630" y="749"/>
                  </a:lnTo>
                  <a:lnTo>
                    <a:pt x="635" y="747"/>
                  </a:lnTo>
                  <a:lnTo>
                    <a:pt x="639" y="747"/>
                  </a:lnTo>
                  <a:lnTo>
                    <a:pt x="642" y="747"/>
                  </a:lnTo>
                  <a:lnTo>
                    <a:pt x="646" y="747"/>
                  </a:lnTo>
                  <a:lnTo>
                    <a:pt x="649" y="749"/>
                  </a:lnTo>
                  <a:lnTo>
                    <a:pt x="651" y="753"/>
                  </a:lnTo>
                  <a:lnTo>
                    <a:pt x="654" y="756"/>
                  </a:lnTo>
                  <a:lnTo>
                    <a:pt x="656" y="760"/>
                  </a:lnTo>
                  <a:lnTo>
                    <a:pt x="656" y="740"/>
                  </a:lnTo>
                  <a:lnTo>
                    <a:pt x="644" y="726"/>
                  </a:lnTo>
                  <a:lnTo>
                    <a:pt x="630" y="712"/>
                  </a:lnTo>
                  <a:lnTo>
                    <a:pt x="614" y="702"/>
                  </a:lnTo>
                  <a:lnTo>
                    <a:pt x="614" y="711"/>
                  </a:lnTo>
                  <a:lnTo>
                    <a:pt x="621" y="716"/>
                  </a:lnTo>
                  <a:lnTo>
                    <a:pt x="628" y="721"/>
                  </a:lnTo>
                  <a:lnTo>
                    <a:pt x="635" y="726"/>
                  </a:lnTo>
                  <a:lnTo>
                    <a:pt x="640" y="733"/>
                  </a:lnTo>
                  <a:lnTo>
                    <a:pt x="640" y="737"/>
                  </a:lnTo>
                  <a:lnTo>
                    <a:pt x="639" y="737"/>
                  </a:lnTo>
                  <a:lnTo>
                    <a:pt x="639" y="739"/>
                  </a:lnTo>
                  <a:lnTo>
                    <a:pt x="639" y="739"/>
                  </a:lnTo>
                  <a:lnTo>
                    <a:pt x="637" y="740"/>
                  </a:lnTo>
                  <a:lnTo>
                    <a:pt x="633" y="742"/>
                  </a:lnTo>
                  <a:lnTo>
                    <a:pt x="632" y="744"/>
                  </a:lnTo>
                  <a:lnTo>
                    <a:pt x="626" y="744"/>
                  </a:lnTo>
                  <a:lnTo>
                    <a:pt x="621" y="744"/>
                  </a:lnTo>
                  <a:lnTo>
                    <a:pt x="619" y="744"/>
                  </a:lnTo>
                  <a:lnTo>
                    <a:pt x="619" y="742"/>
                  </a:lnTo>
                  <a:lnTo>
                    <a:pt x="618" y="742"/>
                  </a:lnTo>
                  <a:lnTo>
                    <a:pt x="618" y="742"/>
                  </a:lnTo>
                  <a:lnTo>
                    <a:pt x="614" y="740"/>
                  </a:lnTo>
                  <a:lnTo>
                    <a:pt x="602" y="725"/>
                  </a:lnTo>
                  <a:lnTo>
                    <a:pt x="591" y="709"/>
                  </a:lnTo>
                  <a:lnTo>
                    <a:pt x="583" y="691"/>
                  </a:lnTo>
                  <a:lnTo>
                    <a:pt x="591" y="691"/>
                  </a:lnTo>
                  <a:lnTo>
                    <a:pt x="595" y="693"/>
                  </a:lnTo>
                  <a:lnTo>
                    <a:pt x="598" y="693"/>
                  </a:lnTo>
                  <a:lnTo>
                    <a:pt x="602" y="693"/>
                  </a:lnTo>
                  <a:lnTo>
                    <a:pt x="605" y="691"/>
                  </a:lnTo>
                  <a:lnTo>
                    <a:pt x="591" y="686"/>
                  </a:lnTo>
                  <a:lnTo>
                    <a:pt x="583" y="678"/>
                  </a:lnTo>
                  <a:lnTo>
                    <a:pt x="576" y="667"/>
                  </a:lnTo>
                  <a:lnTo>
                    <a:pt x="570" y="655"/>
                  </a:lnTo>
                  <a:lnTo>
                    <a:pt x="567" y="643"/>
                  </a:lnTo>
                  <a:lnTo>
                    <a:pt x="562" y="632"/>
                  </a:lnTo>
                  <a:lnTo>
                    <a:pt x="555" y="623"/>
                  </a:lnTo>
                  <a:lnTo>
                    <a:pt x="544" y="618"/>
                  </a:lnTo>
                  <a:lnTo>
                    <a:pt x="548" y="595"/>
                  </a:lnTo>
                  <a:lnTo>
                    <a:pt x="536" y="582"/>
                  </a:lnTo>
                  <a:lnTo>
                    <a:pt x="525" y="566"/>
                  </a:lnTo>
                  <a:lnTo>
                    <a:pt x="516" y="550"/>
                  </a:lnTo>
                  <a:lnTo>
                    <a:pt x="504" y="534"/>
                  </a:lnTo>
                  <a:lnTo>
                    <a:pt x="490" y="522"/>
                  </a:lnTo>
                  <a:lnTo>
                    <a:pt x="471" y="513"/>
                  </a:lnTo>
                  <a:lnTo>
                    <a:pt x="448" y="508"/>
                  </a:lnTo>
                  <a:lnTo>
                    <a:pt x="429" y="499"/>
                  </a:lnTo>
                  <a:lnTo>
                    <a:pt x="415" y="487"/>
                  </a:lnTo>
                  <a:lnTo>
                    <a:pt x="399" y="473"/>
                  </a:lnTo>
                  <a:lnTo>
                    <a:pt x="384" y="465"/>
                  </a:lnTo>
                  <a:lnTo>
                    <a:pt x="352" y="465"/>
                  </a:lnTo>
                  <a:lnTo>
                    <a:pt x="342" y="459"/>
                  </a:lnTo>
                  <a:lnTo>
                    <a:pt x="333" y="452"/>
                  </a:lnTo>
                  <a:lnTo>
                    <a:pt x="323" y="447"/>
                  </a:lnTo>
                  <a:lnTo>
                    <a:pt x="307" y="445"/>
                  </a:lnTo>
                  <a:lnTo>
                    <a:pt x="307" y="468"/>
                  </a:lnTo>
                  <a:lnTo>
                    <a:pt x="289" y="477"/>
                  </a:lnTo>
                  <a:lnTo>
                    <a:pt x="274" y="486"/>
                  </a:lnTo>
                  <a:lnTo>
                    <a:pt x="253" y="491"/>
                  </a:lnTo>
                  <a:lnTo>
                    <a:pt x="258" y="475"/>
                  </a:lnTo>
                  <a:lnTo>
                    <a:pt x="265" y="459"/>
                  </a:lnTo>
                  <a:lnTo>
                    <a:pt x="275" y="445"/>
                  </a:lnTo>
                  <a:lnTo>
                    <a:pt x="284" y="430"/>
                  </a:lnTo>
                  <a:lnTo>
                    <a:pt x="275" y="430"/>
                  </a:lnTo>
                  <a:lnTo>
                    <a:pt x="275" y="433"/>
                  </a:lnTo>
                  <a:lnTo>
                    <a:pt x="262" y="444"/>
                  </a:lnTo>
                  <a:lnTo>
                    <a:pt x="251" y="458"/>
                  </a:lnTo>
                  <a:lnTo>
                    <a:pt x="244" y="473"/>
                  </a:lnTo>
                  <a:lnTo>
                    <a:pt x="239" y="489"/>
                  </a:lnTo>
                  <a:lnTo>
                    <a:pt x="232" y="506"/>
                  </a:lnTo>
                  <a:lnTo>
                    <a:pt x="221" y="522"/>
                  </a:lnTo>
                  <a:lnTo>
                    <a:pt x="214" y="529"/>
                  </a:lnTo>
                  <a:lnTo>
                    <a:pt x="200" y="540"/>
                  </a:lnTo>
                  <a:lnTo>
                    <a:pt x="183" y="550"/>
                  </a:lnTo>
                  <a:lnTo>
                    <a:pt x="162" y="562"/>
                  </a:lnTo>
                  <a:lnTo>
                    <a:pt x="141" y="576"/>
                  </a:lnTo>
                  <a:lnTo>
                    <a:pt x="120" y="589"/>
                  </a:lnTo>
                  <a:lnTo>
                    <a:pt x="99" y="599"/>
                  </a:lnTo>
                  <a:lnTo>
                    <a:pt x="83" y="606"/>
                  </a:lnTo>
                  <a:lnTo>
                    <a:pt x="73" y="609"/>
                  </a:lnTo>
                  <a:lnTo>
                    <a:pt x="73" y="606"/>
                  </a:lnTo>
                  <a:lnTo>
                    <a:pt x="77" y="606"/>
                  </a:lnTo>
                  <a:lnTo>
                    <a:pt x="89" y="594"/>
                  </a:lnTo>
                  <a:lnTo>
                    <a:pt x="104" y="583"/>
                  </a:lnTo>
                  <a:lnTo>
                    <a:pt x="122" y="573"/>
                  </a:lnTo>
                  <a:lnTo>
                    <a:pt x="139" y="562"/>
                  </a:lnTo>
                  <a:lnTo>
                    <a:pt x="155" y="550"/>
                  </a:lnTo>
                  <a:lnTo>
                    <a:pt x="167" y="536"/>
                  </a:lnTo>
                  <a:lnTo>
                    <a:pt x="176" y="520"/>
                  </a:lnTo>
                  <a:lnTo>
                    <a:pt x="179" y="499"/>
                  </a:lnTo>
                  <a:lnTo>
                    <a:pt x="166" y="503"/>
                  </a:lnTo>
                  <a:lnTo>
                    <a:pt x="157" y="506"/>
                  </a:lnTo>
                  <a:lnTo>
                    <a:pt x="145" y="510"/>
                  </a:lnTo>
                  <a:lnTo>
                    <a:pt x="145" y="506"/>
                  </a:lnTo>
                  <a:lnTo>
                    <a:pt x="145" y="503"/>
                  </a:lnTo>
                  <a:lnTo>
                    <a:pt x="145" y="503"/>
                  </a:lnTo>
                  <a:lnTo>
                    <a:pt x="143" y="501"/>
                  </a:lnTo>
                  <a:lnTo>
                    <a:pt x="143" y="501"/>
                  </a:lnTo>
                  <a:lnTo>
                    <a:pt x="141" y="501"/>
                  </a:lnTo>
                  <a:lnTo>
                    <a:pt x="138" y="499"/>
                  </a:lnTo>
                  <a:lnTo>
                    <a:pt x="136" y="501"/>
                  </a:lnTo>
                  <a:lnTo>
                    <a:pt x="134" y="503"/>
                  </a:lnTo>
                  <a:lnTo>
                    <a:pt x="132" y="505"/>
                  </a:lnTo>
                  <a:lnTo>
                    <a:pt x="131" y="505"/>
                  </a:lnTo>
                  <a:lnTo>
                    <a:pt x="127" y="506"/>
                  </a:lnTo>
                  <a:lnTo>
                    <a:pt x="122" y="506"/>
                  </a:lnTo>
                  <a:lnTo>
                    <a:pt x="120" y="496"/>
                  </a:lnTo>
                  <a:lnTo>
                    <a:pt x="115" y="482"/>
                  </a:lnTo>
                  <a:lnTo>
                    <a:pt x="111" y="472"/>
                  </a:lnTo>
                  <a:lnTo>
                    <a:pt x="108" y="475"/>
                  </a:lnTo>
                  <a:lnTo>
                    <a:pt x="106" y="477"/>
                  </a:lnTo>
                  <a:lnTo>
                    <a:pt x="104" y="477"/>
                  </a:lnTo>
                  <a:lnTo>
                    <a:pt x="101" y="477"/>
                  </a:lnTo>
                  <a:lnTo>
                    <a:pt x="99" y="475"/>
                  </a:lnTo>
                  <a:lnTo>
                    <a:pt x="82" y="463"/>
                  </a:lnTo>
                  <a:lnTo>
                    <a:pt x="68" y="445"/>
                  </a:lnTo>
                  <a:lnTo>
                    <a:pt x="57" y="426"/>
                  </a:lnTo>
                  <a:lnTo>
                    <a:pt x="63" y="416"/>
                  </a:lnTo>
                  <a:lnTo>
                    <a:pt x="68" y="403"/>
                  </a:lnTo>
                  <a:lnTo>
                    <a:pt x="73" y="393"/>
                  </a:lnTo>
                  <a:lnTo>
                    <a:pt x="80" y="384"/>
                  </a:lnTo>
                  <a:lnTo>
                    <a:pt x="92" y="377"/>
                  </a:lnTo>
                  <a:lnTo>
                    <a:pt x="103" y="374"/>
                  </a:lnTo>
                  <a:lnTo>
                    <a:pt x="113" y="369"/>
                  </a:lnTo>
                  <a:lnTo>
                    <a:pt x="120" y="362"/>
                  </a:lnTo>
                  <a:lnTo>
                    <a:pt x="125" y="351"/>
                  </a:lnTo>
                  <a:lnTo>
                    <a:pt x="125" y="334"/>
                  </a:lnTo>
                  <a:lnTo>
                    <a:pt x="127" y="332"/>
                  </a:lnTo>
                  <a:lnTo>
                    <a:pt x="129" y="332"/>
                  </a:lnTo>
                  <a:lnTo>
                    <a:pt x="129" y="330"/>
                  </a:lnTo>
                  <a:lnTo>
                    <a:pt x="129" y="328"/>
                  </a:lnTo>
                  <a:lnTo>
                    <a:pt x="131" y="327"/>
                  </a:lnTo>
                  <a:lnTo>
                    <a:pt x="115" y="327"/>
                  </a:lnTo>
                  <a:lnTo>
                    <a:pt x="111" y="330"/>
                  </a:lnTo>
                  <a:lnTo>
                    <a:pt x="110" y="332"/>
                  </a:lnTo>
                  <a:lnTo>
                    <a:pt x="108" y="334"/>
                  </a:lnTo>
                  <a:lnTo>
                    <a:pt x="104" y="335"/>
                  </a:lnTo>
                  <a:lnTo>
                    <a:pt x="101" y="337"/>
                  </a:lnTo>
                  <a:lnTo>
                    <a:pt x="96" y="337"/>
                  </a:lnTo>
                  <a:lnTo>
                    <a:pt x="85" y="334"/>
                  </a:lnTo>
                  <a:lnTo>
                    <a:pt x="70" y="328"/>
                  </a:lnTo>
                  <a:lnTo>
                    <a:pt x="52" y="325"/>
                  </a:lnTo>
                  <a:lnTo>
                    <a:pt x="38" y="318"/>
                  </a:lnTo>
                  <a:lnTo>
                    <a:pt x="35" y="292"/>
                  </a:lnTo>
                  <a:lnTo>
                    <a:pt x="42" y="292"/>
                  </a:lnTo>
                  <a:lnTo>
                    <a:pt x="45" y="290"/>
                  </a:lnTo>
                  <a:lnTo>
                    <a:pt x="50" y="288"/>
                  </a:lnTo>
                  <a:lnTo>
                    <a:pt x="54" y="287"/>
                  </a:lnTo>
                  <a:lnTo>
                    <a:pt x="57" y="287"/>
                  </a:lnTo>
                  <a:lnTo>
                    <a:pt x="61" y="283"/>
                  </a:lnTo>
                  <a:lnTo>
                    <a:pt x="64" y="280"/>
                  </a:lnTo>
                  <a:lnTo>
                    <a:pt x="63" y="278"/>
                  </a:lnTo>
                  <a:lnTo>
                    <a:pt x="63" y="278"/>
                  </a:lnTo>
                  <a:lnTo>
                    <a:pt x="63" y="276"/>
                  </a:lnTo>
                  <a:lnTo>
                    <a:pt x="63" y="276"/>
                  </a:lnTo>
                  <a:lnTo>
                    <a:pt x="61" y="273"/>
                  </a:lnTo>
                  <a:lnTo>
                    <a:pt x="77" y="273"/>
                  </a:lnTo>
                  <a:lnTo>
                    <a:pt x="78" y="271"/>
                  </a:lnTo>
                  <a:lnTo>
                    <a:pt x="80" y="271"/>
                  </a:lnTo>
                  <a:lnTo>
                    <a:pt x="82" y="269"/>
                  </a:lnTo>
                  <a:lnTo>
                    <a:pt x="83" y="269"/>
                  </a:lnTo>
                  <a:lnTo>
                    <a:pt x="87" y="269"/>
                  </a:lnTo>
                  <a:lnTo>
                    <a:pt x="92" y="274"/>
                  </a:lnTo>
                  <a:lnTo>
                    <a:pt x="97" y="278"/>
                  </a:lnTo>
                  <a:lnTo>
                    <a:pt x="103" y="283"/>
                  </a:lnTo>
                  <a:lnTo>
                    <a:pt x="106" y="288"/>
                  </a:lnTo>
                  <a:lnTo>
                    <a:pt x="118" y="283"/>
                  </a:lnTo>
                  <a:lnTo>
                    <a:pt x="118" y="276"/>
                  </a:lnTo>
                  <a:lnTo>
                    <a:pt x="115" y="271"/>
                  </a:lnTo>
                  <a:lnTo>
                    <a:pt x="113" y="266"/>
                  </a:lnTo>
                  <a:lnTo>
                    <a:pt x="111" y="260"/>
                  </a:lnTo>
                  <a:lnTo>
                    <a:pt x="110" y="255"/>
                  </a:lnTo>
                  <a:lnTo>
                    <a:pt x="106" y="250"/>
                  </a:lnTo>
                  <a:lnTo>
                    <a:pt x="94" y="236"/>
                  </a:lnTo>
                  <a:lnTo>
                    <a:pt x="80" y="225"/>
                  </a:lnTo>
                  <a:lnTo>
                    <a:pt x="64" y="215"/>
                  </a:lnTo>
                  <a:lnTo>
                    <a:pt x="50" y="205"/>
                  </a:lnTo>
                  <a:lnTo>
                    <a:pt x="42" y="189"/>
                  </a:lnTo>
                  <a:lnTo>
                    <a:pt x="45" y="184"/>
                  </a:lnTo>
                  <a:lnTo>
                    <a:pt x="47" y="178"/>
                  </a:lnTo>
                  <a:lnTo>
                    <a:pt x="49" y="173"/>
                  </a:lnTo>
                  <a:lnTo>
                    <a:pt x="70" y="175"/>
                  </a:lnTo>
                  <a:lnTo>
                    <a:pt x="90" y="173"/>
                  </a:lnTo>
                  <a:lnTo>
                    <a:pt x="106" y="164"/>
                  </a:lnTo>
                  <a:lnTo>
                    <a:pt x="111" y="152"/>
                  </a:lnTo>
                  <a:lnTo>
                    <a:pt x="115" y="140"/>
                  </a:lnTo>
                  <a:lnTo>
                    <a:pt x="118" y="129"/>
                  </a:lnTo>
                  <a:lnTo>
                    <a:pt x="131" y="119"/>
                  </a:lnTo>
                  <a:lnTo>
                    <a:pt x="148" y="110"/>
                  </a:lnTo>
                  <a:lnTo>
                    <a:pt x="167" y="105"/>
                  </a:lnTo>
                  <a:lnTo>
                    <a:pt x="183" y="98"/>
                  </a:lnTo>
                  <a:lnTo>
                    <a:pt x="199" y="88"/>
                  </a:lnTo>
                  <a:lnTo>
                    <a:pt x="204" y="91"/>
                  </a:lnTo>
                  <a:lnTo>
                    <a:pt x="207" y="93"/>
                  </a:lnTo>
                  <a:lnTo>
                    <a:pt x="207" y="96"/>
                  </a:lnTo>
                  <a:lnTo>
                    <a:pt x="209" y="98"/>
                  </a:lnTo>
                  <a:lnTo>
                    <a:pt x="209" y="102"/>
                  </a:lnTo>
                  <a:lnTo>
                    <a:pt x="211" y="103"/>
                  </a:lnTo>
                  <a:lnTo>
                    <a:pt x="214" y="107"/>
                  </a:lnTo>
                  <a:lnTo>
                    <a:pt x="218" y="110"/>
                  </a:lnTo>
                  <a:lnTo>
                    <a:pt x="223" y="110"/>
                  </a:lnTo>
                  <a:lnTo>
                    <a:pt x="227" y="110"/>
                  </a:lnTo>
                  <a:lnTo>
                    <a:pt x="230" y="109"/>
                  </a:lnTo>
                  <a:lnTo>
                    <a:pt x="234" y="107"/>
                  </a:lnTo>
                  <a:lnTo>
                    <a:pt x="237" y="107"/>
                  </a:lnTo>
                  <a:lnTo>
                    <a:pt x="241" y="107"/>
                  </a:lnTo>
                  <a:lnTo>
                    <a:pt x="244" y="109"/>
                  </a:lnTo>
                  <a:lnTo>
                    <a:pt x="248" y="112"/>
                  </a:lnTo>
                  <a:lnTo>
                    <a:pt x="253" y="117"/>
                  </a:lnTo>
                  <a:lnTo>
                    <a:pt x="256" y="121"/>
                  </a:lnTo>
                  <a:lnTo>
                    <a:pt x="260" y="124"/>
                  </a:lnTo>
                  <a:lnTo>
                    <a:pt x="265" y="126"/>
                  </a:lnTo>
                  <a:lnTo>
                    <a:pt x="270" y="128"/>
                  </a:lnTo>
                  <a:lnTo>
                    <a:pt x="275" y="126"/>
                  </a:lnTo>
                  <a:lnTo>
                    <a:pt x="279" y="126"/>
                  </a:lnTo>
                  <a:lnTo>
                    <a:pt x="282" y="124"/>
                  </a:lnTo>
                  <a:lnTo>
                    <a:pt x="288" y="122"/>
                  </a:lnTo>
                  <a:lnTo>
                    <a:pt x="291" y="122"/>
                  </a:lnTo>
                  <a:lnTo>
                    <a:pt x="302" y="126"/>
                  </a:lnTo>
                  <a:lnTo>
                    <a:pt x="317" y="131"/>
                  </a:lnTo>
                  <a:lnTo>
                    <a:pt x="331" y="138"/>
                  </a:lnTo>
                  <a:lnTo>
                    <a:pt x="345" y="142"/>
                  </a:lnTo>
                  <a:lnTo>
                    <a:pt x="375" y="138"/>
                  </a:lnTo>
                  <a:lnTo>
                    <a:pt x="394" y="147"/>
                  </a:lnTo>
                  <a:lnTo>
                    <a:pt x="412" y="159"/>
                  </a:lnTo>
                  <a:lnTo>
                    <a:pt x="429" y="170"/>
                  </a:lnTo>
                  <a:lnTo>
                    <a:pt x="448" y="180"/>
                  </a:lnTo>
                  <a:lnTo>
                    <a:pt x="471" y="184"/>
                  </a:lnTo>
                  <a:lnTo>
                    <a:pt x="471" y="177"/>
                  </a:lnTo>
                  <a:lnTo>
                    <a:pt x="466" y="171"/>
                  </a:lnTo>
                  <a:lnTo>
                    <a:pt x="461" y="164"/>
                  </a:lnTo>
                  <a:lnTo>
                    <a:pt x="455" y="157"/>
                  </a:lnTo>
                  <a:lnTo>
                    <a:pt x="452" y="149"/>
                  </a:lnTo>
                  <a:lnTo>
                    <a:pt x="473" y="147"/>
                  </a:lnTo>
                  <a:lnTo>
                    <a:pt x="487" y="143"/>
                  </a:lnTo>
                  <a:lnTo>
                    <a:pt x="499" y="136"/>
                  </a:lnTo>
                  <a:lnTo>
                    <a:pt x="509" y="129"/>
                  </a:lnTo>
                  <a:lnTo>
                    <a:pt x="520" y="121"/>
                  </a:lnTo>
                  <a:lnTo>
                    <a:pt x="532" y="115"/>
                  </a:lnTo>
                  <a:lnTo>
                    <a:pt x="548" y="112"/>
                  </a:lnTo>
                  <a:lnTo>
                    <a:pt x="551" y="114"/>
                  </a:lnTo>
                  <a:lnTo>
                    <a:pt x="557" y="115"/>
                  </a:lnTo>
                  <a:lnTo>
                    <a:pt x="560" y="117"/>
                  </a:lnTo>
                  <a:lnTo>
                    <a:pt x="563" y="119"/>
                  </a:lnTo>
                  <a:lnTo>
                    <a:pt x="557" y="119"/>
                  </a:lnTo>
                  <a:lnTo>
                    <a:pt x="539" y="133"/>
                  </a:lnTo>
                  <a:lnTo>
                    <a:pt x="520" y="145"/>
                  </a:lnTo>
                  <a:lnTo>
                    <a:pt x="499" y="154"/>
                  </a:lnTo>
                  <a:lnTo>
                    <a:pt x="499" y="161"/>
                  </a:lnTo>
                  <a:lnTo>
                    <a:pt x="518" y="164"/>
                  </a:lnTo>
                  <a:lnTo>
                    <a:pt x="527" y="154"/>
                  </a:lnTo>
                  <a:lnTo>
                    <a:pt x="536" y="149"/>
                  </a:lnTo>
                  <a:lnTo>
                    <a:pt x="548" y="147"/>
                  </a:lnTo>
                  <a:lnTo>
                    <a:pt x="560" y="147"/>
                  </a:lnTo>
                  <a:lnTo>
                    <a:pt x="576" y="145"/>
                  </a:lnTo>
                  <a:lnTo>
                    <a:pt x="577" y="140"/>
                  </a:lnTo>
                  <a:lnTo>
                    <a:pt x="579" y="135"/>
                  </a:lnTo>
                  <a:lnTo>
                    <a:pt x="583" y="129"/>
                  </a:lnTo>
                  <a:lnTo>
                    <a:pt x="586" y="126"/>
                  </a:lnTo>
                  <a:lnTo>
                    <a:pt x="591" y="138"/>
                  </a:lnTo>
                  <a:lnTo>
                    <a:pt x="597" y="147"/>
                  </a:lnTo>
                  <a:lnTo>
                    <a:pt x="605" y="154"/>
                  </a:lnTo>
                  <a:lnTo>
                    <a:pt x="618" y="157"/>
                  </a:lnTo>
                  <a:lnTo>
                    <a:pt x="621" y="154"/>
                  </a:lnTo>
                  <a:lnTo>
                    <a:pt x="623" y="152"/>
                  </a:lnTo>
                  <a:lnTo>
                    <a:pt x="626" y="150"/>
                  </a:lnTo>
                  <a:lnTo>
                    <a:pt x="628" y="149"/>
                  </a:lnTo>
                  <a:lnTo>
                    <a:pt x="632" y="149"/>
                  </a:lnTo>
                  <a:lnTo>
                    <a:pt x="633" y="149"/>
                  </a:lnTo>
                  <a:lnTo>
                    <a:pt x="637" y="154"/>
                  </a:lnTo>
                  <a:lnTo>
                    <a:pt x="639" y="157"/>
                  </a:lnTo>
                  <a:lnTo>
                    <a:pt x="640" y="161"/>
                  </a:lnTo>
                  <a:lnTo>
                    <a:pt x="646" y="159"/>
                  </a:lnTo>
                  <a:lnTo>
                    <a:pt x="651" y="156"/>
                  </a:lnTo>
                  <a:lnTo>
                    <a:pt x="654" y="152"/>
                  </a:lnTo>
                  <a:lnTo>
                    <a:pt x="659" y="150"/>
                  </a:lnTo>
                  <a:lnTo>
                    <a:pt x="663" y="149"/>
                  </a:lnTo>
                  <a:lnTo>
                    <a:pt x="682" y="154"/>
                  </a:lnTo>
                  <a:lnTo>
                    <a:pt x="698" y="166"/>
                  </a:lnTo>
                  <a:lnTo>
                    <a:pt x="714" y="178"/>
                  </a:lnTo>
                  <a:lnTo>
                    <a:pt x="729" y="189"/>
                  </a:lnTo>
                  <a:lnTo>
                    <a:pt x="735" y="189"/>
                  </a:lnTo>
                  <a:lnTo>
                    <a:pt x="740" y="189"/>
                  </a:lnTo>
                  <a:lnTo>
                    <a:pt x="743" y="187"/>
                  </a:lnTo>
                  <a:lnTo>
                    <a:pt x="749" y="185"/>
                  </a:lnTo>
                  <a:lnTo>
                    <a:pt x="752" y="184"/>
                  </a:lnTo>
                  <a:lnTo>
                    <a:pt x="755" y="184"/>
                  </a:lnTo>
                  <a:lnTo>
                    <a:pt x="759" y="187"/>
                  </a:lnTo>
                  <a:lnTo>
                    <a:pt x="762" y="191"/>
                  </a:lnTo>
                  <a:lnTo>
                    <a:pt x="766" y="196"/>
                  </a:lnTo>
                  <a:lnTo>
                    <a:pt x="769" y="203"/>
                  </a:lnTo>
                  <a:lnTo>
                    <a:pt x="771" y="206"/>
                  </a:lnTo>
                  <a:lnTo>
                    <a:pt x="768" y="208"/>
                  </a:lnTo>
                  <a:lnTo>
                    <a:pt x="764" y="210"/>
                  </a:lnTo>
                  <a:lnTo>
                    <a:pt x="764" y="210"/>
                  </a:lnTo>
                  <a:lnTo>
                    <a:pt x="762" y="211"/>
                  </a:lnTo>
                  <a:lnTo>
                    <a:pt x="762" y="213"/>
                  </a:lnTo>
                  <a:lnTo>
                    <a:pt x="761" y="215"/>
                  </a:lnTo>
                  <a:lnTo>
                    <a:pt x="759" y="218"/>
                  </a:lnTo>
                  <a:lnTo>
                    <a:pt x="771" y="218"/>
                  </a:lnTo>
                  <a:lnTo>
                    <a:pt x="787" y="220"/>
                  </a:lnTo>
                  <a:lnTo>
                    <a:pt x="803" y="220"/>
                  </a:lnTo>
                  <a:lnTo>
                    <a:pt x="817" y="220"/>
                  </a:lnTo>
                  <a:lnTo>
                    <a:pt x="825" y="222"/>
                  </a:lnTo>
                  <a:lnTo>
                    <a:pt x="834" y="232"/>
                  </a:lnTo>
                  <a:lnTo>
                    <a:pt x="843" y="243"/>
                  </a:lnTo>
                  <a:lnTo>
                    <a:pt x="851" y="253"/>
                  </a:lnTo>
                  <a:lnTo>
                    <a:pt x="851" y="218"/>
                  </a:lnTo>
                  <a:lnTo>
                    <a:pt x="860" y="218"/>
                  </a:lnTo>
                  <a:lnTo>
                    <a:pt x="867" y="218"/>
                  </a:lnTo>
                  <a:lnTo>
                    <a:pt x="872" y="217"/>
                  </a:lnTo>
                  <a:lnTo>
                    <a:pt x="879" y="215"/>
                  </a:lnTo>
                  <a:lnTo>
                    <a:pt x="879" y="211"/>
                  </a:lnTo>
                  <a:lnTo>
                    <a:pt x="848" y="211"/>
                  </a:lnTo>
                  <a:lnTo>
                    <a:pt x="846" y="206"/>
                  </a:lnTo>
                  <a:lnTo>
                    <a:pt x="845" y="205"/>
                  </a:lnTo>
                  <a:lnTo>
                    <a:pt x="843" y="201"/>
                  </a:lnTo>
                  <a:lnTo>
                    <a:pt x="841" y="198"/>
                  </a:lnTo>
                  <a:lnTo>
                    <a:pt x="841" y="192"/>
                  </a:lnTo>
                  <a:lnTo>
                    <a:pt x="845" y="192"/>
                  </a:lnTo>
                  <a:lnTo>
                    <a:pt x="845" y="189"/>
                  </a:lnTo>
                  <a:lnTo>
                    <a:pt x="890" y="184"/>
                  </a:lnTo>
                  <a:lnTo>
                    <a:pt x="890" y="196"/>
                  </a:lnTo>
                  <a:lnTo>
                    <a:pt x="895" y="199"/>
                  </a:lnTo>
                  <a:lnTo>
                    <a:pt x="899" y="205"/>
                  </a:lnTo>
                  <a:lnTo>
                    <a:pt x="902" y="208"/>
                  </a:lnTo>
                  <a:lnTo>
                    <a:pt x="906" y="215"/>
                  </a:lnTo>
                  <a:lnTo>
                    <a:pt x="925" y="215"/>
                  </a:lnTo>
                  <a:lnTo>
                    <a:pt x="937" y="218"/>
                  </a:lnTo>
                  <a:lnTo>
                    <a:pt x="949" y="220"/>
                  </a:lnTo>
                  <a:lnTo>
                    <a:pt x="961" y="222"/>
                  </a:lnTo>
                  <a:lnTo>
                    <a:pt x="979" y="222"/>
                  </a:lnTo>
                  <a:lnTo>
                    <a:pt x="981" y="220"/>
                  </a:lnTo>
                  <a:lnTo>
                    <a:pt x="982" y="218"/>
                  </a:lnTo>
                  <a:lnTo>
                    <a:pt x="984" y="217"/>
                  </a:lnTo>
                  <a:lnTo>
                    <a:pt x="986" y="215"/>
                  </a:lnTo>
                  <a:lnTo>
                    <a:pt x="986" y="203"/>
                  </a:lnTo>
                  <a:lnTo>
                    <a:pt x="1009" y="203"/>
                  </a:lnTo>
                  <a:lnTo>
                    <a:pt x="1016" y="218"/>
                  </a:lnTo>
                  <a:lnTo>
                    <a:pt x="1024" y="234"/>
                  </a:lnTo>
                  <a:lnTo>
                    <a:pt x="1026" y="227"/>
                  </a:lnTo>
                  <a:lnTo>
                    <a:pt x="1026" y="224"/>
                  </a:lnTo>
                  <a:lnTo>
                    <a:pt x="1028" y="218"/>
                  </a:lnTo>
                  <a:lnTo>
                    <a:pt x="1028" y="215"/>
                  </a:lnTo>
                  <a:lnTo>
                    <a:pt x="1040" y="215"/>
                  </a:lnTo>
                  <a:lnTo>
                    <a:pt x="1040" y="201"/>
                  </a:lnTo>
                  <a:lnTo>
                    <a:pt x="1040" y="185"/>
                  </a:lnTo>
                  <a:lnTo>
                    <a:pt x="1042" y="171"/>
                  </a:lnTo>
                  <a:lnTo>
                    <a:pt x="1040" y="164"/>
                  </a:lnTo>
                  <a:lnTo>
                    <a:pt x="1028" y="150"/>
                  </a:lnTo>
                  <a:lnTo>
                    <a:pt x="1019" y="135"/>
                  </a:lnTo>
                  <a:lnTo>
                    <a:pt x="1017" y="117"/>
                  </a:lnTo>
                  <a:lnTo>
                    <a:pt x="1021" y="100"/>
                  </a:lnTo>
                  <a:lnTo>
                    <a:pt x="1033" y="81"/>
                  </a:lnTo>
                  <a:lnTo>
                    <a:pt x="1042" y="77"/>
                  </a:lnTo>
                  <a:lnTo>
                    <a:pt x="1052" y="74"/>
                  </a:lnTo>
                  <a:lnTo>
                    <a:pt x="1063" y="72"/>
                  </a:lnTo>
                  <a:close/>
                  <a:moveTo>
                    <a:pt x="851" y="23"/>
                  </a:moveTo>
                  <a:lnTo>
                    <a:pt x="872" y="37"/>
                  </a:lnTo>
                  <a:lnTo>
                    <a:pt x="885" y="54"/>
                  </a:lnTo>
                  <a:lnTo>
                    <a:pt x="892" y="75"/>
                  </a:lnTo>
                  <a:lnTo>
                    <a:pt x="897" y="102"/>
                  </a:lnTo>
                  <a:lnTo>
                    <a:pt x="902" y="129"/>
                  </a:lnTo>
                  <a:lnTo>
                    <a:pt x="918" y="131"/>
                  </a:lnTo>
                  <a:lnTo>
                    <a:pt x="928" y="133"/>
                  </a:lnTo>
                  <a:lnTo>
                    <a:pt x="937" y="140"/>
                  </a:lnTo>
                  <a:lnTo>
                    <a:pt x="942" y="149"/>
                  </a:lnTo>
                  <a:lnTo>
                    <a:pt x="944" y="164"/>
                  </a:lnTo>
                  <a:lnTo>
                    <a:pt x="941" y="164"/>
                  </a:lnTo>
                  <a:lnTo>
                    <a:pt x="939" y="163"/>
                  </a:lnTo>
                  <a:lnTo>
                    <a:pt x="937" y="161"/>
                  </a:lnTo>
                  <a:lnTo>
                    <a:pt x="935" y="159"/>
                  </a:lnTo>
                  <a:lnTo>
                    <a:pt x="932" y="157"/>
                  </a:lnTo>
                  <a:lnTo>
                    <a:pt x="932" y="164"/>
                  </a:lnTo>
                  <a:lnTo>
                    <a:pt x="935" y="168"/>
                  </a:lnTo>
                  <a:lnTo>
                    <a:pt x="937" y="170"/>
                  </a:lnTo>
                  <a:lnTo>
                    <a:pt x="939" y="170"/>
                  </a:lnTo>
                  <a:lnTo>
                    <a:pt x="939" y="173"/>
                  </a:lnTo>
                  <a:lnTo>
                    <a:pt x="939" y="175"/>
                  </a:lnTo>
                  <a:lnTo>
                    <a:pt x="941" y="180"/>
                  </a:lnTo>
                  <a:lnTo>
                    <a:pt x="932" y="182"/>
                  </a:lnTo>
                  <a:lnTo>
                    <a:pt x="923" y="184"/>
                  </a:lnTo>
                  <a:lnTo>
                    <a:pt x="913" y="184"/>
                  </a:lnTo>
                  <a:lnTo>
                    <a:pt x="895" y="177"/>
                  </a:lnTo>
                  <a:lnTo>
                    <a:pt x="878" y="175"/>
                  </a:lnTo>
                  <a:lnTo>
                    <a:pt x="858" y="178"/>
                  </a:lnTo>
                  <a:lnTo>
                    <a:pt x="839" y="184"/>
                  </a:lnTo>
                  <a:lnTo>
                    <a:pt x="820" y="187"/>
                  </a:lnTo>
                  <a:lnTo>
                    <a:pt x="799" y="187"/>
                  </a:lnTo>
                  <a:lnTo>
                    <a:pt x="775" y="180"/>
                  </a:lnTo>
                  <a:lnTo>
                    <a:pt x="762" y="177"/>
                  </a:lnTo>
                  <a:lnTo>
                    <a:pt x="752" y="175"/>
                  </a:lnTo>
                  <a:lnTo>
                    <a:pt x="743" y="173"/>
                  </a:lnTo>
                  <a:lnTo>
                    <a:pt x="735" y="168"/>
                  </a:lnTo>
                  <a:lnTo>
                    <a:pt x="729" y="157"/>
                  </a:lnTo>
                  <a:lnTo>
                    <a:pt x="733" y="157"/>
                  </a:lnTo>
                  <a:lnTo>
                    <a:pt x="742" y="149"/>
                  </a:lnTo>
                  <a:lnTo>
                    <a:pt x="755" y="145"/>
                  </a:lnTo>
                  <a:lnTo>
                    <a:pt x="771" y="143"/>
                  </a:lnTo>
                  <a:lnTo>
                    <a:pt x="787" y="142"/>
                  </a:lnTo>
                  <a:lnTo>
                    <a:pt x="787" y="138"/>
                  </a:lnTo>
                  <a:lnTo>
                    <a:pt x="780" y="133"/>
                  </a:lnTo>
                  <a:lnTo>
                    <a:pt x="775" y="129"/>
                  </a:lnTo>
                  <a:lnTo>
                    <a:pt x="768" y="128"/>
                  </a:lnTo>
                  <a:lnTo>
                    <a:pt x="755" y="126"/>
                  </a:lnTo>
                  <a:lnTo>
                    <a:pt x="749" y="126"/>
                  </a:lnTo>
                  <a:lnTo>
                    <a:pt x="736" y="126"/>
                  </a:lnTo>
                  <a:lnTo>
                    <a:pt x="721" y="126"/>
                  </a:lnTo>
                  <a:lnTo>
                    <a:pt x="719" y="115"/>
                  </a:lnTo>
                  <a:lnTo>
                    <a:pt x="714" y="105"/>
                  </a:lnTo>
                  <a:lnTo>
                    <a:pt x="710" y="96"/>
                  </a:lnTo>
                  <a:lnTo>
                    <a:pt x="707" y="86"/>
                  </a:lnTo>
                  <a:lnTo>
                    <a:pt x="707" y="68"/>
                  </a:lnTo>
                  <a:lnTo>
                    <a:pt x="714" y="58"/>
                  </a:lnTo>
                  <a:lnTo>
                    <a:pt x="721" y="46"/>
                  </a:lnTo>
                  <a:lnTo>
                    <a:pt x="729" y="35"/>
                  </a:lnTo>
                  <a:lnTo>
                    <a:pt x="740" y="28"/>
                  </a:lnTo>
                  <a:lnTo>
                    <a:pt x="752" y="30"/>
                  </a:lnTo>
                  <a:lnTo>
                    <a:pt x="755" y="30"/>
                  </a:lnTo>
                  <a:lnTo>
                    <a:pt x="755" y="33"/>
                  </a:lnTo>
                  <a:lnTo>
                    <a:pt x="755" y="35"/>
                  </a:lnTo>
                  <a:lnTo>
                    <a:pt x="754" y="35"/>
                  </a:lnTo>
                  <a:lnTo>
                    <a:pt x="754" y="37"/>
                  </a:lnTo>
                  <a:lnTo>
                    <a:pt x="754" y="37"/>
                  </a:lnTo>
                  <a:lnTo>
                    <a:pt x="755" y="39"/>
                  </a:lnTo>
                  <a:lnTo>
                    <a:pt x="755" y="42"/>
                  </a:lnTo>
                  <a:lnTo>
                    <a:pt x="764" y="42"/>
                  </a:lnTo>
                  <a:lnTo>
                    <a:pt x="776" y="42"/>
                  </a:lnTo>
                  <a:lnTo>
                    <a:pt x="787" y="42"/>
                  </a:lnTo>
                  <a:lnTo>
                    <a:pt x="794" y="42"/>
                  </a:lnTo>
                  <a:lnTo>
                    <a:pt x="797" y="44"/>
                  </a:lnTo>
                  <a:lnTo>
                    <a:pt x="799" y="46"/>
                  </a:lnTo>
                  <a:lnTo>
                    <a:pt x="801" y="49"/>
                  </a:lnTo>
                  <a:lnTo>
                    <a:pt x="803" y="53"/>
                  </a:lnTo>
                  <a:lnTo>
                    <a:pt x="806" y="54"/>
                  </a:lnTo>
                  <a:lnTo>
                    <a:pt x="810" y="58"/>
                  </a:lnTo>
                  <a:lnTo>
                    <a:pt x="811" y="53"/>
                  </a:lnTo>
                  <a:lnTo>
                    <a:pt x="813" y="51"/>
                  </a:lnTo>
                  <a:lnTo>
                    <a:pt x="817" y="49"/>
                  </a:lnTo>
                  <a:lnTo>
                    <a:pt x="818" y="47"/>
                  </a:lnTo>
                  <a:lnTo>
                    <a:pt x="824" y="47"/>
                  </a:lnTo>
                  <a:lnTo>
                    <a:pt x="829" y="46"/>
                  </a:lnTo>
                  <a:lnTo>
                    <a:pt x="836" y="60"/>
                  </a:lnTo>
                  <a:lnTo>
                    <a:pt x="843" y="70"/>
                  </a:lnTo>
                  <a:lnTo>
                    <a:pt x="848" y="77"/>
                  </a:lnTo>
                  <a:lnTo>
                    <a:pt x="850" y="72"/>
                  </a:lnTo>
                  <a:lnTo>
                    <a:pt x="851" y="67"/>
                  </a:lnTo>
                  <a:lnTo>
                    <a:pt x="851" y="61"/>
                  </a:lnTo>
                  <a:lnTo>
                    <a:pt x="851" y="54"/>
                  </a:lnTo>
                  <a:lnTo>
                    <a:pt x="845" y="44"/>
                  </a:lnTo>
                  <a:lnTo>
                    <a:pt x="846" y="33"/>
                  </a:lnTo>
                  <a:lnTo>
                    <a:pt x="851" y="23"/>
                  </a:lnTo>
                  <a:close/>
                  <a:moveTo>
                    <a:pt x="871" y="7"/>
                  </a:moveTo>
                  <a:lnTo>
                    <a:pt x="879" y="7"/>
                  </a:lnTo>
                  <a:lnTo>
                    <a:pt x="886" y="9"/>
                  </a:lnTo>
                  <a:lnTo>
                    <a:pt x="893" y="11"/>
                  </a:lnTo>
                  <a:lnTo>
                    <a:pt x="899" y="14"/>
                  </a:lnTo>
                  <a:lnTo>
                    <a:pt x="900" y="19"/>
                  </a:lnTo>
                  <a:lnTo>
                    <a:pt x="900" y="23"/>
                  </a:lnTo>
                  <a:lnTo>
                    <a:pt x="902" y="28"/>
                  </a:lnTo>
                  <a:lnTo>
                    <a:pt x="902" y="35"/>
                  </a:lnTo>
                  <a:lnTo>
                    <a:pt x="897" y="35"/>
                  </a:lnTo>
                  <a:lnTo>
                    <a:pt x="893" y="37"/>
                  </a:lnTo>
                  <a:lnTo>
                    <a:pt x="888" y="37"/>
                  </a:lnTo>
                  <a:lnTo>
                    <a:pt x="883" y="39"/>
                  </a:lnTo>
                  <a:lnTo>
                    <a:pt x="874" y="30"/>
                  </a:lnTo>
                  <a:lnTo>
                    <a:pt x="864" y="23"/>
                  </a:lnTo>
                  <a:lnTo>
                    <a:pt x="871" y="7"/>
                  </a:lnTo>
                  <a:close/>
                  <a:moveTo>
                    <a:pt x="4266" y="0"/>
                  </a:moveTo>
                  <a:lnTo>
                    <a:pt x="4285" y="0"/>
                  </a:lnTo>
                  <a:lnTo>
                    <a:pt x="4301" y="4"/>
                  </a:lnTo>
                  <a:lnTo>
                    <a:pt x="4316" y="7"/>
                  </a:lnTo>
                  <a:lnTo>
                    <a:pt x="4320" y="23"/>
                  </a:lnTo>
                  <a:lnTo>
                    <a:pt x="4269" y="23"/>
                  </a:lnTo>
                  <a:lnTo>
                    <a:pt x="4267" y="18"/>
                  </a:lnTo>
                  <a:lnTo>
                    <a:pt x="4267" y="13"/>
                  </a:lnTo>
                  <a:lnTo>
                    <a:pt x="4266" y="7"/>
                  </a:lnTo>
                  <a:lnTo>
                    <a:pt x="4266" y="0"/>
                  </a:lnTo>
                  <a:close/>
                </a:path>
              </a:pathLst>
            </a:custGeom>
            <a:solidFill>
              <a:schemeClr val="bg1"/>
            </a:solidFill>
            <a:ln w="3175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22" name="CustomShape 4"/>
            <p:cNvSpPr/>
            <p:nvPr/>
          </p:nvSpPr>
          <p:spPr>
            <a:xfrm>
              <a:off x="2837160" y="1867320"/>
              <a:ext cx="8344800" cy="4593600"/>
            </a:xfrm>
            <a:custGeom>
              <a:avLst/>
              <a:gdLst/>
              <a:ahLst/>
              <a:rect l="l" t="t" r="r" b="b"/>
              <a:pathLst>
                <a:path w="4352" h="2211">
                  <a:moveTo>
                    <a:pt x="2697" y="200"/>
                  </a:moveTo>
                  <a:lnTo>
                    <a:pt x="2708" y="204"/>
                  </a:lnTo>
                  <a:lnTo>
                    <a:pt x="2708" y="211"/>
                  </a:lnTo>
                  <a:lnTo>
                    <a:pt x="2704" y="211"/>
                  </a:lnTo>
                  <a:lnTo>
                    <a:pt x="2702" y="213"/>
                  </a:lnTo>
                  <a:lnTo>
                    <a:pt x="2701" y="214"/>
                  </a:lnTo>
                  <a:lnTo>
                    <a:pt x="2699" y="214"/>
                  </a:lnTo>
                  <a:lnTo>
                    <a:pt x="2697" y="214"/>
                  </a:lnTo>
                  <a:lnTo>
                    <a:pt x="2694" y="214"/>
                  </a:lnTo>
                  <a:lnTo>
                    <a:pt x="2694" y="209"/>
                  </a:lnTo>
                  <a:lnTo>
                    <a:pt x="2694" y="206"/>
                  </a:lnTo>
                  <a:lnTo>
                    <a:pt x="2695" y="204"/>
                  </a:lnTo>
                  <a:lnTo>
                    <a:pt x="2697" y="200"/>
                  </a:lnTo>
                  <a:close/>
                  <a:moveTo>
                    <a:pt x="562" y="192"/>
                  </a:moveTo>
                  <a:lnTo>
                    <a:pt x="562" y="195"/>
                  </a:lnTo>
                  <a:lnTo>
                    <a:pt x="566" y="195"/>
                  </a:lnTo>
                  <a:lnTo>
                    <a:pt x="564" y="213"/>
                  </a:lnTo>
                  <a:lnTo>
                    <a:pt x="566" y="228"/>
                  </a:lnTo>
                  <a:lnTo>
                    <a:pt x="573" y="242"/>
                  </a:lnTo>
                  <a:lnTo>
                    <a:pt x="576" y="244"/>
                  </a:lnTo>
                  <a:lnTo>
                    <a:pt x="580" y="244"/>
                  </a:lnTo>
                  <a:lnTo>
                    <a:pt x="583" y="246"/>
                  </a:lnTo>
                  <a:lnTo>
                    <a:pt x="589" y="246"/>
                  </a:lnTo>
                  <a:lnTo>
                    <a:pt x="589" y="204"/>
                  </a:lnTo>
                  <a:lnTo>
                    <a:pt x="615" y="204"/>
                  </a:lnTo>
                  <a:lnTo>
                    <a:pt x="620" y="216"/>
                  </a:lnTo>
                  <a:lnTo>
                    <a:pt x="627" y="228"/>
                  </a:lnTo>
                  <a:lnTo>
                    <a:pt x="634" y="239"/>
                  </a:lnTo>
                  <a:lnTo>
                    <a:pt x="646" y="242"/>
                  </a:lnTo>
                  <a:lnTo>
                    <a:pt x="646" y="247"/>
                  </a:lnTo>
                  <a:lnTo>
                    <a:pt x="648" y="258"/>
                  </a:lnTo>
                  <a:lnTo>
                    <a:pt x="650" y="270"/>
                  </a:lnTo>
                  <a:lnTo>
                    <a:pt x="650" y="277"/>
                  </a:lnTo>
                  <a:lnTo>
                    <a:pt x="653" y="275"/>
                  </a:lnTo>
                  <a:lnTo>
                    <a:pt x="655" y="275"/>
                  </a:lnTo>
                  <a:lnTo>
                    <a:pt x="655" y="275"/>
                  </a:lnTo>
                  <a:lnTo>
                    <a:pt x="657" y="274"/>
                  </a:lnTo>
                  <a:lnTo>
                    <a:pt x="658" y="272"/>
                  </a:lnTo>
                  <a:lnTo>
                    <a:pt x="660" y="268"/>
                  </a:lnTo>
                  <a:lnTo>
                    <a:pt x="662" y="263"/>
                  </a:lnTo>
                  <a:lnTo>
                    <a:pt x="664" y="258"/>
                  </a:lnTo>
                  <a:lnTo>
                    <a:pt x="665" y="254"/>
                  </a:lnTo>
                  <a:lnTo>
                    <a:pt x="669" y="251"/>
                  </a:lnTo>
                  <a:lnTo>
                    <a:pt x="672" y="249"/>
                  </a:lnTo>
                  <a:lnTo>
                    <a:pt x="678" y="247"/>
                  </a:lnTo>
                  <a:lnTo>
                    <a:pt x="681" y="244"/>
                  </a:lnTo>
                  <a:lnTo>
                    <a:pt x="685" y="242"/>
                  </a:lnTo>
                  <a:lnTo>
                    <a:pt x="681" y="242"/>
                  </a:lnTo>
                  <a:lnTo>
                    <a:pt x="681" y="239"/>
                  </a:lnTo>
                  <a:lnTo>
                    <a:pt x="672" y="242"/>
                  </a:lnTo>
                  <a:lnTo>
                    <a:pt x="667" y="246"/>
                  </a:lnTo>
                  <a:lnTo>
                    <a:pt x="660" y="251"/>
                  </a:lnTo>
                  <a:lnTo>
                    <a:pt x="650" y="254"/>
                  </a:lnTo>
                  <a:lnTo>
                    <a:pt x="648" y="239"/>
                  </a:lnTo>
                  <a:lnTo>
                    <a:pt x="646" y="228"/>
                  </a:lnTo>
                  <a:lnTo>
                    <a:pt x="643" y="219"/>
                  </a:lnTo>
                  <a:lnTo>
                    <a:pt x="639" y="207"/>
                  </a:lnTo>
                  <a:lnTo>
                    <a:pt x="643" y="206"/>
                  </a:lnTo>
                  <a:lnTo>
                    <a:pt x="644" y="206"/>
                  </a:lnTo>
                  <a:lnTo>
                    <a:pt x="648" y="204"/>
                  </a:lnTo>
                  <a:lnTo>
                    <a:pt x="653" y="204"/>
                  </a:lnTo>
                  <a:lnTo>
                    <a:pt x="658" y="207"/>
                  </a:lnTo>
                  <a:lnTo>
                    <a:pt x="662" y="209"/>
                  </a:lnTo>
                  <a:lnTo>
                    <a:pt x="667" y="211"/>
                  </a:lnTo>
                  <a:lnTo>
                    <a:pt x="672" y="213"/>
                  </a:lnTo>
                  <a:lnTo>
                    <a:pt x="678" y="214"/>
                  </a:lnTo>
                  <a:lnTo>
                    <a:pt x="685" y="226"/>
                  </a:lnTo>
                  <a:lnTo>
                    <a:pt x="692" y="240"/>
                  </a:lnTo>
                  <a:lnTo>
                    <a:pt x="697" y="253"/>
                  </a:lnTo>
                  <a:lnTo>
                    <a:pt x="704" y="261"/>
                  </a:lnTo>
                  <a:lnTo>
                    <a:pt x="707" y="263"/>
                  </a:lnTo>
                  <a:lnTo>
                    <a:pt x="713" y="263"/>
                  </a:lnTo>
                  <a:lnTo>
                    <a:pt x="718" y="263"/>
                  </a:lnTo>
                  <a:lnTo>
                    <a:pt x="723" y="263"/>
                  </a:lnTo>
                  <a:lnTo>
                    <a:pt x="726" y="263"/>
                  </a:lnTo>
                  <a:lnTo>
                    <a:pt x="730" y="265"/>
                  </a:lnTo>
                  <a:lnTo>
                    <a:pt x="747" y="277"/>
                  </a:lnTo>
                  <a:lnTo>
                    <a:pt x="761" y="293"/>
                  </a:lnTo>
                  <a:lnTo>
                    <a:pt x="777" y="307"/>
                  </a:lnTo>
                  <a:lnTo>
                    <a:pt x="777" y="319"/>
                  </a:lnTo>
                  <a:lnTo>
                    <a:pt x="791" y="324"/>
                  </a:lnTo>
                  <a:lnTo>
                    <a:pt x="803" y="331"/>
                  </a:lnTo>
                  <a:lnTo>
                    <a:pt x="810" y="342"/>
                  </a:lnTo>
                  <a:lnTo>
                    <a:pt x="819" y="354"/>
                  </a:lnTo>
                  <a:lnTo>
                    <a:pt x="826" y="366"/>
                  </a:lnTo>
                  <a:lnTo>
                    <a:pt x="835" y="377"/>
                  </a:lnTo>
                  <a:lnTo>
                    <a:pt x="829" y="384"/>
                  </a:lnTo>
                  <a:lnTo>
                    <a:pt x="826" y="387"/>
                  </a:lnTo>
                  <a:lnTo>
                    <a:pt x="824" y="392"/>
                  </a:lnTo>
                  <a:lnTo>
                    <a:pt x="822" y="396"/>
                  </a:lnTo>
                  <a:lnTo>
                    <a:pt x="829" y="408"/>
                  </a:lnTo>
                  <a:lnTo>
                    <a:pt x="840" y="417"/>
                  </a:lnTo>
                  <a:lnTo>
                    <a:pt x="854" y="422"/>
                  </a:lnTo>
                  <a:lnTo>
                    <a:pt x="854" y="427"/>
                  </a:lnTo>
                  <a:lnTo>
                    <a:pt x="854" y="429"/>
                  </a:lnTo>
                  <a:lnTo>
                    <a:pt x="856" y="431"/>
                  </a:lnTo>
                  <a:lnTo>
                    <a:pt x="856" y="432"/>
                  </a:lnTo>
                  <a:lnTo>
                    <a:pt x="857" y="434"/>
                  </a:lnTo>
                  <a:lnTo>
                    <a:pt x="861" y="436"/>
                  </a:lnTo>
                  <a:lnTo>
                    <a:pt x="864" y="439"/>
                  </a:lnTo>
                  <a:lnTo>
                    <a:pt x="870" y="441"/>
                  </a:lnTo>
                  <a:lnTo>
                    <a:pt x="873" y="443"/>
                  </a:lnTo>
                  <a:lnTo>
                    <a:pt x="877" y="446"/>
                  </a:lnTo>
                  <a:lnTo>
                    <a:pt x="878" y="448"/>
                  </a:lnTo>
                  <a:lnTo>
                    <a:pt x="880" y="452"/>
                  </a:lnTo>
                  <a:lnTo>
                    <a:pt x="878" y="453"/>
                  </a:lnTo>
                  <a:lnTo>
                    <a:pt x="878" y="455"/>
                  </a:lnTo>
                  <a:lnTo>
                    <a:pt x="878" y="455"/>
                  </a:lnTo>
                  <a:lnTo>
                    <a:pt x="878" y="457"/>
                  </a:lnTo>
                  <a:lnTo>
                    <a:pt x="880" y="459"/>
                  </a:lnTo>
                  <a:lnTo>
                    <a:pt x="884" y="460"/>
                  </a:lnTo>
                  <a:lnTo>
                    <a:pt x="889" y="462"/>
                  </a:lnTo>
                  <a:lnTo>
                    <a:pt x="892" y="464"/>
                  </a:lnTo>
                  <a:lnTo>
                    <a:pt x="898" y="464"/>
                  </a:lnTo>
                  <a:lnTo>
                    <a:pt x="903" y="464"/>
                  </a:lnTo>
                  <a:lnTo>
                    <a:pt x="896" y="511"/>
                  </a:lnTo>
                  <a:lnTo>
                    <a:pt x="891" y="513"/>
                  </a:lnTo>
                  <a:lnTo>
                    <a:pt x="885" y="513"/>
                  </a:lnTo>
                  <a:lnTo>
                    <a:pt x="880" y="514"/>
                  </a:lnTo>
                  <a:lnTo>
                    <a:pt x="873" y="514"/>
                  </a:lnTo>
                  <a:lnTo>
                    <a:pt x="866" y="506"/>
                  </a:lnTo>
                  <a:lnTo>
                    <a:pt x="857" y="497"/>
                  </a:lnTo>
                  <a:lnTo>
                    <a:pt x="850" y="488"/>
                  </a:lnTo>
                  <a:lnTo>
                    <a:pt x="845" y="476"/>
                  </a:lnTo>
                  <a:lnTo>
                    <a:pt x="838" y="476"/>
                  </a:lnTo>
                  <a:lnTo>
                    <a:pt x="833" y="478"/>
                  </a:lnTo>
                  <a:lnTo>
                    <a:pt x="828" y="478"/>
                  </a:lnTo>
                  <a:lnTo>
                    <a:pt x="822" y="480"/>
                  </a:lnTo>
                  <a:lnTo>
                    <a:pt x="831" y="507"/>
                  </a:lnTo>
                  <a:lnTo>
                    <a:pt x="838" y="537"/>
                  </a:lnTo>
                  <a:lnTo>
                    <a:pt x="850" y="537"/>
                  </a:lnTo>
                  <a:lnTo>
                    <a:pt x="857" y="551"/>
                  </a:lnTo>
                  <a:lnTo>
                    <a:pt x="863" y="565"/>
                  </a:lnTo>
                  <a:lnTo>
                    <a:pt x="864" y="584"/>
                  </a:lnTo>
                  <a:lnTo>
                    <a:pt x="863" y="586"/>
                  </a:lnTo>
                  <a:lnTo>
                    <a:pt x="861" y="588"/>
                  </a:lnTo>
                  <a:lnTo>
                    <a:pt x="861" y="590"/>
                  </a:lnTo>
                  <a:lnTo>
                    <a:pt x="859" y="591"/>
                  </a:lnTo>
                  <a:lnTo>
                    <a:pt x="857" y="593"/>
                  </a:lnTo>
                  <a:lnTo>
                    <a:pt x="854" y="595"/>
                  </a:lnTo>
                  <a:lnTo>
                    <a:pt x="847" y="591"/>
                  </a:lnTo>
                  <a:lnTo>
                    <a:pt x="838" y="586"/>
                  </a:lnTo>
                  <a:lnTo>
                    <a:pt x="829" y="581"/>
                  </a:lnTo>
                  <a:lnTo>
                    <a:pt x="822" y="577"/>
                  </a:lnTo>
                  <a:lnTo>
                    <a:pt x="819" y="576"/>
                  </a:lnTo>
                  <a:lnTo>
                    <a:pt x="816" y="576"/>
                  </a:lnTo>
                  <a:lnTo>
                    <a:pt x="826" y="590"/>
                  </a:lnTo>
                  <a:lnTo>
                    <a:pt x="835" y="602"/>
                  </a:lnTo>
                  <a:lnTo>
                    <a:pt x="842" y="617"/>
                  </a:lnTo>
                  <a:lnTo>
                    <a:pt x="838" y="617"/>
                  </a:lnTo>
                  <a:lnTo>
                    <a:pt x="826" y="612"/>
                  </a:lnTo>
                  <a:lnTo>
                    <a:pt x="810" y="609"/>
                  </a:lnTo>
                  <a:lnTo>
                    <a:pt x="793" y="605"/>
                  </a:lnTo>
                  <a:lnTo>
                    <a:pt x="781" y="598"/>
                  </a:lnTo>
                  <a:lnTo>
                    <a:pt x="770" y="588"/>
                  </a:lnTo>
                  <a:lnTo>
                    <a:pt x="763" y="572"/>
                  </a:lnTo>
                  <a:lnTo>
                    <a:pt x="756" y="558"/>
                  </a:lnTo>
                  <a:lnTo>
                    <a:pt x="746" y="544"/>
                  </a:lnTo>
                  <a:lnTo>
                    <a:pt x="735" y="534"/>
                  </a:lnTo>
                  <a:lnTo>
                    <a:pt x="720" y="542"/>
                  </a:lnTo>
                  <a:lnTo>
                    <a:pt x="702" y="548"/>
                  </a:lnTo>
                  <a:lnTo>
                    <a:pt x="681" y="549"/>
                  </a:lnTo>
                  <a:lnTo>
                    <a:pt x="679" y="544"/>
                  </a:lnTo>
                  <a:lnTo>
                    <a:pt x="678" y="539"/>
                  </a:lnTo>
                  <a:lnTo>
                    <a:pt x="678" y="534"/>
                  </a:lnTo>
                  <a:lnTo>
                    <a:pt x="678" y="527"/>
                  </a:lnTo>
                  <a:lnTo>
                    <a:pt x="693" y="521"/>
                  </a:lnTo>
                  <a:lnTo>
                    <a:pt x="713" y="516"/>
                  </a:lnTo>
                  <a:lnTo>
                    <a:pt x="730" y="511"/>
                  </a:lnTo>
                  <a:lnTo>
                    <a:pt x="735" y="501"/>
                  </a:lnTo>
                  <a:lnTo>
                    <a:pt x="740" y="487"/>
                  </a:lnTo>
                  <a:lnTo>
                    <a:pt x="746" y="471"/>
                  </a:lnTo>
                  <a:lnTo>
                    <a:pt x="749" y="455"/>
                  </a:lnTo>
                  <a:lnTo>
                    <a:pt x="751" y="443"/>
                  </a:lnTo>
                  <a:lnTo>
                    <a:pt x="749" y="434"/>
                  </a:lnTo>
                  <a:lnTo>
                    <a:pt x="742" y="422"/>
                  </a:lnTo>
                  <a:lnTo>
                    <a:pt x="733" y="415"/>
                  </a:lnTo>
                  <a:lnTo>
                    <a:pt x="723" y="408"/>
                  </a:lnTo>
                  <a:lnTo>
                    <a:pt x="716" y="399"/>
                  </a:lnTo>
                  <a:lnTo>
                    <a:pt x="707" y="357"/>
                  </a:lnTo>
                  <a:lnTo>
                    <a:pt x="693" y="354"/>
                  </a:lnTo>
                  <a:lnTo>
                    <a:pt x="683" y="347"/>
                  </a:lnTo>
                  <a:lnTo>
                    <a:pt x="674" y="340"/>
                  </a:lnTo>
                  <a:lnTo>
                    <a:pt x="665" y="338"/>
                  </a:lnTo>
                  <a:lnTo>
                    <a:pt x="657" y="342"/>
                  </a:lnTo>
                  <a:lnTo>
                    <a:pt x="651" y="347"/>
                  </a:lnTo>
                  <a:lnTo>
                    <a:pt x="646" y="352"/>
                  </a:lnTo>
                  <a:lnTo>
                    <a:pt x="639" y="357"/>
                  </a:lnTo>
                  <a:lnTo>
                    <a:pt x="627" y="361"/>
                  </a:lnTo>
                  <a:lnTo>
                    <a:pt x="615" y="354"/>
                  </a:lnTo>
                  <a:lnTo>
                    <a:pt x="599" y="349"/>
                  </a:lnTo>
                  <a:lnTo>
                    <a:pt x="582" y="345"/>
                  </a:lnTo>
                  <a:lnTo>
                    <a:pt x="566" y="340"/>
                  </a:lnTo>
                  <a:lnTo>
                    <a:pt x="552" y="335"/>
                  </a:lnTo>
                  <a:lnTo>
                    <a:pt x="541" y="326"/>
                  </a:lnTo>
                  <a:lnTo>
                    <a:pt x="534" y="312"/>
                  </a:lnTo>
                  <a:lnTo>
                    <a:pt x="536" y="310"/>
                  </a:lnTo>
                  <a:lnTo>
                    <a:pt x="536" y="309"/>
                  </a:lnTo>
                  <a:lnTo>
                    <a:pt x="538" y="309"/>
                  </a:lnTo>
                  <a:lnTo>
                    <a:pt x="538" y="307"/>
                  </a:lnTo>
                  <a:lnTo>
                    <a:pt x="538" y="303"/>
                  </a:lnTo>
                  <a:lnTo>
                    <a:pt x="531" y="302"/>
                  </a:lnTo>
                  <a:lnTo>
                    <a:pt x="524" y="300"/>
                  </a:lnTo>
                  <a:lnTo>
                    <a:pt x="519" y="296"/>
                  </a:lnTo>
                  <a:lnTo>
                    <a:pt x="515" y="291"/>
                  </a:lnTo>
                  <a:lnTo>
                    <a:pt x="512" y="284"/>
                  </a:lnTo>
                  <a:lnTo>
                    <a:pt x="521" y="267"/>
                  </a:lnTo>
                  <a:lnTo>
                    <a:pt x="528" y="244"/>
                  </a:lnTo>
                  <a:lnTo>
                    <a:pt x="531" y="219"/>
                  </a:lnTo>
                  <a:lnTo>
                    <a:pt x="534" y="195"/>
                  </a:lnTo>
                  <a:lnTo>
                    <a:pt x="562" y="192"/>
                  </a:lnTo>
                  <a:close/>
                  <a:moveTo>
                    <a:pt x="400" y="188"/>
                  </a:moveTo>
                  <a:lnTo>
                    <a:pt x="416" y="188"/>
                  </a:lnTo>
                  <a:lnTo>
                    <a:pt x="425" y="223"/>
                  </a:lnTo>
                  <a:lnTo>
                    <a:pt x="432" y="261"/>
                  </a:lnTo>
                  <a:lnTo>
                    <a:pt x="428" y="261"/>
                  </a:lnTo>
                  <a:lnTo>
                    <a:pt x="423" y="268"/>
                  </a:lnTo>
                  <a:lnTo>
                    <a:pt x="412" y="265"/>
                  </a:lnTo>
                  <a:lnTo>
                    <a:pt x="409" y="268"/>
                  </a:lnTo>
                  <a:lnTo>
                    <a:pt x="409" y="272"/>
                  </a:lnTo>
                  <a:lnTo>
                    <a:pt x="409" y="275"/>
                  </a:lnTo>
                  <a:lnTo>
                    <a:pt x="409" y="277"/>
                  </a:lnTo>
                  <a:lnTo>
                    <a:pt x="407" y="279"/>
                  </a:lnTo>
                  <a:lnTo>
                    <a:pt x="405" y="282"/>
                  </a:lnTo>
                  <a:lnTo>
                    <a:pt x="400" y="284"/>
                  </a:lnTo>
                  <a:lnTo>
                    <a:pt x="395" y="281"/>
                  </a:lnTo>
                  <a:lnTo>
                    <a:pt x="388" y="275"/>
                  </a:lnTo>
                  <a:lnTo>
                    <a:pt x="381" y="272"/>
                  </a:lnTo>
                  <a:lnTo>
                    <a:pt x="381" y="261"/>
                  </a:lnTo>
                  <a:lnTo>
                    <a:pt x="358" y="258"/>
                  </a:lnTo>
                  <a:lnTo>
                    <a:pt x="362" y="226"/>
                  </a:lnTo>
                  <a:lnTo>
                    <a:pt x="369" y="223"/>
                  </a:lnTo>
                  <a:lnTo>
                    <a:pt x="376" y="218"/>
                  </a:lnTo>
                  <a:lnTo>
                    <a:pt x="381" y="211"/>
                  </a:lnTo>
                  <a:lnTo>
                    <a:pt x="376" y="209"/>
                  </a:lnTo>
                  <a:lnTo>
                    <a:pt x="372" y="207"/>
                  </a:lnTo>
                  <a:lnTo>
                    <a:pt x="369" y="206"/>
                  </a:lnTo>
                  <a:lnTo>
                    <a:pt x="365" y="202"/>
                  </a:lnTo>
                  <a:lnTo>
                    <a:pt x="363" y="199"/>
                  </a:lnTo>
                  <a:lnTo>
                    <a:pt x="362" y="192"/>
                  </a:lnTo>
                  <a:lnTo>
                    <a:pt x="381" y="190"/>
                  </a:lnTo>
                  <a:lnTo>
                    <a:pt x="400" y="188"/>
                  </a:lnTo>
                  <a:close/>
                  <a:moveTo>
                    <a:pt x="3661" y="172"/>
                  </a:moveTo>
                  <a:lnTo>
                    <a:pt x="3673" y="178"/>
                  </a:lnTo>
                  <a:lnTo>
                    <a:pt x="3673" y="185"/>
                  </a:lnTo>
                  <a:lnTo>
                    <a:pt x="3657" y="185"/>
                  </a:lnTo>
                  <a:lnTo>
                    <a:pt x="3661" y="172"/>
                  </a:lnTo>
                  <a:close/>
                  <a:moveTo>
                    <a:pt x="438" y="172"/>
                  </a:moveTo>
                  <a:lnTo>
                    <a:pt x="451" y="174"/>
                  </a:lnTo>
                  <a:lnTo>
                    <a:pt x="465" y="176"/>
                  </a:lnTo>
                  <a:lnTo>
                    <a:pt x="477" y="178"/>
                  </a:lnTo>
                  <a:lnTo>
                    <a:pt x="486" y="181"/>
                  </a:lnTo>
                  <a:lnTo>
                    <a:pt x="487" y="185"/>
                  </a:lnTo>
                  <a:lnTo>
                    <a:pt x="487" y="190"/>
                  </a:lnTo>
                  <a:lnTo>
                    <a:pt x="489" y="197"/>
                  </a:lnTo>
                  <a:lnTo>
                    <a:pt x="489" y="204"/>
                  </a:lnTo>
                  <a:lnTo>
                    <a:pt x="487" y="207"/>
                  </a:lnTo>
                  <a:lnTo>
                    <a:pt x="486" y="211"/>
                  </a:lnTo>
                  <a:lnTo>
                    <a:pt x="484" y="216"/>
                  </a:lnTo>
                  <a:lnTo>
                    <a:pt x="480" y="219"/>
                  </a:lnTo>
                  <a:lnTo>
                    <a:pt x="477" y="221"/>
                  </a:lnTo>
                  <a:lnTo>
                    <a:pt x="473" y="223"/>
                  </a:lnTo>
                  <a:lnTo>
                    <a:pt x="472" y="225"/>
                  </a:lnTo>
                  <a:lnTo>
                    <a:pt x="468" y="226"/>
                  </a:lnTo>
                  <a:lnTo>
                    <a:pt x="466" y="230"/>
                  </a:lnTo>
                  <a:lnTo>
                    <a:pt x="468" y="239"/>
                  </a:lnTo>
                  <a:lnTo>
                    <a:pt x="466" y="249"/>
                  </a:lnTo>
                  <a:lnTo>
                    <a:pt x="465" y="256"/>
                  </a:lnTo>
                  <a:lnTo>
                    <a:pt x="461" y="261"/>
                  </a:lnTo>
                  <a:lnTo>
                    <a:pt x="458" y="263"/>
                  </a:lnTo>
                  <a:lnTo>
                    <a:pt x="454" y="265"/>
                  </a:lnTo>
                  <a:lnTo>
                    <a:pt x="449" y="265"/>
                  </a:lnTo>
                  <a:lnTo>
                    <a:pt x="442" y="265"/>
                  </a:lnTo>
                  <a:lnTo>
                    <a:pt x="438" y="254"/>
                  </a:lnTo>
                  <a:lnTo>
                    <a:pt x="442" y="244"/>
                  </a:lnTo>
                  <a:lnTo>
                    <a:pt x="442" y="232"/>
                  </a:lnTo>
                  <a:lnTo>
                    <a:pt x="438" y="218"/>
                  </a:lnTo>
                  <a:lnTo>
                    <a:pt x="437" y="202"/>
                  </a:lnTo>
                  <a:lnTo>
                    <a:pt x="435" y="188"/>
                  </a:lnTo>
                  <a:lnTo>
                    <a:pt x="438" y="172"/>
                  </a:lnTo>
                  <a:close/>
                  <a:moveTo>
                    <a:pt x="60" y="171"/>
                  </a:moveTo>
                  <a:lnTo>
                    <a:pt x="74" y="172"/>
                  </a:lnTo>
                  <a:lnTo>
                    <a:pt x="74" y="185"/>
                  </a:lnTo>
                  <a:lnTo>
                    <a:pt x="91" y="185"/>
                  </a:lnTo>
                  <a:lnTo>
                    <a:pt x="105" y="185"/>
                  </a:lnTo>
                  <a:lnTo>
                    <a:pt x="121" y="185"/>
                  </a:lnTo>
                  <a:lnTo>
                    <a:pt x="124" y="192"/>
                  </a:lnTo>
                  <a:lnTo>
                    <a:pt x="128" y="200"/>
                  </a:lnTo>
                  <a:lnTo>
                    <a:pt x="131" y="209"/>
                  </a:lnTo>
                  <a:lnTo>
                    <a:pt x="135" y="216"/>
                  </a:lnTo>
                  <a:lnTo>
                    <a:pt x="135" y="219"/>
                  </a:lnTo>
                  <a:lnTo>
                    <a:pt x="124" y="232"/>
                  </a:lnTo>
                  <a:lnTo>
                    <a:pt x="110" y="237"/>
                  </a:lnTo>
                  <a:lnTo>
                    <a:pt x="96" y="242"/>
                  </a:lnTo>
                  <a:lnTo>
                    <a:pt x="88" y="258"/>
                  </a:lnTo>
                  <a:lnTo>
                    <a:pt x="81" y="272"/>
                  </a:lnTo>
                  <a:lnTo>
                    <a:pt x="79" y="288"/>
                  </a:lnTo>
                  <a:lnTo>
                    <a:pt x="82" y="303"/>
                  </a:lnTo>
                  <a:lnTo>
                    <a:pt x="67" y="305"/>
                  </a:lnTo>
                  <a:lnTo>
                    <a:pt x="53" y="310"/>
                  </a:lnTo>
                  <a:lnTo>
                    <a:pt x="35" y="315"/>
                  </a:lnTo>
                  <a:lnTo>
                    <a:pt x="34" y="312"/>
                  </a:lnTo>
                  <a:lnTo>
                    <a:pt x="32" y="309"/>
                  </a:lnTo>
                  <a:lnTo>
                    <a:pt x="30" y="307"/>
                  </a:lnTo>
                  <a:lnTo>
                    <a:pt x="30" y="303"/>
                  </a:lnTo>
                  <a:lnTo>
                    <a:pt x="28" y="300"/>
                  </a:lnTo>
                  <a:lnTo>
                    <a:pt x="30" y="298"/>
                  </a:lnTo>
                  <a:lnTo>
                    <a:pt x="30" y="296"/>
                  </a:lnTo>
                  <a:lnTo>
                    <a:pt x="30" y="295"/>
                  </a:lnTo>
                  <a:lnTo>
                    <a:pt x="32" y="291"/>
                  </a:lnTo>
                  <a:lnTo>
                    <a:pt x="32" y="288"/>
                  </a:lnTo>
                  <a:lnTo>
                    <a:pt x="20" y="288"/>
                  </a:lnTo>
                  <a:lnTo>
                    <a:pt x="20" y="282"/>
                  </a:lnTo>
                  <a:lnTo>
                    <a:pt x="20" y="281"/>
                  </a:lnTo>
                  <a:lnTo>
                    <a:pt x="18" y="279"/>
                  </a:lnTo>
                  <a:lnTo>
                    <a:pt x="18" y="277"/>
                  </a:lnTo>
                  <a:lnTo>
                    <a:pt x="16" y="275"/>
                  </a:lnTo>
                  <a:lnTo>
                    <a:pt x="13" y="272"/>
                  </a:lnTo>
                  <a:lnTo>
                    <a:pt x="11" y="272"/>
                  </a:lnTo>
                  <a:lnTo>
                    <a:pt x="9" y="272"/>
                  </a:lnTo>
                  <a:lnTo>
                    <a:pt x="9" y="272"/>
                  </a:lnTo>
                  <a:lnTo>
                    <a:pt x="7" y="272"/>
                  </a:lnTo>
                  <a:lnTo>
                    <a:pt x="6" y="272"/>
                  </a:lnTo>
                  <a:lnTo>
                    <a:pt x="0" y="272"/>
                  </a:lnTo>
                  <a:lnTo>
                    <a:pt x="0" y="261"/>
                  </a:lnTo>
                  <a:lnTo>
                    <a:pt x="13" y="247"/>
                  </a:lnTo>
                  <a:lnTo>
                    <a:pt x="21" y="228"/>
                  </a:lnTo>
                  <a:lnTo>
                    <a:pt x="28" y="207"/>
                  </a:lnTo>
                  <a:lnTo>
                    <a:pt x="23" y="204"/>
                  </a:lnTo>
                  <a:lnTo>
                    <a:pt x="21" y="199"/>
                  </a:lnTo>
                  <a:lnTo>
                    <a:pt x="20" y="195"/>
                  </a:lnTo>
                  <a:lnTo>
                    <a:pt x="18" y="188"/>
                  </a:lnTo>
                  <a:lnTo>
                    <a:pt x="16" y="181"/>
                  </a:lnTo>
                  <a:lnTo>
                    <a:pt x="30" y="178"/>
                  </a:lnTo>
                  <a:lnTo>
                    <a:pt x="41" y="176"/>
                  </a:lnTo>
                  <a:lnTo>
                    <a:pt x="49" y="172"/>
                  </a:lnTo>
                  <a:lnTo>
                    <a:pt x="60" y="171"/>
                  </a:lnTo>
                  <a:close/>
                  <a:moveTo>
                    <a:pt x="1556" y="130"/>
                  </a:moveTo>
                  <a:lnTo>
                    <a:pt x="1571" y="130"/>
                  </a:lnTo>
                  <a:lnTo>
                    <a:pt x="1571" y="134"/>
                  </a:lnTo>
                  <a:lnTo>
                    <a:pt x="1568" y="134"/>
                  </a:lnTo>
                  <a:lnTo>
                    <a:pt x="1564" y="136"/>
                  </a:lnTo>
                  <a:lnTo>
                    <a:pt x="1563" y="136"/>
                  </a:lnTo>
                  <a:lnTo>
                    <a:pt x="1563" y="136"/>
                  </a:lnTo>
                  <a:lnTo>
                    <a:pt x="1561" y="136"/>
                  </a:lnTo>
                  <a:lnTo>
                    <a:pt x="1561" y="136"/>
                  </a:lnTo>
                  <a:lnTo>
                    <a:pt x="1559" y="134"/>
                  </a:lnTo>
                  <a:lnTo>
                    <a:pt x="1556" y="130"/>
                  </a:lnTo>
                  <a:close/>
                  <a:moveTo>
                    <a:pt x="454" y="130"/>
                  </a:moveTo>
                  <a:lnTo>
                    <a:pt x="458" y="153"/>
                  </a:lnTo>
                  <a:lnTo>
                    <a:pt x="452" y="157"/>
                  </a:lnTo>
                  <a:lnTo>
                    <a:pt x="449" y="158"/>
                  </a:lnTo>
                  <a:lnTo>
                    <a:pt x="445" y="160"/>
                  </a:lnTo>
                  <a:lnTo>
                    <a:pt x="440" y="164"/>
                  </a:lnTo>
                  <a:lnTo>
                    <a:pt x="435" y="165"/>
                  </a:lnTo>
                  <a:lnTo>
                    <a:pt x="433" y="164"/>
                  </a:lnTo>
                  <a:lnTo>
                    <a:pt x="432" y="164"/>
                  </a:lnTo>
                  <a:lnTo>
                    <a:pt x="430" y="162"/>
                  </a:lnTo>
                  <a:lnTo>
                    <a:pt x="428" y="162"/>
                  </a:lnTo>
                  <a:lnTo>
                    <a:pt x="423" y="162"/>
                  </a:lnTo>
                  <a:lnTo>
                    <a:pt x="423" y="158"/>
                  </a:lnTo>
                  <a:lnTo>
                    <a:pt x="423" y="157"/>
                  </a:lnTo>
                  <a:lnTo>
                    <a:pt x="421" y="157"/>
                  </a:lnTo>
                  <a:lnTo>
                    <a:pt x="421" y="155"/>
                  </a:lnTo>
                  <a:lnTo>
                    <a:pt x="419" y="153"/>
                  </a:lnTo>
                  <a:lnTo>
                    <a:pt x="419" y="146"/>
                  </a:lnTo>
                  <a:lnTo>
                    <a:pt x="428" y="141"/>
                  </a:lnTo>
                  <a:lnTo>
                    <a:pt x="435" y="136"/>
                  </a:lnTo>
                  <a:lnTo>
                    <a:pt x="442" y="132"/>
                  </a:lnTo>
                  <a:lnTo>
                    <a:pt x="454" y="130"/>
                  </a:lnTo>
                  <a:close/>
                  <a:moveTo>
                    <a:pt x="109" y="127"/>
                  </a:moveTo>
                  <a:lnTo>
                    <a:pt x="112" y="127"/>
                  </a:lnTo>
                  <a:lnTo>
                    <a:pt x="116" y="129"/>
                  </a:lnTo>
                  <a:lnTo>
                    <a:pt x="117" y="129"/>
                  </a:lnTo>
                  <a:lnTo>
                    <a:pt x="117" y="129"/>
                  </a:lnTo>
                  <a:lnTo>
                    <a:pt x="117" y="129"/>
                  </a:lnTo>
                  <a:lnTo>
                    <a:pt x="119" y="130"/>
                  </a:lnTo>
                  <a:lnTo>
                    <a:pt x="121" y="134"/>
                  </a:lnTo>
                  <a:lnTo>
                    <a:pt x="109" y="134"/>
                  </a:lnTo>
                  <a:lnTo>
                    <a:pt x="109" y="127"/>
                  </a:lnTo>
                  <a:close/>
                  <a:moveTo>
                    <a:pt x="3744" y="115"/>
                  </a:moveTo>
                  <a:lnTo>
                    <a:pt x="3760" y="117"/>
                  </a:lnTo>
                  <a:lnTo>
                    <a:pt x="3776" y="120"/>
                  </a:lnTo>
                  <a:lnTo>
                    <a:pt x="3790" y="125"/>
                  </a:lnTo>
                  <a:lnTo>
                    <a:pt x="3800" y="134"/>
                  </a:lnTo>
                  <a:lnTo>
                    <a:pt x="3807" y="146"/>
                  </a:lnTo>
                  <a:lnTo>
                    <a:pt x="3811" y="162"/>
                  </a:lnTo>
                  <a:lnTo>
                    <a:pt x="3788" y="158"/>
                  </a:lnTo>
                  <a:lnTo>
                    <a:pt x="3767" y="151"/>
                  </a:lnTo>
                  <a:lnTo>
                    <a:pt x="3751" y="141"/>
                  </a:lnTo>
                  <a:lnTo>
                    <a:pt x="3741" y="127"/>
                  </a:lnTo>
                  <a:lnTo>
                    <a:pt x="3743" y="125"/>
                  </a:lnTo>
                  <a:lnTo>
                    <a:pt x="3743" y="123"/>
                  </a:lnTo>
                  <a:lnTo>
                    <a:pt x="3744" y="122"/>
                  </a:lnTo>
                  <a:lnTo>
                    <a:pt x="3744" y="118"/>
                  </a:lnTo>
                  <a:lnTo>
                    <a:pt x="3744" y="115"/>
                  </a:lnTo>
                  <a:close/>
                  <a:moveTo>
                    <a:pt x="384" y="104"/>
                  </a:moveTo>
                  <a:lnTo>
                    <a:pt x="390" y="104"/>
                  </a:lnTo>
                  <a:lnTo>
                    <a:pt x="391" y="104"/>
                  </a:lnTo>
                  <a:lnTo>
                    <a:pt x="393" y="106"/>
                  </a:lnTo>
                  <a:lnTo>
                    <a:pt x="395" y="106"/>
                  </a:lnTo>
                  <a:lnTo>
                    <a:pt x="397" y="108"/>
                  </a:lnTo>
                  <a:lnTo>
                    <a:pt x="398" y="111"/>
                  </a:lnTo>
                  <a:lnTo>
                    <a:pt x="400" y="113"/>
                  </a:lnTo>
                  <a:lnTo>
                    <a:pt x="400" y="118"/>
                  </a:lnTo>
                  <a:lnTo>
                    <a:pt x="400" y="123"/>
                  </a:lnTo>
                  <a:lnTo>
                    <a:pt x="397" y="134"/>
                  </a:lnTo>
                  <a:lnTo>
                    <a:pt x="395" y="150"/>
                  </a:lnTo>
                  <a:lnTo>
                    <a:pt x="393" y="162"/>
                  </a:lnTo>
                  <a:lnTo>
                    <a:pt x="388" y="164"/>
                  </a:lnTo>
                  <a:lnTo>
                    <a:pt x="384" y="165"/>
                  </a:lnTo>
                  <a:lnTo>
                    <a:pt x="381" y="169"/>
                  </a:lnTo>
                  <a:lnTo>
                    <a:pt x="377" y="169"/>
                  </a:lnTo>
                  <a:lnTo>
                    <a:pt x="377" y="167"/>
                  </a:lnTo>
                  <a:lnTo>
                    <a:pt x="376" y="167"/>
                  </a:lnTo>
                  <a:lnTo>
                    <a:pt x="376" y="167"/>
                  </a:lnTo>
                  <a:lnTo>
                    <a:pt x="374" y="165"/>
                  </a:lnTo>
                  <a:lnTo>
                    <a:pt x="370" y="162"/>
                  </a:lnTo>
                  <a:lnTo>
                    <a:pt x="369" y="158"/>
                  </a:lnTo>
                  <a:lnTo>
                    <a:pt x="369" y="153"/>
                  </a:lnTo>
                  <a:lnTo>
                    <a:pt x="369" y="150"/>
                  </a:lnTo>
                  <a:lnTo>
                    <a:pt x="365" y="146"/>
                  </a:lnTo>
                  <a:lnTo>
                    <a:pt x="358" y="141"/>
                  </a:lnTo>
                  <a:lnTo>
                    <a:pt x="349" y="139"/>
                  </a:lnTo>
                  <a:lnTo>
                    <a:pt x="341" y="141"/>
                  </a:lnTo>
                  <a:lnTo>
                    <a:pt x="332" y="139"/>
                  </a:lnTo>
                  <a:lnTo>
                    <a:pt x="323" y="134"/>
                  </a:lnTo>
                  <a:lnTo>
                    <a:pt x="316" y="123"/>
                  </a:lnTo>
                  <a:lnTo>
                    <a:pt x="320" y="123"/>
                  </a:lnTo>
                  <a:lnTo>
                    <a:pt x="322" y="120"/>
                  </a:lnTo>
                  <a:lnTo>
                    <a:pt x="323" y="118"/>
                  </a:lnTo>
                  <a:lnTo>
                    <a:pt x="323" y="117"/>
                  </a:lnTo>
                  <a:lnTo>
                    <a:pt x="325" y="117"/>
                  </a:lnTo>
                  <a:lnTo>
                    <a:pt x="327" y="117"/>
                  </a:lnTo>
                  <a:lnTo>
                    <a:pt x="330" y="117"/>
                  </a:lnTo>
                  <a:lnTo>
                    <a:pt x="336" y="115"/>
                  </a:lnTo>
                  <a:lnTo>
                    <a:pt x="346" y="118"/>
                  </a:lnTo>
                  <a:lnTo>
                    <a:pt x="358" y="117"/>
                  </a:lnTo>
                  <a:lnTo>
                    <a:pt x="372" y="115"/>
                  </a:lnTo>
                  <a:lnTo>
                    <a:pt x="384" y="115"/>
                  </a:lnTo>
                  <a:lnTo>
                    <a:pt x="384" y="104"/>
                  </a:lnTo>
                  <a:close/>
                  <a:moveTo>
                    <a:pt x="255" y="101"/>
                  </a:moveTo>
                  <a:lnTo>
                    <a:pt x="257" y="104"/>
                  </a:lnTo>
                  <a:lnTo>
                    <a:pt x="259" y="106"/>
                  </a:lnTo>
                  <a:lnTo>
                    <a:pt x="260" y="110"/>
                  </a:lnTo>
                  <a:lnTo>
                    <a:pt x="260" y="113"/>
                  </a:lnTo>
                  <a:lnTo>
                    <a:pt x="262" y="117"/>
                  </a:lnTo>
                  <a:lnTo>
                    <a:pt x="262" y="123"/>
                  </a:lnTo>
                  <a:lnTo>
                    <a:pt x="259" y="123"/>
                  </a:lnTo>
                  <a:lnTo>
                    <a:pt x="259" y="127"/>
                  </a:lnTo>
                  <a:lnTo>
                    <a:pt x="262" y="127"/>
                  </a:lnTo>
                  <a:lnTo>
                    <a:pt x="267" y="129"/>
                  </a:lnTo>
                  <a:lnTo>
                    <a:pt x="273" y="130"/>
                  </a:lnTo>
                  <a:lnTo>
                    <a:pt x="278" y="130"/>
                  </a:lnTo>
                  <a:lnTo>
                    <a:pt x="285" y="130"/>
                  </a:lnTo>
                  <a:lnTo>
                    <a:pt x="288" y="127"/>
                  </a:lnTo>
                  <a:lnTo>
                    <a:pt x="290" y="125"/>
                  </a:lnTo>
                  <a:lnTo>
                    <a:pt x="290" y="125"/>
                  </a:lnTo>
                  <a:lnTo>
                    <a:pt x="292" y="125"/>
                  </a:lnTo>
                  <a:lnTo>
                    <a:pt x="294" y="125"/>
                  </a:lnTo>
                  <a:lnTo>
                    <a:pt x="297" y="127"/>
                  </a:lnTo>
                  <a:lnTo>
                    <a:pt x="299" y="129"/>
                  </a:lnTo>
                  <a:lnTo>
                    <a:pt x="299" y="130"/>
                  </a:lnTo>
                  <a:lnTo>
                    <a:pt x="299" y="132"/>
                  </a:lnTo>
                  <a:lnTo>
                    <a:pt x="301" y="134"/>
                  </a:lnTo>
                  <a:lnTo>
                    <a:pt x="301" y="137"/>
                  </a:lnTo>
                  <a:lnTo>
                    <a:pt x="299" y="141"/>
                  </a:lnTo>
                  <a:lnTo>
                    <a:pt x="299" y="143"/>
                  </a:lnTo>
                  <a:lnTo>
                    <a:pt x="299" y="143"/>
                  </a:lnTo>
                  <a:lnTo>
                    <a:pt x="299" y="144"/>
                  </a:lnTo>
                  <a:lnTo>
                    <a:pt x="299" y="146"/>
                  </a:lnTo>
                  <a:lnTo>
                    <a:pt x="297" y="150"/>
                  </a:lnTo>
                  <a:lnTo>
                    <a:pt x="287" y="155"/>
                  </a:lnTo>
                  <a:lnTo>
                    <a:pt x="274" y="155"/>
                  </a:lnTo>
                  <a:lnTo>
                    <a:pt x="260" y="155"/>
                  </a:lnTo>
                  <a:lnTo>
                    <a:pt x="246" y="158"/>
                  </a:lnTo>
                  <a:lnTo>
                    <a:pt x="236" y="165"/>
                  </a:lnTo>
                  <a:lnTo>
                    <a:pt x="224" y="174"/>
                  </a:lnTo>
                  <a:lnTo>
                    <a:pt x="213" y="183"/>
                  </a:lnTo>
                  <a:lnTo>
                    <a:pt x="198" y="188"/>
                  </a:lnTo>
                  <a:lnTo>
                    <a:pt x="196" y="185"/>
                  </a:lnTo>
                  <a:lnTo>
                    <a:pt x="194" y="181"/>
                  </a:lnTo>
                  <a:lnTo>
                    <a:pt x="194" y="178"/>
                  </a:lnTo>
                  <a:lnTo>
                    <a:pt x="192" y="172"/>
                  </a:lnTo>
                  <a:lnTo>
                    <a:pt x="198" y="169"/>
                  </a:lnTo>
                  <a:lnTo>
                    <a:pt x="203" y="165"/>
                  </a:lnTo>
                  <a:lnTo>
                    <a:pt x="206" y="160"/>
                  </a:lnTo>
                  <a:lnTo>
                    <a:pt x="210" y="155"/>
                  </a:lnTo>
                  <a:lnTo>
                    <a:pt x="212" y="150"/>
                  </a:lnTo>
                  <a:lnTo>
                    <a:pt x="192" y="150"/>
                  </a:lnTo>
                  <a:lnTo>
                    <a:pt x="180" y="155"/>
                  </a:lnTo>
                  <a:lnTo>
                    <a:pt x="166" y="157"/>
                  </a:lnTo>
                  <a:lnTo>
                    <a:pt x="150" y="155"/>
                  </a:lnTo>
                  <a:lnTo>
                    <a:pt x="140" y="150"/>
                  </a:lnTo>
                  <a:lnTo>
                    <a:pt x="135" y="150"/>
                  </a:lnTo>
                  <a:lnTo>
                    <a:pt x="135" y="146"/>
                  </a:lnTo>
                  <a:lnTo>
                    <a:pt x="140" y="144"/>
                  </a:lnTo>
                  <a:lnTo>
                    <a:pt x="144" y="143"/>
                  </a:lnTo>
                  <a:lnTo>
                    <a:pt x="145" y="141"/>
                  </a:lnTo>
                  <a:lnTo>
                    <a:pt x="149" y="139"/>
                  </a:lnTo>
                  <a:lnTo>
                    <a:pt x="150" y="134"/>
                  </a:lnTo>
                  <a:lnTo>
                    <a:pt x="147" y="134"/>
                  </a:lnTo>
                  <a:lnTo>
                    <a:pt x="147" y="130"/>
                  </a:lnTo>
                  <a:lnTo>
                    <a:pt x="152" y="130"/>
                  </a:lnTo>
                  <a:lnTo>
                    <a:pt x="156" y="129"/>
                  </a:lnTo>
                  <a:lnTo>
                    <a:pt x="159" y="129"/>
                  </a:lnTo>
                  <a:lnTo>
                    <a:pt x="163" y="127"/>
                  </a:lnTo>
                  <a:lnTo>
                    <a:pt x="161" y="125"/>
                  </a:lnTo>
                  <a:lnTo>
                    <a:pt x="159" y="123"/>
                  </a:lnTo>
                  <a:lnTo>
                    <a:pt x="157" y="122"/>
                  </a:lnTo>
                  <a:lnTo>
                    <a:pt x="157" y="120"/>
                  </a:lnTo>
                  <a:lnTo>
                    <a:pt x="156" y="118"/>
                  </a:lnTo>
                  <a:lnTo>
                    <a:pt x="154" y="115"/>
                  </a:lnTo>
                  <a:lnTo>
                    <a:pt x="157" y="115"/>
                  </a:lnTo>
                  <a:lnTo>
                    <a:pt x="159" y="113"/>
                  </a:lnTo>
                  <a:lnTo>
                    <a:pt x="159" y="113"/>
                  </a:lnTo>
                  <a:lnTo>
                    <a:pt x="161" y="113"/>
                  </a:lnTo>
                  <a:lnTo>
                    <a:pt x="163" y="111"/>
                  </a:lnTo>
                  <a:lnTo>
                    <a:pt x="182" y="117"/>
                  </a:lnTo>
                  <a:lnTo>
                    <a:pt x="198" y="123"/>
                  </a:lnTo>
                  <a:lnTo>
                    <a:pt x="212" y="130"/>
                  </a:lnTo>
                  <a:lnTo>
                    <a:pt x="227" y="136"/>
                  </a:lnTo>
                  <a:lnTo>
                    <a:pt x="246" y="137"/>
                  </a:lnTo>
                  <a:lnTo>
                    <a:pt x="243" y="129"/>
                  </a:lnTo>
                  <a:lnTo>
                    <a:pt x="240" y="122"/>
                  </a:lnTo>
                  <a:lnTo>
                    <a:pt x="238" y="117"/>
                  </a:lnTo>
                  <a:lnTo>
                    <a:pt x="236" y="104"/>
                  </a:lnTo>
                  <a:lnTo>
                    <a:pt x="240" y="103"/>
                  </a:lnTo>
                  <a:lnTo>
                    <a:pt x="243" y="101"/>
                  </a:lnTo>
                  <a:lnTo>
                    <a:pt x="248" y="101"/>
                  </a:lnTo>
                  <a:lnTo>
                    <a:pt x="255" y="101"/>
                  </a:lnTo>
                  <a:close/>
                  <a:moveTo>
                    <a:pt x="742" y="80"/>
                  </a:moveTo>
                  <a:lnTo>
                    <a:pt x="754" y="85"/>
                  </a:lnTo>
                  <a:lnTo>
                    <a:pt x="754" y="89"/>
                  </a:lnTo>
                  <a:lnTo>
                    <a:pt x="749" y="89"/>
                  </a:lnTo>
                  <a:lnTo>
                    <a:pt x="746" y="89"/>
                  </a:lnTo>
                  <a:lnTo>
                    <a:pt x="744" y="89"/>
                  </a:lnTo>
                  <a:lnTo>
                    <a:pt x="742" y="87"/>
                  </a:lnTo>
                  <a:lnTo>
                    <a:pt x="742" y="87"/>
                  </a:lnTo>
                  <a:lnTo>
                    <a:pt x="742" y="85"/>
                  </a:lnTo>
                  <a:lnTo>
                    <a:pt x="742" y="80"/>
                  </a:lnTo>
                  <a:close/>
                  <a:moveTo>
                    <a:pt x="140" y="80"/>
                  </a:moveTo>
                  <a:lnTo>
                    <a:pt x="140" y="87"/>
                  </a:lnTo>
                  <a:lnTo>
                    <a:pt x="140" y="92"/>
                  </a:lnTo>
                  <a:lnTo>
                    <a:pt x="142" y="97"/>
                  </a:lnTo>
                  <a:lnTo>
                    <a:pt x="140" y="101"/>
                  </a:lnTo>
                  <a:lnTo>
                    <a:pt x="140" y="104"/>
                  </a:lnTo>
                  <a:lnTo>
                    <a:pt x="135" y="108"/>
                  </a:lnTo>
                  <a:lnTo>
                    <a:pt x="130" y="111"/>
                  </a:lnTo>
                  <a:lnTo>
                    <a:pt x="124" y="115"/>
                  </a:lnTo>
                  <a:lnTo>
                    <a:pt x="121" y="120"/>
                  </a:lnTo>
                  <a:lnTo>
                    <a:pt x="114" y="117"/>
                  </a:lnTo>
                  <a:lnTo>
                    <a:pt x="110" y="115"/>
                  </a:lnTo>
                  <a:lnTo>
                    <a:pt x="107" y="113"/>
                  </a:lnTo>
                  <a:lnTo>
                    <a:pt x="105" y="111"/>
                  </a:lnTo>
                  <a:lnTo>
                    <a:pt x="102" y="108"/>
                  </a:lnTo>
                  <a:lnTo>
                    <a:pt x="100" y="125"/>
                  </a:lnTo>
                  <a:lnTo>
                    <a:pt x="95" y="134"/>
                  </a:lnTo>
                  <a:lnTo>
                    <a:pt x="82" y="137"/>
                  </a:lnTo>
                  <a:lnTo>
                    <a:pt x="72" y="137"/>
                  </a:lnTo>
                  <a:lnTo>
                    <a:pt x="61" y="137"/>
                  </a:lnTo>
                  <a:lnTo>
                    <a:pt x="48" y="137"/>
                  </a:lnTo>
                  <a:lnTo>
                    <a:pt x="48" y="123"/>
                  </a:lnTo>
                  <a:lnTo>
                    <a:pt x="67" y="110"/>
                  </a:lnTo>
                  <a:lnTo>
                    <a:pt x="88" y="97"/>
                  </a:lnTo>
                  <a:lnTo>
                    <a:pt x="112" y="87"/>
                  </a:lnTo>
                  <a:lnTo>
                    <a:pt x="140" y="80"/>
                  </a:lnTo>
                  <a:close/>
                  <a:moveTo>
                    <a:pt x="3671" y="80"/>
                  </a:moveTo>
                  <a:lnTo>
                    <a:pt x="3680" y="80"/>
                  </a:lnTo>
                  <a:lnTo>
                    <a:pt x="3683" y="89"/>
                  </a:lnTo>
                  <a:lnTo>
                    <a:pt x="3683" y="99"/>
                  </a:lnTo>
                  <a:lnTo>
                    <a:pt x="3683" y="111"/>
                  </a:lnTo>
                  <a:lnTo>
                    <a:pt x="3699" y="106"/>
                  </a:lnTo>
                  <a:lnTo>
                    <a:pt x="3711" y="99"/>
                  </a:lnTo>
                  <a:lnTo>
                    <a:pt x="3725" y="92"/>
                  </a:lnTo>
                  <a:lnTo>
                    <a:pt x="3725" y="146"/>
                  </a:lnTo>
                  <a:lnTo>
                    <a:pt x="3725" y="148"/>
                  </a:lnTo>
                  <a:lnTo>
                    <a:pt x="3723" y="148"/>
                  </a:lnTo>
                  <a:lnTo>
                    <a:pt x="3723" y="148"/>
                  </a:lnTo>
                  <a:lnTo>
                    <a:pt x="3723" y="148"/>
                  </a:lnTo>
                  <a:lnTo>
                    <a:pt x="3723" y="148"/>
                  </a:lnTo>
                  <a:lnTo>
                    <a:pt x="3722" y="150"/>
                  </a:lnTo>
                  <a:lnTo>
                    <a:pt x="3709" y="150"/>
                  </a:lnTo>
                  <a:lnTo>
                    <a:pt x="3692" y="151"/>
                  </a:lnTo>
                  <a:lnTo>
                    <a:pt x="3675" y="153"/>
                  </a:lnTo>
                  <a:lnTo>
                    <a:pt x="3661" y="155"/>
                  </a:lnTo>
                  <a:lnTo>
                    <a:pt x="3650" y="157"/>
                  </a:lnTo>
                  <a:lnTo>
                    <a:pt x="3645" y="158"/>
                  </a:lnTo>
                  <a:lnTo>
                    <a:pt x="3633" y="148"/>
                  </a:lnTo>
                  <a:lnTo>
                    <a:pt x="3624" y="134"/>
                  </a:lnTo>
                  <a:lnTo>
                    <a:pt x="3619" y="115"/>
                  </a:lnTo>
                  <a:lnTo>
                    <a:pt x="3620" y="110"/>
                  </a:lnTo>
                  <a:lnTo>
                    <a:pt x="3622" y="106"/>
                  </a:lnTo>
                  <a:lnTo>
                    <a:pt x="3624" y="103"/>
                  </a:lnTo>
                  <a:lnTo>
                    <a:pt x="3626" y="99"/>
                  </a:lnTo>
                  <a:lnTo>
                    <a:pt x="3627" y="96"/>
                  </a:lnTo>
                  <a:lnTo>
                    <a:pt x="3634" y="92"/>
                  </a:lnTo>
                  <a:lnTo>
                    <a:pt x="3643" y="87"/>
                  </a:lnTo>
                  <a:lnTo>
                    <a:pt x="3657" y="82"/>
                  </a:lnTo>
                  <a:lnTo>
                    <a:pt x="3671" y="80"/>
                  </a:lnTo>
                  <a:close/>
                  <a:moveTo>
                    <a:pt x="458" y="73"/>
                  </a:moveTo>
                  <a:lnTo>
                    <a:pt x="461" y="83"/>
                  </a:lnTo>
                  <a:lnTo>
                    <a:pt x="468" y="87"/>
                  </a:lnTo>
                  <a:lnTo>
                    <a:pt x="479" y="87"/>
                  </a:lnTo>
                  <a:lnTo>
                    <a:pt x="496" y="85"/>
                  </a:lnTo>
                  <a:lnTo>
                    <a:pt x="496" y="89"/>
                  </a:lnTo>
                  <a:lnTo>
                    <a:pt x="498" y="94"/>
                  </a:lnTo>
                  <a:lnTo>
                    <a:pt x="500" y="99"/>
                  </a:lnTo>
                  <a:lnTo>
                    <a:pt x="500" y="103"/>
                  </a:lnTo>
                  <a:lnTo>
                    <a:pt x="500" y="108"/>
                  </a:lnTo>
                  <a:lnTo>
                    <a:pt x="500" y="111"/>
                  </a:lnTo>
                  <a:lnTo>
                    <a:pt x="519" y="122"/>
                  </a:lnTo>
                  <a:lnTo>
                    <a:pt x="541" y="127"/>
                  </a:lnTo>
                  <a:lnTo>
                    <a:pt x="566" y="127"/>
                  </a:lnTo>
                  <a:lnTo>
                    <a:pt x="590" y="127"/>
                  </a:lnTo>
                  <a:lnTo>
                    <a:pt x="617" y="125"/>
                  </a:lnTo>
                  <a:lnTo>
                    <a:pt x="639" y="127"/>
                  </a:lnTo>
                  <a:lnTo>
                    <a:pt x="639" y="132"/>
                  </a:lnTo>
                  <a:lnTo>
                    <a:pt x="641" y="137"/>
                  </a:lnTo>
                  <a:lnTo>
                    <a:pt x="643" y="141"/>
                  </a:lnTo>
                  <a:lnTo>
                    <a:pt x="643" y="143"/>
                  </a:lnTo>
                  <a:lnTo>
                    <a:pt x="643" y="146"/>
                  </a:lnTo>
                  <a:lnTo>
                    <a:pt x="643" y="150"/>
                  </a:lnTo>
                  <a:lnTo>
                    <a:pt x="639" y="162"/>
                  </a:lnTo>
                  <a:lnTo>
                    <a:pt x="629" y="162"/>
                  </a:lnTo>
                  <a:lnTo>
                    <a:pt x="617" y="160"/>
                  </a:lnTo>
                  <a:lnTo>
                    <a:pt x="608" y="158"/>
                  </a:lnTo>
                  <a:lnTo>
                    <a:pt x="604" y="158"/>
                  </a:lnTo>
                  <a:lnTo>
                    <a:pt x="601" y="160"/>
                  </a:lnTo>
                  <a:lnTo>
                    <a:pt x="599" y="164"/>
                  </a:lnTo>
                  <a:lnTo>
                    <a:pt x="597" y="165"/>
                  </a:lnTo>
                  <a:lnTo>
                    <a:pt x="594" y="165"/>
                  </a:lnTo>
                  <a:lnTo>
                    <a:pt x="592" y="167"/>
                  </a:lnTo>
                  <a:lnTo>
                    <a:pt x="587" y="169"/>
                  </a:lnTo>
                  <a:lnTo>
                    <a:pt x="582" y="169"/>
                  </a:lnTo>
                  <a:lnTo>
                    <a:pt x="576" y="171"/>
                  </a:lnTo>
                  <a:lnTo>
                    <a:pt x="573" y="172"/>
                  </a:lnTo>
                  <a:lnTo>
                    <a:pt x="568" y="172"/>
                  </a:lnTo>
                  <a:lnTo>
                    <a:pt x="562" y="172"/>
                  </a:lnTo>
                  <a:lnTo>
                    <a:pt x="559" y="167"/>
                  </a:lnTo>
                  <a:lnTo>
                    <a:pt x="557" y="162"/>
                  </a:lnTo>
                  <a:lnTo>
                    <a:pt x="554" y="158"/>
                  </a:lnTo>
                  <a:lnTo>
                    <a:pt x="554" y="162"/>
                  </a:lnTo>
                  <a:lnTo>
                    <a:pt x="550" y="165"/>
                  </a:lnTo>
                  <a:lnTo>
                    <a:pt x="548" y="169"/>
                  </a:lnTo>
                  <a:lnTo>
                    <a:pt x="547" y="172"/>
                  </a:lnTo>
                  <a:lnTo>
                    <a:pt x="538" y="172"/>
                  </a:lnTo>
                  <a:lnTo>
                    <a:pt x="534" y="167"/>
                  </a:lnTo>
                  <a:lnTo>
                    <a:pt x="531" y="160"/>
                  </a:lnTo>
                  <a:lnTo>
                    <a:pt x="528" y="153"/>
                  </a:lnTo>
                  <a:lnTo>
                    <a:pt x="526" y="158"/>
                  </a:lnTo>
                  <a:lnTo>
                    <a:pt x="524" y="162"/>
                  </a:lnTo>
                  <a:lnTo>
                    <a:pt x="522" y="164"/>
                  </a:lnTo>
                  <a:lnTo>
                    <a:pt x="522" y="164"/>
                  </a:lnTo>
                  <a:lnTo>
                    <a:pt x="519" y="164"/>
                  </a:lnTo>
                  <a:lnTo>
                    <a:pt x="515" y="162"/>
                  </a:lnTo>
                  <a:lnTo>
                    <a:pt x="512" y="160"/>
                  </a:lnTo>
                  <a:lnTo>
                    <a:pt x="510" y="158"/>
                  </a:lnTo>
                  <a:lnTo>
                    <a:pt x="510" y="157"/>
                  </a:lnTo>
                  <a:lnTo>
                    <a:pt x="510" y="155"/>
                  </a:lnTo>
                  <a:lnTo>
                    <a:pt x="510" y="153"/>
                  </a:lnTo>
                  <a:lnTo>
                    <a:pt x="510" y="151"/>
                  </a:lnTo>
                  <a:lnTo>
                    <a:pt x="508" y="150"/>
                  </a:lnTo>
                  <a:lnTo>
                    <a:pt x="507" y="150"/>
                  </a:lnTo>
                  <a:lnTo>
                    <a:pt x="505" y="151"/>
                  </a:lnTo>
                  <a:lnTo>
                    <a:pt x="501" y="151"/>
                  </a:lnTo>
                  <a:lnTo>
                    <a:pt x="496" y="153"/>
                  </a:lnTo>
                  <a:lnTo>
                    <a:pt x="493" y="153"/>
                  </a:lnTo>
                  <a:lnTo>
                    <a:pt x="487" y="155"/>
                  </a:lnTo>
                  <a:lnTo>
                    <a:pt x="486" y="153"/>
                  </a:lnTo>
                  <a:lnTo>
                    <a:pt x="484" y="153"/>
                  </a:lnTo>
                  <a:lnTo>
                    <a:pt x="480" y="151"/>
                  </a:lnTo>
                  <a:lnTo>
                    <a:pt x="479" y="150"/>
                  </a:lnTo>
                  <a:lnTo>
                    <a:pt x="475" y="148"/>
                  </a:lnTo>
                  <a:lnTo>
                    <a:pt x="473" y="146"/>
                  </a:lnTo>
                  <a:lnTo>
                    <a:pt x="475" y="136"/>
                  </a:lnTo>
                  <a:lnTo>
                    <a:pt x="473" y="129"/>
                  </a:lnTo>
                  <a:lnTo>
                    <a:pt x="470" y="123"/>
                  </a:lnTo>
                  <a:lnTo>
                    <a:pt x="466" y="115"/>
                  </a:lnTo>
                  <a:lnTo>
                    <a:pt x="466" y="104"/>
                  </a:lnTo>
                  <a:lnTo>
                    <a:pt x="449" y="103"/>
                  </a:lnTo>
                  <a:lnTo>
                    <a:pt x="433" y="97"/>
                  </a:lnTo>
                  <a:lnTo>
                    <a:pt x="419" y="92"/>
                  </a:lnTo>
                  <a:lnTo>
                    <a:pt x="418" y="90"/>
                  </a:lnTo>
                  <a:lnTo>
                    <a:pt x="418" y="89"/>
                  </a:lnTo>
                  <a:lnTo>
                    <a:pt x="418" y="87"/>
                  </a:lnTo>
                  <a:lnTo>
                    <a:pt x="416" y="85"/>
                  </a:lnTo>
                  <a:lnTo>
                    <a:pt x="416" y="80"/>
                  </a:lnTo>
                  <a:lnTo>
                    <a:pt x="423" y="78"/>
                  </a:lnTo>
                  <a:lnTo>
                    <a:pt x="432" y="78"/>
                  </a:lnTo>
                  <a:lnTo>
                    <a:pt x="442" y="76"/>
                  </a:lnTo>
                  <a:lnTo>
                    <a:pt x="445" y="75"/>
                  </a:lnTo>
                  <a:lnTo>
                    <a:pt x="449" y="75"/>
                  </a:lnTo>
                  <a:lnTo>
                    <a:pt x="452" y="73"/>
                  </a:lnTo>
                  <a:lnTo>
                    <a:pt x="458" y="73"/>
                  </a:lnTo>
                  <a:close/>
                  <a:moveTo>
                    <a:pt x="377" y="73"/>
                  </a:moveTo>
                  <a:lnTo>
                    <a:pt x="409" y="73"/>
                  </a:lnTo>
                  <a:lnTo>
                    <a:pt x="409" y="76"/>
                  </a:lnTo>
                  <a:lnTo>
                    <a:pt x="411" y="80"/>
                  </a:lnTo>
                  <a:lnTo>
                    <a:pt x="411" y="83"/>
                  </a:lnTo>
                  <a:lnTo>
                    <a:pt x="412" y="89"/>
                  </a:lnTo>
                  <a:lnTo>
                    <a:pt x="404" y="89"/>
                  </a:lnTo>
                  <a:lnTo>
                    <a:pt x="400" y="89"/>
                  </a:lnTo>
                  <a:lnTo>
                    <a:pt x="397" y="89"/>
                  </a:lnTo>
                  <a:lnTo>
                    <a:pt x="390" y="87"/>
                  </a:lnTo>
                  <a:lnTo>
                    <a:pt x="384" y="87"/>
                  </a:lnTo>
                  <a:lnTo>
                    <a:pt x="377" y="85"/>
                  </a:lnTo>
                  <a:lnTo>
                    <a:pt x="377" y="73"/>
                  </a:lnTo>
                  <a:close/>
                  <a:moveTo>
                    <a:pt x="301" y="69"/>
                  </a:moveTo>
                  <a:lnTo>
                    <a:pt x="308" y="73"/>
                  </a:lnTo>
                  <a:lnTo>
                    <a:pt x="315" y="76"/>
                  </a:lnTo>
                  <a:lnTo>
                    <a:pt x="318" y="82"/>
                  </a:lnTo>
                  <a:lnTo>
                    <a:pt x="322" y="89"/>
                  </a:lnTo>
                  <a:lnTo>
                    <a:pt x="323" y="96"/>
                  </a:lnTo>
                  <a:lnTo>
                    <a:pt x="313" y="96"/>
                  </a:lnTo>
                  <a:lnTo>
                    <a:pt x="313" y="92"/>
                  </a:lnTo>
                  <a:lnTo>
                    <a:pt x="308" y="89"/>
                  </a:lnTo>
                  <a:lnTo>
                    <a:pt x="306" y="85"/>
                  </a:lnTo>
                  <a:lnTo>
                    <a:pt x="304" y="82"/>
                  </a:lnTo>
                  <a:lnTo>
                    <a:pt x="302" y="76"/>
                  </a:lnTo>
                  <a:lnTo>
                    <a:pt x="301" y="69"/>
                  </a:lnTo>
                  <a:close/>
                  <a:moveTo>
                    <a:pt x="489" y="61"/>
                  </a:moveTo>
                  <a:lnTo>
                    <a:pt x="505" y="61"/>
                  </a:lnTo>
                  <a:lnTo>
                    <a:pt x="505" y="69"/>
                  </a:lnTo>
                  <a:lnTo>
                    <a:pt x="489" y="69"/>
                  </a:lnTo>
                  <a:lnTo>
                    <a:pt x="489" y="61"/>
                  </a:lnTo>
                  <a:close/>
                  <a:moveTo>
                    <a:pt x="192" y="61"/>
                  </a:moveTo>
                  <a:lnTo>
                    <a:pt x="201" y="62"/>
                  </a:lnTo>
                  <a:lnTo>
                    <a:pt x="208" y="62"/>
                  </a:lnTo>
                  <a:lnTo>
                    <a:pt x="215" y="64"/>
                  </a:lnTo>
                  <a:lnTo>
                    <a:pt x="220" y="66"/>
                  </a:lnTo>
                  <a:lnTo>
                    <a:pt x="217" y="71"/>
                  </a:lnTo>
                  <a:lnTo>
                    <a:pt x="213" y="76"/>
                  </a:lnTo>
                  <a:lnTo>
                    <a:pt x="210" y="80"/>
                  </a:lnTo>
                  <a:lnTo>
                    <a:pt x="205" y="85"/>
                  </a:lnTo>
                  <a:lnTo>
                    <a:pt x="199" y="89"/>
                  </a:lnTo>
                  <a:lnTo>
                    <a:pt x="194" y="90"/>
                  </a:lnTo>
                  <a:lnTo>
                    <a:pt x="191" y="90"/>
                  </a:lnTo>
                  <a:lnTo>
                    <a:pt x="185" y="89"/>
                  </a:lnTo>
                  <a:lnTo>
                    <a:pt x="182" y="85"/>
                  </a:lnTo>
                  <a:lnTo>
                    <a:pt x="180" y="82"/>
                  </a:lnTo>
                  <a:lnTo>
                    <a:pt x="178" y="78"/>
                  </a:lnTo>
                  <a:lnTo>
                    <a:pt x="178" y="73"/>
                  </a:lnTo>
                  <a:lnTo>
                    <a:pt x="185" y="68"/>
                  </a:lnTo>
                  <a:lnTo>
                    <a:pt x="192" y="61"/>
                  </a:lnTo>
                  <a:close/>
                  <a:moveTo>
                    <a:pt x="435" y="54"/>
                  </a:moveTo>
                  <a:lnTo>
                    <a:pt x="440" y="54"/>
                  </a:lnTo>
                  <a:lnTo>
                    <a:pt x="444" y="54"/>
                  </a:lnTo>
                  <a:lnTo>
                    <a:pt x="447" y="54"/>
                  </a:lnTo>
                  <a:lnTo>
                    <a:pt x="449" y="54"/>
                  </a:lnTo>
                  <a:lnTo>
                    <a:pt x="452" y="54"/>
                  </a:lnTo>
                  <a:lnTo>
                    <a:pt x="456" y="54"/>
                  </a:lnTo>
                  <a:lnTo>
                    <a:pt x="461" y="54"/>
                  </a:lnTo>
                  <a:lnTo>
                    <a:pt x="461" y="61"/>
                  </a:lnTo>
                  <a:lnTo>
                    <a:pt x="438" y="66"/>
                  </a:lnTo>
                  <a:lnTo>
                    <a:pt x="435" y="54"/>
                  </a:lnTo>
                  <a:close/>
                  <a:moveTo>
                    <a:pt x="220" y="43"/>
                  </a:moveTo>
                  <a:lnTo>
                    <a:pt x="227" y="45"/>
                  </a:lnTo>
                  <a:lnTo>
                    <a:pt x="234" y="47"/>
                  </a:lnTo>
                  <a:lnTo>
                    <a:pt x="240" y="50"/>
                  </a:lnTo>
                  <a:lnTo>
                    <a:pt x="236" y="50"/>
                  </a:lnTo>
                  <a:lnTo>
                    <a:pt x="227" y="54"/>
                  </a:lnTo>
                  <a:lnTo>
                    <a:pt x="217" y="54"/>
                  </a:lnTo>
                  <a:lnTo>
                    <a:pt x="205" y="54"/>
                  </a:lnTo>
                  <a:lnTo>
                    <a:pt x="205" y="50"/>
                  </a:lnTo>
                  <a:lnTo>
                    <a:pt x="208" y="50"/>
                  </a:lnTo>
                  <a:lnTo>
                    <a:pt x="212" y="47"/>
                  </a:lnTo>
                  <a:lnTo>
                    <a:pt x="217" y="45"/>
                  </a:lnTo>
                  <a:lnTo>
                    <a:pt x="220" y="43"/>
                  </a:lnTo>
                  <a:close/>
                  <a:moveTo>
                    <a:pt x="2671" y="41"/>
                  </a:moveTo>
                  <a:lnTo>
                    <a:pt x="2688" y="43"/>
                  </a:lnTo>
                  <a:lnTo>
                    <a:pt x="2692" y="47"/>
                  </a:lnTo>
                  <a:lnTo>
                    <a:pt x="2694" y="50"/>
                  </a:lnTo>
                  <a:lnTo>
                    <a:pt x="2697" y="54"/>
                  </a:lnTo>
                  <a:lnTo>
                    <a:pt x="2695" y="57"/>
                  </a:lnTo>
                  <a:lnTo>
                    <a:pt x="2695" y="59"/>
                  </a:lnTo>
                  <a:lnTo>
                    <a:pt x="2695" y="59"/>
                  </a:lnTo>
                  <a:lnTo>
                    <a:pt x="2694" y="61"/>
                  </a:lnTo>
                  <a:lnTo>
                    <a:pt x="2694" y="61"/>
                  </a:lnTo>
                  <a:lnTo>
                    <a:pt x="2683" y="75"/>
                  </a:lnTo>
                  <a:lnTo>
                    <a:pt x="2669" y="85"/>
                  </a:lnTo>
                  <a:lnTo>
                    <a:pt x="2653" y="94"/>
                  </a:lnTo>
                  <a:lnTo>
                    <a:pt x="2634" y="101"/>
                  </a:lnTo>
                  <a:lnTo>
                    <a:pt x="2617" y="108"/>
                  </a:lnTo>
                  <a:lnTo>
                    <a:pt x="2601" y="115"/>
                  </a:lnTo>
                  <a:lnTo>
                    <a:pt x="2584" y="129"/>
                  </a:lnTo>
                  <a:lnTo>
                    <a:pt x="2564" y="150"/>
                  </a:lnTo>
                  <a:lnTo>
                    <a:pt x="2544" y="174"/>
                  </a:lnTo>
                  <a:lnTo>
                    <a:pt x="2524" y="202"/>
                  </a:lnTo>
                  <a:lnTo>
                    <a:pt x="2509" y="230"/>
                  </a:lnTo>
                  <a:lnTo>
                    <a:pt x="2498" y="258"/>
                  </a:lnTo>
                  <a:lnTo>
                    <a:pt x="2493" y="284"/>
                  </a:lnTo>
                  <a:lnTo>
                    <a:pt x="2495" y="293"/>
                  </a:lnTo>
                  <a:lnTo>
                    <a:pt x="2502" y="303"/>
                  </a:lnTo>
                  <a:lnTo>
                    <a:pt x="2510" y="314"/>
                  </a:lnTo>
                  <a:lnTo>
                    <a:pt x="2521" y="322"/>
                  </a:lnTo>
                  <a:lnTo>
                    <a:pt x="2521" y="326"/>
                  </a:lnTo>
                  <a:lnTo>
                    <a:pt x="2516" y="326"/>
                  </a:lnTo>
                  <a:lnTo>
                    <a:pt x="2512" y="335"/>
                  </a:lnTo>
                  <a:lnTo>
                    <a:pt x="2498" y="329"/>
                  </a:lnTo>
                  <a:lnTo>
                    <a:pt x="2482" y="326"/>
                  </a:lnTo>
                  <a:lnTo>
                    <a:pt x="2477" y="312"/>
                  </a:lnTo>
                  <a:lnTo>
                    <a:pt x="2468" y="300"/>
                  </a:lnTo>
                  <a:lnTo>
                    <a:pt x="2460" y="291"/>
                  </a:lnTo>
                  <a:lnTo>
                    <a:pt x="2451" y="282"/>
                  </a:lnTo>
                  <a:lnTo>
                    <a:pt x="2444" y="268"/>
                  </a:lnTo>
                  <a:lnTo>
                    <a:pt x="2454" y="261"/>
                  </a:lnTo>
                  <a:lnTo>
                    <a:pt x="2460" y="258"/>
                  </a:lnTo>
                  <a:lnTo>
                    <a:pt x="2460" y="253"/>
                  </a:lnTo>
                  <a:lnTo>
                    <a:pt x="2458" y="249"/>
                  </a:lnTo>
                  <a:lnTo>
                    <a:pt x="2456" y="242"/>
                  </a:lnTo>
                  <a:lnTo>
                    <a:pt x="2458" y="235"/>
                  </a:lnTo>
                  <a:lnTo>
                    <a:pt x="2463" y="226"/>
                  </a:lnTo>
                  <a:lnTo>
                    <a:pt x="2470" y="221"/>
                  </a:lnTo>
                  <a:lnTo>
                    <a:pt x="2477" y="214"/>
                  </a:lnTo>
                  <a:lnTo>
                    <a:pt x="2482" y="204"/>
                  </a:lnTo>
                  <a:lnTo>
                    <a:pt x="2479" y="202"/>
                  </a:lnTo>
                  <a:lnTo>
                    <a:pt x="2475" y="200"/>
                  </a:lnTo>
                  <a:lnTo>
                    <a:pt x="2475" y="199"/>
                  </a:lnTo>
                  <a:lnTo>
                    <a:pt x="2474" y="199"/>
                  </a:lnTo>
                  <a:lnTo>
                    <a:pt x="2474" y="197"/>
                  </a:lnTo>
                  <a:lnTo>
                    <a:pt x="2474" y="195"/>
                  </a:lnTo>
                  <a:lnTo>
                    <a:pt x="2482" y="186"/>
                  </a:lnTo>
                  <a:lnTo>
                    <a:pt x="2491" y="178"/>
                  </a:lnTo>
                  <a:lnTo>
                    <a:pt x="2496" y="165"/>
                  </a:lnTo>
                  <a:lnTo>
                    <a:pt x="2498" y="162"/>
                  </a:lnTo>
                  <a:lnTo>
                    <a:pt x="2496" y="157"/>
                  </a:lnTo>
                  <a:lnTo>
                    <a:pt x="2496" y="153"/>
                  </a:lnTo>
                  <a:lnTo>
                    <a:pt x="2495" y="151"/>
                  </a:lnTo>
                  <a:lnTo>
                    <a:pt x="2495" y="146"/>
                  </a:lnTo>
                  <a:lnTo>
                    <a:pt x="2495" y="143"/>
                  </a:lnTo>
                  <a:lnTo>
                    <a:pt x="2496" y="137"/>
                  </a:lnTo>
                  <a:lnTo>
                    <a:pt x="2510" y="122"/>
                  </a:lnTo>
                  <a:lnTo>
                    <a:pt x="2528" y="106"/>
                  </a:lnTo>
                  <a:lnTo>
                    <a:pt x="2550" y="90"/>
                  </a:lnTo>
                  <a:lnTo>
                    <a:pt x="2573" y="78"/>
                  </a:lnTo>
                  <a:lnTo>
                    <a:pt x="2592" y="69"/>
                  </a:lnTo>
                  <a:lnTo>
                    <a:pt x="2624" y="69"/>
                  </a:lnTo>
                  <a:lnTo>
                    <a:pt x="2634" y="64"/>
                  </a:lnTo>
                  <a:lnTo>
                    <a:pt x="2641" y="59"/>
                  </a:lnTo>
                  <a:lnTo>
                    <a:pt x="2646" y="52"/>
                  </a:lnTo>
                  <a:lnTo>
                    <a:pt x="2652" y="48"/>
                  </a:lnTo>
                  <a:lnTo>
                    <a:pt x="2659" y="45"/>
                  </a:lnTo>
                  <a:lnTo>
                    <a:pt x="2671" y="41"/>
                  </a:lnTo>
                  <a:close/>
                  <a:moveTo>
                    <a:pt x="400" y="15"/>
                  </a:moveTo>
                  <a:lnTo>
                    <a:pt x="416" y="15"/>
                  </a:lnTo>
                  <a:lnTo>
                    <a:pt x="421" y="22"/>
                  </a:lnTo>
                  <a:lnTo>
                    <a:pt x="428" y="29"/>
                  </a:lnTo>
                  <a:lnTo>
                    <a:pt x="435" y="34"/>
                  </a:lnTo>
                  <a:lnTo>
                    <a:pt x="432" y="38"/>
                  </a:lnTo>
                  <a:lnTo>
                    <a:pt x="430" y="40"/>
                  </a:lnTo>
                  <a:lnTo>
                    <a:pt x="428" y="41"/>
                  </a:lnTo>
                  <a:lnTo>
                    <a:pt x="426" y="45"/>
                  </a:lnTo>
                  <a:lnTo>
                    <a:pt x="425" y="48"/>
                  </a:lnTo>
                  <a:lnTo>
                    <a:pt x="423" y="54"/>
                  </a:lnTo>
                  <a:lnTo>
                    <a:pt x="418" y="54"/>
                  </a:lnTo>
                  <a:lnTo>
                    <a:pt x="411" y="54"/>
                  </a:lnTo>
                  <a:lnTo>
                    <a:pt x="407" y="52"/>
                  </a:lnTo>
                  <a:lnTo>
                    <a:pt x="402" y="52"/>
                  </a:lnTo>
                  <a:lnTo>
                    <a:pt x="397" y="50"/>
                  </a:lnTo>
                  <a:lnTo>
                    <a:pt x="397" y="43"/>
                  </a:lnTo>
                  <a:lnTo>
                    <a:pt x="398" y="38"/>
                  </a:lnTo>
                  <a:lnTo>
                    <a:pt x="400" y="31"/>
                  </a:lnTo>
                  <a:lnTo>
                    <a:pt x="400" y="24"/>
                  </a:lnTo>
                  <a:lnTo>
                    <a:pt x="400" y="15"/>
                  </a:lnTo>
                  <a:close/>
                  <a:moveTo>
                    <a:pt x="3165" y="0"/>
                  </a:moveTo>
                  <a:lnTo>
                    <a:pt x="3184" y="0"/>
                  </a:lnTo>
                  <a:lnTo>
                    <a:pt x="3188" y="5"/>
                  </a:lnTo>
                  <a:lnTo>
                    <a:pt x="3189" y="7"/>
                  </a:lnTo>
                  <a:lnTo>
                    <a:pt x="3191" y="10"/>
                  </a:lnTo>
                  <a:lnTo>
                    <a:pt x="3195" y="14"/>
                  </a:lnTo>
                  <a:lnTo>
                    <a:pt x="3196" y="19"/>
                  </a:lnTo>
                  <a:lnTo>
                    <a:pt x="3191" y="21"/>
                  </a:lnTo>
                  <a:lnTo>
                    <a:pt x="3189" y="22"/>
                  </a:lnTo>
                  <a:lnTo>
                    <a:pt x="3186" y="24"/>
                  </a:lnTo>
                  <a:lnTo>
                    <a:pt x="3184" y="27"/>
                  </a:lnTo>
                  <a:lnTo>
                    <a:pt x="3182" y="29"/>
                  </a:lnTo>
                  <a:lnTo>
                    <a:pt x="3181" y="34"/>
                  </a:lnTo>
                  <a:lnTo>
                    <a:pt x="3195" y="38"/>
                  </a:lnTo>
                  <a:lnTo>
                    <a:pt x="3202" y="41"/>
                  </a:lnTo>
                  <a:lnTo>
                    <a:pt x="3209" y="48"/>
                  </a:lnTo>
                  <a:lnTo>
                    <a:pt x="3216" y="57"/>
                  </a:lnTo>
                  <a:lnTo>
                    <a:pt x="3228" y="52"/>
                  </a:lnTo>
                  <a:lnTo>
                    <a:pt x="3240" y="50"/>
                  </a:lnTo>
                  <a:lnTo>
                    <a:pt x="3254" y="48"/>
                  </a:lnTo>
                  <a:lnTo>
                    <a:pt x="3270" y="43"/>
                  </a:lnTo>
                  <a:lnTo>
                    <a:pt x="3271" y="41"/>
                  </a:lnTo>
                  <a:lnTo>
                    <a:pt x="3271" y="41"/>
                  </a:lnTo>
                  <a:lnTo>
                    <a:pt x="3273" y="43"/>
                  </a:lnTo>
                  <a:lnTo>
                    <a:pt x="3273" y="45"/>
                  </a:lnTo>
                  <a:lnTo>
                    <a:pt x="3273" y="47"/>
                  </a:lnTo>
                  <a:lnTo>
                    <a:pt x="3287" y="54"/>
                  </a:lnTo>
                  <a:lnTo>
                    <a:pt x="3298" y="62"/>
                  </a:lnTo>
                  <a:lnTo>
                    <a:pt x="3306" y="73"/>
                  </a:lnTo>
                  <a:lnTo>
                    <a:pt x="3315" y="85"/>
                  </a:lnTo>
                  <a:lnTo>
                    <a:pt x="3315" y="108"/>
                  </a:lnTo>
                  <a:lnTo>
                    <a:pt x="3303" y="117"/>
                  </a:lnTo>
                  <a:lnTo>
                    <a:pt x="3298" y="125"/>
                  </a:lnTo>
                  <a:lnTo>
                    <a:pt x="3294" y="134"/>
                  </a:lnTo>
                  <a:lnTo>
                    <a:pt x="3289" y="143"/>
                  </a:lnTo>
                  <a:lnTo>
                    <a:pt x="3275" y="151"/>
                  </a:lnTo>
                  <a:lnTo>
                    <a:pt x="3259" y="160"/>
                  </a:lnTo>
                  <a:lnTo>
                    <a:pt x="3243" y="171"/>
                  </a:lnTo>
                  <a:lnTo>
                    <a:pt x="3231" y="185"/>
                  </a:lnTo>
                  <a:lnTo>
                    <a:pt x="3235" y="185"/>
                  </a:lnTo>
                  <a:lnTo>
                    <a:pt x="3247" y="178"/>
                  </a:lnTo>
                  <a:lnTo>
                    <a:pt x="3261" y="176"/>
                  </a:lnTo>
                  <a:lnTo>
                    <a:pt x="3277" y="178"/>
                  </a:lnTo>
                  <a:lnTo>
                    <a:pt x="3277" y="181"/>
                  </a:lnTo>
                  <a:lnTo>
                    <a:pt x="3275" y="185"/>
                  </a:lnTo>
                  <a:lnTo>
                    <a:pt x="3275" y="186"/>
                  </a:lnTo>
                  <a:lnTo>
                    <a:pt x="3275" y="188"/>
                  </a:lnTo>
                  <a:lnTo>
                    <a:pt x="3275" y="188"/>
                  </a:lnTo>
                  <a:lnTo>
                    <a:pt x="3275" y="190"/>
                  </a:lnTo>
                  <a:lnTo>
                    <a:pt x="3277" y="190"/>
                  </a:lnTo>
                  <a:lnTo>
                    <a:pt x="3280" y="192"/>
                  </a:lnTo>
                  <a:lnTo>
                    <a:pt x="3285" y="186"/>
                  </a:lnTo>
                  <a:lnTo>
                    <a:pt x="3292" y="181"/>
                  </a:lnTo>
                  <a:lnTo>
                    <a:pt x="3299" y="176"/>
                  </a:lnTo>
                  <a:lnTo>
                    <a:pt x="3308" y="172"/>
                  </a:lnTo>
                  <a:lnTo>
                    <a:pt x="3308" y="178"/>
                  </a:lnTo>
                  <a:lnTo>
                    <a:pt x="3305" y="183"/>
                  </a:lnTo>
                  <a:lnTo>
                    <a:pt x="3303" y="188"/>
                  </a:lnTo>
                  <a:lnTo>
                    <a:pt x="3301" y="195"/>
                  </a:lnTo>
                  <a:lnTo>
                    <a:pt x="3299" y="204"/>
                  </a:lnTo>
                  <a:lnTo>
                    <a:pt x="3301" y="206"/>
                  </a:lnTo>
                  <a:lnTo>
                    <a:pt x="3301" y="206"/>
                  </a:lnTo>
                  <a:lnTo>
                    <a:pt x="3301" y="206"/>
                  </a:lnTo>
                  <a:lnTo>
                    <a:pt x="3301" y="206"/>
                  </a:lnTo>
                  <a:lnTo>
                    <a:pt x="3303" y="206"/>
                  </a:lnTo>
                  <a:lnTo>
                    <a:pt x="3303" y="207"/>
                  </a:lnTo>
                  <a:lnTo>
                    <a:pt x="3312" y="207"/>
                  </a:lnTo>
                  <a:lnTo>
                    <a:pt x="3312" y="195"/>
                  </a:lnTo>
                  <a:lnTo>
                    <a:pt x="3329" y="193"/>
                  </a:lnTo>
                  <a:lnTo>
                    <a:pt x="3345" y="193"/>
                  </a:lnTo>
                  <a:lnTo>
                    <a:pt x="3357" y="195"/>
                  </a:lnTo>
                  <a:lnTo>
                    <a:pt x="3369" y="204"/>
                  </a:lnTo>
                  <a:lnTo>
                    <a:pt x="3369" y="206"/>
                  </a:lnTo>
                  <a:lnTo>
                    <a:pt x="3369" y="211"/>
                  </a:lnTo>
                  <a:lnTo>
                    <a:pt x="3371" y="216"/>
                  </a:lnTo>
                  <a:lnTo>
                    <a:pt x="3371" y="221"/>
                  </a:lnTo>
                  <a:lnTo>
                    <a:pt x="3373" y="226"/>
                  </a:lnTo>
                  <a:lnTo>
                    <a:pt x="3423" y="230"/>
                  </a:lnTo>
                  <a:lnTo>
                    <a:pt x="3427" y="219"/>
                  </a:lnTo>
                  <a:lnTo>
                    <a:pt x="3427" y="216"/>
                  </a:lnTo>
                  <a:lnTo>
                    <a:pt x="3427" y="214"/>
                  </a:lnTo>
                  <a:lnTo>
                    <a:pt x="3427" y="211"/>
                  </a:lnTo>
                  <a:lnTo>
                    <a:pt x="3427" y="206"/>
                  </a:lnTo>
                  <a:lnTo>
                    <a:pt x="3427" y="200"/>
                  </a:lnTo>
                  <a:lnTo>
                    <a:pt x="3430" y="199"/>
                  </a:lnTo>
                  <a:lnTo>
                    <a:pt x="3430" y="199"/>
                  </a:lnTo>
                  <a:lnTo>
                    <a:pt x="3432" y="199"/>
                  </a:lnTo>
                  <a:lnTo>
                    <a:pt x="3432" y="197"/>
                  </a:lnTo>
                  <a:lnTo>
                    <a:pt x="3434" y="195"/>
                  </a:lnTo>
                  <a:lnTo>
                    <a:pt x="3444" y="200"/>
                  </a:lnTo>
                  <a:lnTo>
                    <a:pt x="3455" y="206"/>
                  </a:lnTo>
                  <a:lnTo>
                    <a:pt x="3465" y="211"/>
                  </a:lnTo>
                  <a:lnTo>
                    <a:pt x="3476" y="202"/>
                  </a:lnTo>
                  <a:lnTo>
                    <a:pt x="3488" y="197"/>
                  </a:lnTo>
                  <a:lnTo>
                    <a:pt x="3507" y="195"/>
                  </a:lnTo>
                  <a:lnTo>
                    <a:pt x="3507" y="200"/>
                  </a:lnTo>
                  <a:lnTo>
                    <a:pt x="3510" y="200"/>
                  </a:lnTo>
                  <a:lnTo>
                    <a:pt x="3519" y="235"/>
                  </a:lnTo>
                  <a:lnTo>
                    <a:pt x="3507" y="247"/>
                  </a:lnTo>
                  <a:lnTo>
                    <a:pt x="3500" y="265"/>
                  </a:lnTo>
                  <a:lnTo>
                    <a:pt x="3502" y="268"/>
                  </a:lnTo>
                  <a:lnTo>
                    <a:pt x="3504" y="272"/>
                  </a:lnTo>
                  <a:lnTo>
                    <a:pt x="3504" y="275"/>
                  </a:lnTo>
                  <a:lnTo>
                    <a:pt x="3505" y="279"/>
                  </a:lnTo>
                  <a:lnTo>
                    <a:pt x="3507" y="284"/>
                  </a:lnTo>
                  <a:lnTo>
                    <a:pt x="3516" y="293"/>
                  </a:lnTo>
                  <a:lnTo>
                    <a:pt x="3528" y="300"/>
                  </a:lnTo>
                  <a:lnTo>
                    <a:pt x="3538" y="307"/>
                  </a:lnTo>
                  <a:lnTo>
                    <a:pt x="3538" y="307"/>
                  </a:lnTo>
                  <a:lnTo>
                    <a:pt x="3540" y="305"/>
                  </a:lnTo>
                  <a:lnTo>
                    <a:pt x="3540" y="305"/>
                  </a:lnTo>
                  <a:lnTo>
                    <a:pt x="3540" y="305"/>
                  </a:lnTo>
                  <a:lnTo>
                    <a:pt x="3540" y="305"/>
                  </a:lnTo>
                  <a:lnTo>
                    <a:pt x="3542" y="303"/>
                  </a:lnTo>
                  <a:lnTo>
                    <a:pt x="3547" y="295"/>
                  </a:lnTo>
                  <a:lnTo>
                    <a:pt x="3551" y="284"/>
                  </a:lnTo>
                  <a:lnTo>
                    <a:pt x="3554" y="274"/>
                  </a:lnTo>
                  <a:lnTo>
                    <a:pt x="3561" y="265"/>
                  </a:lnTo>
                  <a:lnTo>
                    <a:pt x="3561" y="274"/>
                  </a:lnTo>
                  <a:lnTo>
                    <a:pt x="3563" y="281"/>
                  </a:lnTo>
                  <a:lnTo>
                    <a:pt x="3566" y="286"/>
                  </a:lnTo>
                  <a:lnTo>
                    <a:pt x="3572" y="289"/>
                  </a:lnTo>
                  <a:lnTo>
                    <a:pt x="3579" y="291"/>
                  </a:lnTo>
                  <a:lnTo>
                    <a:pt x="3587" y="293"/>
                  </a:lnTo>
                  <a:lnTo>
                    <a:pt x="3600" y="272"/>
                  </a:lnTo>
                  <a:lnTo>
                    <a:pt x="3605" y="277"/>
                  </a:lnTo>
                  <a:lnTo>
                    <a:pt x="3610" y="281"/>
                  </a:lnTo>
                  <a:lnTo>
                    <a:pt x="3613" y="286"/>
                  </a:lnTo>
                  <a:lnTo>
                    <a:pt x="3619" y="289"/>
                  </a:lnTo>
                  <a:lnTo>
                    <a:pt x="3626" y="293"/>
                  </a:lnTo>
                  <a:lnTo>
                    <a:pt x="3629" y="289"/>
                  </a:lnTo>
                  <a:lnTo>
                    <a:pt x="3633" y="286"/>
                  </a:lnTo>
                  <a:lnTo>
                    <a:pt x="3636" y="286"/>
                  </a:lnTo>
                  <a:lnTo>
                    <a:pt x="3638" y="286"/>
                  </a:lnTo>
                  <a:lnTo>
                    <a:pt x="3643" y="286"/>
                  </a:lnTo>
                  <a:lnTo>
                    <a:pt x="3647" y="288"/>
                  </a:lnTo>
                  <a:lnTo>
                    <a:pt x="3654" y="288"/>
                  </a:lnTo>
                  <a:lnTo>
                    <a:pt x="3652" y="270"/>
                  </a:lnTo>
                  <a:lnTo>
                    <a:pt x="3648" y="258"/>
                  </a:lnTo>
                  <a:lnTo>
                    <a:pt x="3645" y="242"/>
                  </a:lnTo>
                  <a:lnTo>
                    <a:pt x="3657" y="239"/>
                  </a:lnTo>
                  <a:lnTo>
                    <a:pt x="3668" y="235"/>
                  </a:lnTo>
                  <a:lnTo>
                    <a:pt x="3685" y="235"/>
                  </a:lnTo>
                  <a:lnTo>
                    <a:pt x="3704" y="237"/>
                  </a:lnTo>
                  <a:lnTo>
                    <a:pt x="3723" y="242"/>
                  </a:lnTo>
                  <a:lnTo>
                    <a:pt x="3741" y="247"/>
                  </a:lnTo>
                  <a:lnTo>
                    <a:pt x="3757" y="253"/>
                  </a:lnTo>
                  <a:lnTo>
                    <a:pt x="3764" y="258"/>
                  </a:lnTo>
                  <a:lnTo>
                    <a:pt x="3767" y="261"/>
                  </a:lnTo>
                  <a:lnTo>
                    <a:pt x="3769" y="267"/>
                  </a:lnTo>
                  <a:lnTo>
                    <a:pt x="3769" y="270"/>
                  </a:lnTo>
                  <a:lnTo>
                    <a:pt x="3771" y="272"/>
                  </a:lnTo>
                  <a:lnTo>
                    <a:pt x="3771" y="275"/>
                  </a:lnTo>
                  <a:lnTo>
                    <a:pt x="3774" y="277"/>
                  </a:lnTo>
                  <a:lnTo>
                    <a:pt x="3778" y="279"/>
                  </a:lnTo>
                  <a:lnTo>
                    <a:pt x="3783" y="281"/>
                  </a:lnTo>
                  <a:lnTo>
                    <a:pt x="3793" y="277"/>
                  </a:lnTo>
                  <a:lnTo>
                    <a:pt x="3805" y="277"/>
                  </a:lnTo>
                  <a:lnTo>
                    <a:pt x="3818" y="277"/>
                  </a:lnTo>
                  <a:lnTo>
                    <a:pt x="3823" y="288"/>
                  </a:lnTo>
                  <a:lnTo>
                    <a:pt x="3830" y="298"/>
                  </a:lnTo>
                  <a:lnTo>
                    <a:pt x="3840" y="307"/>
                  </a:lnTo>
                  <a:lnTo>
                    <a:pt x="3853" y="312"/>
                  </a:lnTo>
                  <a:lnTo>
                    <a:pt x="3865" y="307"/>
                  </a:lnTo>
                  <a:lnTo>
                    <a:pt x="3882" y="307"/>
                  </a:lnTo>
                  <a:lnTo>
                    <a:pt x="3898" y="309"/>
                  </a:lnTo>
                  <a:lnTo>
                    <a:pt x="3914" y="312"/>
                  </a:lnTo>
                  <a:lnTo>
                    <a:pt x="3926" y="315"/>
                  </a:lnTo>
                  <a:lnTo>
                    <a:pt x="3931" y="331"/>
                  </a:lnTo>
                  <a:lnTo>
                    <a:pt x="3933" y="345"/>
                  </a:lnTo>
                  <a:lnTo>
                    <a:pt x="3936" y="357"/>
                  </a:lnTo>
                  <a:lnTo>
                    <a:pt x="3940" y="359"/>
                  </a:lnTo>
                  <a:lnTo>
                    <a:pt x="3942" y="363"/>
                  </a:lnTo>
                  <a:lnTo>
                    <a:pt x="3945" y="364"/>
                  </a:lnTo>
                  <a:lnTo>
                    <a:pt x="3978" y="361"/>
                  </a:lnTo>
                  <a:lnTo>
                    <a:pt x="4011" y="361"/>
                  </a:lnTo>
                  <a:lnTo>
                    <a:pt x="4045" y="361"/>
                  </a:lnTo>
                  <a:lnTo>
                    <a:pt x="4048" y="368"/>
                  </a:lnTo>
                  <a:lnTo>
                    <a:pt x="4053" y="373"/>
                  </a:lnTo>
                  <a:lnTo>
                    <a:pt x="4059" y="380"/>
                  </a:lnTo>
                  <a:lnTo>
                    <a:pt x="4064" y="384"/>
                  </a:lnTo>
                  <a:lnTo>
                    <a:pt x="4071" y="389"/>
                  </a:lnTo>
                  <a:lnTo>
                    <a:pt x="4071" y="384"/>
                  </a:lnTo>
                  <a:lnTo>
                    <a:pt x="4073" y="382"/>
                  </a:lnTo>
                  <a:lnTo>
                    <a:pt x="4074" y="378"/>
                  </a:lnTo>
                  <a:lnTo>
                    <a:pt x="4074" y="375"/>
                  </a:lnTo>
                  <a:lnTo>
                    <a:pt x="4076" y="370"/>
                  </a:lnTo>
                  <a:lnTo>
                    <a:pt x="4073" y="364"/>
                  </a:lnTo>
                  <a:lnTo>
                    <a:pt x="4071" y="361"/>
                  </a:lnTo>
                  <a:lnTo>
                    <a:pt x="4069" y="359"/>
                  </a:lnTo>
                  <a:lnTo>
                    <a:pt x="4069" y="356"/>
                  </a:lnTo>
                  <a:lnTo>
                    <a:pt x="4071" y="352"/>
                  </a:lnTo>
                  <a:lnTo>
                    <a:pt x="4071" y="347"/>
                  </a:lnTo>
                  <a:lnTo>
                    <a:pt x="4071" y="342"/>
                  </a:lnTo>
                  <a:lnTo>
                    <a:pt x="4088" y="345"/>
                  </a:lnTo>
                  <a:lnTo>
                    <a:pt x="4100" y="352"/>
                  </a:lnTo>
                  <a:lnTo>
                    <a:pt x="4114" y="357"/>
                  </a:lnTo>
                  <a:lnTo>
                    <a:pt x="4120" y="357"/>
                  </a:lnTo>
                  <a:lnTo>
                    <a:pt x="4125" y="357"/>
                  </a:lnTo>
                  <a:lnTo>
                    <a:pt x="4130" y="356"/>
                  </a:lnTo>
                  <a:lnTo>
                    <a:pt x="4134" y="352"/>
                  </a:lnTo>
                  <a:lnTo>
                    <a:pt x="4137" y="350"/>
                  </a:lnTo>
                  <a:lnTo>
                    <a:pt x="4141" y="349"/>
                  </a:lnTo>
                  <a:lnTo>
                    <a:pt x="4198" y="373"/>
                  </a:lnTo>
                  <a:lnTo>
                    <a:pt x="4230" y="406"/>
                  </a:lnTo>
                  <a:lnTo>
                    <a:pt x="4235" y="410"/>
                  </a:lnTo>
                  <a:lnTo>
                    <a:pt x="4240" y="410"/>
                  </a:lnTo>
                  <a:lnTo>
                    <a:pt x="4245" y="411"/>
                  </a:lnTo>
                  <a:lnTo>
                    <a:pt x="4251" y="411"/>
                  </a:lnTo>
                  <a:lnTo>
                    <a:pt x="4256" y="415"/>
                  </a:lnTo>
                  <a:lnTo>
                    <a:pt x="4266" y="424"/>
                  </a:lnTo>
                  <a:lnTo>
                    <a:pt x="4273" y="434"/>
                  </a:lnTo>
                  <a:lnTo>
                    <a:pt x="4280" y="443"/>
                  </a:lnTo>
                  <a:lnTo>
                    <a:pt x="4289" y="450"/>
                  </a:lnTo>
                  <a:lnTo>
                    <a:pt x="4306" y="453"/>
                  </a:lnTo>
                  <a:lnTo>
                    <a:pt x="4308" y="452"/>
                  </a:lnTo>
                  <a:lnTo>
                    <a:pt x="4310" y="452"/>
                  </a:lnTo>
                  <a:lnTo>
                    <a:pt x="4312" y="450"/>
                  </a:lnTo>
                  <a:lnTo>
                    <a:pt x="4313" y="450"/>
                  </a:lnTo>
                  <a:lnTo>
                    <a:pt x="4317" y="450"/>
                  </a:lnTo>
                  <a:lnTo>
                    <a:pt x="4327" y="462"/>
                  </a:lnTo>
                  <a:lnTo>
                    <a:pt x="4338" y="474"/>
                  </a:lnTo>
                  <a:lnTo>
                    <a:pt x="4347" y="487"/>
                  </a:lnTo>
                  <a:lnTo>
                    <a:pt x="4352" y="504"/>
                  </a:lnTo>
                  <a:lnTo>
                    <a:pt x="4317" y="504"/>
                  </a:lnTo>
                  <a:lnTo>
                    <a:pt x="4315" y="507"/>
                  </a:lnTo>
                  <a:lnTo>
                    <a:pt x="4312" y="511"/>
                  </a:lnTo>
                  <a:lnTo>
                    <a:pt x="4310" y="513"/>
                  </a:lnTo>
                  <a:lnTo>
                    <a:pt x="4308" y="518"/>
                  </a:lnTo>
                  <a:lnTo>
                    <a:pt x="4306" y="523"/>
                  </a:lnTo>
                  <a:lnTo>
                    <a:pt x="4310" y="525"/>
                  </a:lnTo>
                  <a:lnTo>
                    <a:pt x="4312" y="527"/>
                  </a:lnTo>
                  <a:lnTo>
                    <a:pt x="4313" y="528"/>
                  </a:lnTo>
                  <a:lnTo>
                    <a:pt x="4315" y="532"/>
                  </a:lnTo>
                  <a:lnTo>
                    <a:pt x="4315" y="534"/>
                  </a:lnTo>
                  <a:lnTo>
                    <a:pt x="4313" y="537"/>
                  </a:lnTo>
                  <a:lnTo>
                    <a:pt x="4310" y="542"/>
                  </a:lnTo>
                  <a:lnTo>
                    <a:pt x="4308" y="544"/>
                  </a:lnTo>
                  <a:lnTo>
                    <a:pt x="4305" y="546"/>
                  </a:lnTo>
                  <a:lnTo>
                    <a:pt x="4301" y="546"/>
                  </a:lnTo>
                  <a:lnTo>
                    <a:pt x="4298" y="546"/>
                  </a:lnTo>
                  <a:lnTo>
                    <a:pt x="4291" y="546"/>
                  </a:lnTo>
                  <a:lnTo>
                    <a:pt x="4284" y="535"/>
                  </a:lnTo>
                  <a:lnTo>
                    <a:pt x="4273" y="530"/>
                  </a:lnTo>
                  <a:lnTo>
                    <a:pt x="4259" y="527"/>
                  </a:lnTo>
                  <a:lnTo>
                    <a:pt x="4259" y="514"/>
                  </a:lnTo>
                  <a:lnTo>
                    <a:pt x="4256" y="513"/>
                  </a:lnTo>
                  <a:lnTo>
                    <a:pt x="4252" y="511"/>
                  </a:lnTo>
                  <a:lnTo>
                    <a:pt x="4251" y="509"/>
                  </a:lnTo>
                  <a:lnTo>
                    <a:pt x="4247" y="507"/>
                  </a:lnTo>
                  <a:lnTo>
                    <a:pt x="4240" y="507"/>
                  </a:lnTo>
                  <a:lnTo>
                    <a:pt x="4238" y="507"/>
                  </a:lnTo>
                  <a:lnTo>
                    <a:pt x="4237" y="509"/>
                  </a:lnTo>
                  <a:lnTo>
                    <a:pt x="4235" y="509"/>
                  </a:lnTo>
                  <a:lnTo>
                    <a:pt x="4233" y="509"/>
                  </a:lnTo>
                  <a:lnTo>
                    <a:pt x="4230" y="511"/>
                  </a:lnTo>
                  <a:lnTo>
                    <a:pt x="4226" y="504"/>
                  </a:lnTo>
                  <a:lnTo>
                    <a:pt x="4221" y="497"/>
                  </a:lnTo>
                  <a:lnTo>
                    <a:pt x="4217" y="492"/>
                  </a:lnTo>
                  <a:lnTo>
                    <a:pt x="4217" y="504"/>
                  </a:lnTo>
                  <a:lnTo>
                    <a:pt x="4214" y="518"/>
                  </a:lnTo>
                  <a:lnTo>
                    <a:pt x="4210" y="530"/>
                  </a:lnTo>
                  <a:lnTo>
                    <a:pt x="4202" y="537"/>
                  </a:lnTo>
                  <a:lnTo>
                    <a:pt x="4198" y="539"/>
                  </a:lnTo>
                  <a:lnTo>
                    <a:pt x="4195" y="539"/>
                  </a:lnTo>
                  <a:lnTo>
                    <a:pt x="4193" y="539"/>
                  </a:lnTo>
                  <a:lnTo>
                    <a:pt x="4191" y="539"/>
                  </a:lnTo>
                  <a:lnTo>
                    <a:pt x="4189" y="537"/>
                  </a:lnTo>
                  <a:lnTo>
                    <a:pt x="4188" y="537"/>
                  </a:lnTo>
                  <a:lnTo>
                    <a:pt x="4186" y="537"/>
                  </a:lnTo>
                  <a:lnTo>
                    <a:pt x="4184" y="539"/>
                  </a:lnTo>
                  <a:lnTo>
                    <a:pt x="4182" y="541"/>
                  </a:lnTo>
                  <a:lnTo>
                    <a:pt x="4179" y="546"/>
                  </a:lnTo>
                  <a:lnTo>
                    <a:pt x="4189" y="558"/>
                  </a:lnTo>
                  <a:lnTo>
                    <a:pt x="4200" y="579"/>
                  </a:lnTo>
                  <a:lnTo>
                    <a:pt x="4205" y="603"/>
                  </a:lnTo>
                  <a:lnTo>
                    <a:pt x="4202" y="603"/>
                  </a:lnTo>
                  <a:lnTo>
                    <a:pt x="4200" y="605"/>
                  </a:lnTo>
                  <a:lnTo>
                    <a:pt x="4196" y="605"/>
                  </a:lnTo>
                  <a:lnTo>
                    <a:pt x="4191" y="607"/>
                  </a:lnTo>
                  <a:lnTo>
                    <a:pt x="4184" y="602"/>
                  </a:lnTo>
                  <a:lnTo>
                    <a:pt x="4179" y="598"/>
                  </a:lnTo>
                  <a:lnTo>
                    <a:pt x="4172" y="597"/>
                  </a:lnTo>
                  <a:lnTo>
                    <a:pt x="4163" y="595"/>
                  </a:lnTo>
                  <a:lnTo>
                    <a:pt x="4158" y="609"/>
                  </a:lnTo>
                  <a:lnTo>
                    <a:pt x="4148" y="616"/>
                  </a:lnTo>
                  <a:lnTo>
                    <a:pt x="4135" y="621"/>
                  </a:lnTo>
                  <a:lnTo>
                    <a:pt x="4121" y="626"/>
                  </a:lnTo>
                  <a:lnTo>
                    <a:pt x="4120" y="640"/>
                  </a:lnTo>
                  <a:lnTo>
                    <a:pt x="4116" y="651"/>
                  </a:lnTo>
                  <a:lnTo>
                    <a:pt x="4109" y="661"/>
                  </a:lnTo>
                  <a:lnTo>
                    <a:pt x="4095" y="663"/>
                  </a:lnTo>
                  <a:lnTo>
                    <a:pt x="4085" y="666"/>
                  </a:lnTo>
                  <a:lnTo>
                    <a:pt x="4078" y="670"/>
                  </a:lnTo>
                  <a:lnTo>
                    <a:pt x="4071" y="672"/>
                  </a:lnTo>
                  <a:lnTo>
                    <a:pt x="4066" y="668"/>
                  </a:lnTo>
                  <a:lnTo>
                    <a:pt x="4060" y="663"/>
                  </a:lnTo>
                  <a:lnTo>
                    <a:pt x="4057" y="658"/>
                  </a:lnTo>
                  <a:lnTo>
                    <a:pt x="4050" y="659"/>
                  </a:lnTo>
                  <a:lnTo>
                    <a:pt x="4041" y="661"/>
                  </a:lnTo>
                  <a:lnTo>
                    <a:pt x="4034" y="665"/>
                  </a:lnTo>
                  <a:lnTo>
                    <a:pt x="4029" y="668"/>
                  </a:lnTo>
                  <a:lnTo>
                    <a:pt x="4029" y="675"/>
                  </a:lnTo>
                  <a:lnTo>
                    <a:pt x="4024" y="677"/>
                  </a:lnTo>
                  <a:lnTo>
                    <a:pt x="4015" y="677"/>
                  </a:lnTo>
                  <a:lnTo>
                    <a:pt x="4003" y="677"/>
                  </a:lnTo>
                  <a:lnTo>
                    <a:pt x="3992" y="679"/>
                  </a:lnTo>
                  <a:lnTo>
                    <a:pt x="3987" y="680"/>
                  </a:lnTo>
                  <a:lnTo>
                    <a:pt x="3978" y="701"/>
                  </a:lnTo>
                  <a:lnTo>
                    <a:pt x="3977" y="724"/>
                  </a:lnTo>
                  <a:lnTo>
                    <a:pt x="3977" y="750"/>
                  </a:lnTo>
                  <a:lnTo>
                    <a:pt x="3980" y="773"/>
                  </a:lnTo>
                  <a:lnTo>
                    <a:pt x="3975" y="773"/>
                  </a:lnTo>
                  <a:lnTo>
                    <a:pt x="3973" y="773"/>
                  </a:lnTo>
                  <a:lnTo>
                    <a:pt x="3971" y="773"/>
                  </a:lnTo>
                  <a:lnTo>
                    <a:pt x="3970" y="775"/>
                  </a:lnTo>
                  <a:lnTo>
                    <a:pt x="3968" y="776"/>
                  </a:lnTo>
                  <a:lnTo>
                    <a:pt x="3966" y="782"/>
                  </a:lnTo>
                  <a:lnTo>
                    <a:pt x="3964" y="787"/>
                  </a:lnTo>
                  <a:lnTo>
                    <a:pt x="3964" y="794"/>
                  </a:lnTo>
                  <a:lnTo>
                    <a:pt x="3964" y="802"/>
                  </a:lnTo>
                  <a:lnTo>
                    <a:pt x="3952" y="802"/>
                  </a:lnTo>
                  <a:lnTo>
                    <a:pt x="3945" y="813"/>
                  </a:lnTo>
                  <a:lnTo>
                    <a:pt x="3940" y="820"/>
                  </a:lnTo>
                  <a:lnTo>
                    <a:pt x="3938" y="827"/>
                  </a:lnTo>
                  <a:lnTo>
                    <a:pt x="3936" y="841"/>
                  </a:lnTo>
                  <a:lnTo>
                    <a:pt x="3933" y="841"/>
                  </a:lnTo>
                  <a:lnTo>
                    <a:pt x="3929" y="841"/>
                  </a:lnTo>
                  <a:lnTo>
                    <a:pt x="3928" y="841"/>
                  </a:lnTo>
                  <a:lnTo>
                    <a:pt x="3928" y="841"/>
                  </a:lnTo>
                  <a:lnTo>
                    <a:pt x="3926" y="841"/>
                  </a:lnTo>
                  <a:lnTo>
                    <a:pt x="3922" y="841"/>
                  </a:lnTo>
                  <a:lnTo>
                    <a:pt x="3915" y="855"/>
                  </a:lnTo>
                  <a:lnTo>
                    <a:pt x="3910" y="872"/>
                  </a:lnTo>
                  <a:lnTo>
                    <a:pt x="3898" y="872"/>
                  </a:lnTo>
                  <a:lnTo>
                    <a:pt x="3894" y="891"/>
                  </a:lnTo>
                  <a:lnTo>
                    <a:pt x="3888" y="891"/>
                  </a:lnTo>
                  <a:lnTo>
                    <a:pt x="3888" y="886"/>
                  </a:lnTo>
                  <a:lnTo>
                    <a:pt x="3874" y="867"/>
                  </a:lnTo>
                  <a:lnTo>
                    <a:pt x="3865" y="844"/>
                  </a:lnTo>
                  <a:lnTo>
                    <a:pt x="3863" y="818"/>
                  </a:lnTo>
                  <a:lnTo>
                    <a:pt x="3865" y="787"/>
                  </a:lnTo>
                  <a:lnTo>
                    <a:pt x="3870" y="783"/>
                  </a:lnTo>
                  <a:lnTo>
                    <a:pt x="3874" y="780"/>
                  </a:lnTo>
                  <a:lnTo>
                    <a:pt x="3879" y="776"/>
                  </a:lnTo>
                  <a:lnTo>
                    <a:pt x="3881" y="771"/>
                  </a:lnTo>
                  <a:lnTo>
                    <a:pt x="3884" y="764"/>
                  </a:lnTo>
                  <a:lnTo>
                    <a:pt x="3879" y="755"/>
                  </a:lnTo>
                  <a:lnTo>
                    <a:pt x="3877" y="743"/>
                  </a:lnTo>
                  <a:lnTo>
                    <a:pt x="3884" y="729"/>
                  </a:lnTo>
                  <a:lnTo>
                    <a:pt x="3891" y="724"/>
                  </a:lnTo>
                  <a:lnTo>
                    <a:pt x="3900" y="720"/>
                  </a:lnTo>
                  <a:lnTo>
                    <a:pt x="3910" y="717"/>
                  </a:lnTo>
                  <a:lnTo>
                    <a:pt x="3917" y="710"/>
                  </a:lnTo>
                  <a:lnTo>
                    <a:pt x="3931" y="689"/>
                  </a:lnTo>
                  <a:lnTo>
                    <a:pt x="3945" y="668"/>
                  </a:lnTo>
                  <a:lnTo>
                    <a:pt x="3956" y="659"/>
                  </a:lnTo>
                  <a:lnTo>
                    <a:pt x="3968" y="651"/>
                  </a:lnTo>
                  <a:lnTo>
                    <a:pt x="3980" y="642"/>
                  </a:lnTo>
                  <a:lnTo>
                    <a:pt x="3985" y="630"/>
                  </a:lnTo>
                  <a:lnTo>
                    <a:pt x="3989" y="616"/>
                  </a:lnTo>
                  <a:lnTo>
                    <a:pt x="3994" y="603"/>
                  </a:lnTo>
                  <a:lnTo>
                    <a:pt x="3994" y="602"/>
                  </a:lnTo>
                  <a:lnTo>
                    <a:pt x="3992" y="602"/>
                  </a:lnTo>
                  <a:lnTo>
                    <a:pt x="3992" y="602"/>
                  </a:lnTo>
                  <a:lnTo>
                    <a:pt x="3992" y="602"/>
                  </a:lnTo>
                  <a:lnTo>
                    <a:pt x="3992" y="600"/>
                  </a:lnTo>
                  <a:lnTo>
                    <a:pt x="3990" y="598"/>
                  </a:lnTo>
                  <a:lnTo>
                    <a:pt x="3987" y="600"/>
                  </a:lnTo>
                  <a:lnTo>
                    <a:pt x="3987" y="600"/>
                  </a:lnTo>
                  <a:lnTo>
                    <a:pt x="3985" y="602"/>
                  </a:lnTo>
                  <a:lnTo>
                    <a:pt x="3985" y="602"/>
                  </a:lnTo>
                  <a:lnTo>
                    <a:pt x="3984" y="603"/>
                  </a:lnTo>
                  <a:lnTo>
                    <a:pt x="3975" y="616"/>
                  </a:lnTo>
                  <a:lnTo>
                    <a:pt x="3966" y="630"/>
                  </a:lnTo>
                  <a:lnTo>
                    <a:pt x="3957" y="642"/>
                  </a:lnTo>
                  <a:lnTo>
                    <a:pt x="3945" y="651"/>
                  </a:lnTo>
                  <a:lnTo>
                    <a:pt x="3929" y="658"/>
                  </a:lnTo>
                  <a:lnTo>
                    <a:pt x="3928" y="652"/>
                  </a:lnTo>
                  <a:lnTo>
                    <a:pt x="3928" y="651"/>
                  </a:lnTo>
                  <a:lnTo>
                    <a:pt x="3926" y="647"/>
                  </a:lnTo>
                  <a:lnTo>
                    <a:pt x="3926" y="642"/>
                  </a:lnTo>
                  <a:lnTo>
                    <a:pt x="3928" y="640"/>
                  </a:lnTo>
                  <a:lnTo>
                    <a:pt x="3928" y="638"/>
                  </a:lnTo>
                  <a:lnTo>
                    <a:pt x="3928" y="637"/>
                  </a:lnTo>
                  <a:lnTo>
                    <a:pt x="3929" y="633"/>
                  </a:lnTo>
                  <a:lnTo>
                    <a:pt x="3929" y="630"/>
                  </a:lnTo>
                  <a:lnTo>
                    <a:pt x="3924" y="626"/>
                  </a:lnTo>
                  <a:lnTo>
                    <a:pt x="3919" y="624"/>
                  </a:lnTo>
                  <a:lnTo>
                    <a:pt x="3915" y="623"/>
                  </a:lnTo>
                  <a:lnTo>
                    <a:pt x="3910" y="621"/>
                  </a:lnTo>
                  <a:lnTo>
                    <a:pt x="3907" y="623"/>
                  </a:lnTo>
                  <a:lnTo>
                    <a:pt x="3898" y="628"/>
                  </a:lnTo>
                  <a:lnTo>
                    <a:pt x="3886" y="638"/>
                  </a:lnTo>
                  <a:lnTo>
                    <a:pt x="3875" y="651"/>
                  </a:lnTo>
                  <a:lnTo>
                    <a:pt x="3865" y="663"/>
                  </a:lnTo>
                  <a:lnTo>
                    <a:pt x="3860" y="672"/>
                  </a:lnTo>
                  <a:lnTo>
                    <a:pt x="3860" y="675"/>
                  </a:lnTo>
                  <a:lnTo>
                    <a:pt x="3860" y="679"/>
                  </a:lnTo>
                  <a:lnTo>
                    <a:pt x="3861" y="682"/>
                  </a:lnTo>
                  <a:lnTo>
                    <a:pt x="3863" y="687"/>
                  </a:lnTo>
                  <a:lnTo>
                    <a:pt x="3865" y="691"/>
                  </a:lnTo>
                  <a:lnTo>
                    <a:pt x="3865" y="694"/>
                  </a:lnTo>
                  <a:lnTo>
                    <a:pt x="3854" y="699"/>
                  </a:lnTo>
                  <a:lnTo>
                    <a:pt x="3842" y="701"/>
                  </a:lnTo>
                  <a:lnTo>
                    <a:pt x="3826" y="703"/>
                  </a:lnTo>
                  <a:lnTo>
                    <a:pt x="3811" y="703"/>
                  </a:lnTo>
                  <a:lnTo>
                    <a:pt x="3811" y="684"/>
                  </a:lnTo>
                  <a:lnTo>
                    <a:pt x="3795" y="687"/>
                  </a:lnTo>
                  <a:lnTo>
                    <a:pt x="3781" y="693"/>
                  </a:lnTo>
                  <a:lnTo>
                    <a:pt x="3769" y="691"/>
                  </a:lnTo>
                  <a:lnTo>
                    <a:pt x="3760" y="680"/>
                  </a:lnTo>
                  <a:lnTo>
                    <a:pt x="3725" y="675"/>
                  </a:lnTo>
                  <a:lnTo>
                    <a:pt x="3713" y="687"/>
                  </a:lnTo>
                  <a:lnTo>
                    <a:pt x="3699" y="696"/>
                  </a:lnTo>
                  <a:lnTo>
                    <a:pt x="3687" y="706"/>
                  </a:lnTo>
                  <a:lnTo>
                    <a:pt x="3680" y="719"/>
                  </a:lnTo>
                  <a:lnTo>
                    <a:pt x="3673" y="731"/>
                  </a:lnTo>
                  <a:lnTo>
                    <a:pt x="3666" y="743"/>
                  </a:lnTo>
                  <a:lnTo>
                    <a:pt x="3657" y="752"/>
                  </a:lnTo>
                  <a:lnTo>
                    <a:pt x="3629" y="761"/>
                  </a:lnTo>
                  <a:lnTo>
                    <a:pt x="3622" y="768"/>
                  </a:lnTo>
                  <a:lnTo>
                    <a:pt x="3617" y="776"/>
                  </a:lnTo>
                  <a:lnTo>
                    <a:pt x="3612" y="783"/>
                  </a:lnTo>
                  <a:lnTo>
                    <a:pt x="3600" y="792"/>
                  </a:lnTo>
                  <a:lnTo>
                    <a:pt x="3600" y="802"/>
                  </a:lnTo>
                  <a:lnTo>
                    <a:pt x="3615" y="802"/>
                  </a:lnTo>
                  <a:lnTo>
                    <a:pt x="3617" y="808"/>
                  </a:lnTo>
                  <a:lnTo>
                    <a:pt x="3619" y="811"/>
                  </a:lnTo>
                  <a:lnTo>
                    <a:pt x="3620" y="815"/>
                  </a:lnTo>
                  <a:lnTo>
                    <a:pt x="3624" y="818"/>
                  </a:lnTo>
                  <a:lnTo>
                    <a:pt x="3627" y="820"/>
                  </a:lnTo>
                  <a:lnTo>
                    <a:pt x="3634" y="822"/>
                  </a:lnTo>
                  <a:lnTo>
                    <a:pt x="3638" y="818"/>
                  </a:lnTo>
                  <a:lnTo>
                    <a:pt x="3641" y="816"/>
                  </a:lnTo>
                  <a:lnTo>
                    <a:pt x="3647" y="815"/>
                  </a:lnTo>
                  <a:lnTo>
                    <a:pt x="3652" y="815"/>
                  </a:lnTo>
                  <a:lnTo>
                    <a:pt x="3661" y="815"/>
                  </a:lnTo>
                  <a:lnTo>
                    <a:pt x="3668" y="823"/>
                  </a:lnTo>
                  <a:lnTo>
                    <a:pt x="3673" y="830"/>
                  </a:lnTo>
                  <a:lnTo>
                    <a:pt x="3676" y="839"/>
                  </a:lnTo>
                  <a:lnTo>
                    <a:pt x="3680" y="853"/>
                  </a:lnTo>
                  <a:lnTo>
                    <a:pt x="3682" y="862"/>
                  </a:lnTo>
                  <a:lnTo>
                    <a:pt x="3680" y="867"/>
                  </a:lnTo>
                  <a:lnTo>
                    <a:pt x="3675" y="872"/>
                  </a:lnTo>
                  <a:lnTo>
                    <a:pt x="3673" y="881"/>
                  </a:lnTo>
                  <a:lnTo>
                    <a:pt x="3673" y="891"/>
                  </a:lnTo>
                  <a:lnTo>
                    <a:pt x="3676" y="900"/>
                  </a:lnTo>
                  <a:lnTo>
                    <a:pt x="3680" y="909"/>
                  </a:lnTo>
                  <a:lnTo>
                    <a:pt x="3683" y="921"/>
                  </a:lnTo>
                  <a:lnTo>
                    <a:pt x="3673" y="932"/>
                  </a:lnTo>
                  <a:lnTo>
                    <a:pt x="3666" y="944"/>
                  </a:lnTo>
                  <a:lnTo>
                    <a:pt x="3661" y="956"/>
                  </a:lnTo>
                  <a:lnTo>
                    <a:pt x="3654" y="972"/>
                  </a:lnTo>
                  <a:lnTo>
                    <a:pt x="3650" y="975"/>
                  </a:lnTo>
                  <a:lnTo>
                    <a:pt x="3641" y="986"/>
                  </a:lnTo>
                  <a:lnTo>
                    <a:pt x="3631" y="998"/>
                  </a:lnTo>
                  <a:lnTo>
                    <a:pt x="3620" y="1012"/>
                  </a:lnTo>
                  <a:lnTo>
                    <a:pt x="3608" y="1024"/>
                  </a:lnTo>
                  <a:lnTo>
                    <a:pt x="3598" y="1036"/>
                  </a:lnTo>
                  <a:lnTo>
                    <a:pt x="3591" y="1045"/>
                  </a:lnTo>
                  <a:lnTo>
                    <a:pt x="3587" y="1049"/>
                  </a:lnTo>
                  <a:lnTo>
                    <a:pt x="3575" y="1052"/>
                  </a:lnTo>
                  <a:lnTo>
                    <a:pt x="3563" y="1050"/>
                  </a:lnTo>
                  <a:lnTo>
                    <a:pt x="3552" y="1050"/>
                  </a:lnTo>
                  <a:lnTo>
                    <a:pt x="3542" y="1052"/>
                  </a:lnTo>
                  <a:lnTo>
                    <a:pt x="3533" y="1061"/>
                  </a:lnTo>
                  <a:lnTo>
                    <a:pt x="3526" y="1071"/>
                  </a:lnTo>
                  <a:lnTo>
                    <a:pt x="3521" y="1082"/>
                  </a:lnTo>
                  <a:lnTo>
                    <a:pt x="3514" y="1092"/>
                  </a:lnTo>
                  <a:lnTo>
                    <a:pt x="3504" y="1099"/>
                  </a:lnTo>
                  <a:lnTo>
                    <a:pt x="3502" y="1099"/>
                  </a:lnTo>
                  <a:lnTo>
                    <a:pt x="3500" y="1101"/>
                  </a:lnTo>
                  <a:lnTo>
                    <a:pt x="3498" y="1101"/>
                  </a:lnTo>
                  <a:lnTo>
                    <a:pt x="3495" y="1101"/>
                  </a:lnTo>
                  <a:lnTo>
                    <a:pt x="3491" y="1103"/>
                  </a:lnTo>
                  <a:lnTo>
                    <a:pt x="3495" y="1113"/>
                  </a:lnTo>
                  <a:lnTo>
                    <a:pt x="3502" y="1124"/>
                  </a:lnTo>
                  <a:lnTo>
                    <a:pt x="3507" y="1136"/>
                  </a:lnTo>
                  <a:lnTo>
                    <a:pt x="3514" y="1148"/>
                  </a:lnTo>
                  <a:lnTo>
                    <a:pt x="3517" y="1159"/>
                  </a:lnTo>
                  <a:lnTo>
                    <a:pt x="3519" y="1171"/>
                  </a:lnTo>
                  <a:lnTo>
                    <a:pt x="3516" y="1179"/>
                  </a:lnTo>
                  <a:lnTo>
                    <a:pt x="3509" y="1186"/>
                  </a:lnTo>
                  <a:lnTo>
                    <a:pt x="3495" y="1192"/>
                  </a:lnTo>
                  <a:lnTo>
                    <a:pt x="3472" y="1195"/>
                  </a:lnTo>
                  <a:lnTo>
                    <a:pt x="3472" y="1186"/>
                  </a:lnTo>
                  <a:lnTo>
                    <a:pt x="3470" y="1178"/>
                  </a:lnTo>
                  <a:lnTo>
                    <a:pt x="3470" y="1166"/>
                  </a:lnTo>
                  <a:lnTo>
                    <a:pt x="3472" y="1152"/>
                  </a:lnTo>
                  <a:lnTo>
                    <a:pt x="3472" y="1141"/>
                  </a:lnTo>
                  <a:lnTo>
                    <a:pt x="3467" y="1141"/>
                  </a:lnTo>
                  <a:lnTo>
                    <a:pt x="3463" y="1141"/>
                  </a:lnTo>
                  <a:lnTo>
                    <a:pt x="3460" y="1141"/>
                  </a:lnTo>
                  <a:lnTo>
                    <a:pt x="3458" y="1141"/>
                  </a:lnTo>
                  <a:lnTo>
                    <a:pt x="3456" y="1139"/>
                  </a:lnTo>
                  <a:lnTo>
                    <a:pt x="3453" y="1138"/>
                  </a:lnTo>
                  <a:lnTo>
                    <a:pt x="3449" y="1132"/>
                  </a:lnTo>
                  <a:lnTo>
                    <a:pt x="3453" y="1127"/>
                  </a:lnTo>
                  <a:lnTo>
                    <a:pt x="3456" y="1122"/>
                  </a:lnTo>
                  <a:lnTo>
                    <a:pt x="3458" y="1117"/>
                  </a:lnTo>
                  <a:lnTo>
                    <a:pt x="3462" y="1110"/>
                  </a:lnTo>
                  <a:lnTo>
                    <a:pt x="3453" y="1110"/>
                  </a:lnTo>
                  <a:lnTo>
                    <a:pt x="3442" y="1108"/>
                  </a:lnTo>
                  <a:lnTo>
                    <a:pt x="3430" y="1111"/>
                  </a:lnTo>
                  <a:lnTo>
                    <a:pt x="3416" y="1117"/>
                  </a:lnTo>
                  <a:lnTo>
                    <a:pt x="3404" y="1122"/>
                  </a:lnTo>
                  <a:lnTo>
                    <a:pt x="3404" y="1118"/>
                  </a:lnTo>
                  <a:lnTo>
                    <a:pt x="3406" y="1113"/>
                  </a:lnTo>
                  <a:lnTo>
                    <a:pt x="3408" y="1110"/>
                  </a:lnTo>
                  <a:lnTo>
                    <a:pt x="3409" y="1104"/>
                  </a:lnTo>
                  <a:lnTo>
                    <a:pt x="3411" y="1101"/>
                  </a:lnTo>
                  <a:lnTo>
                    <a:pt x="3414" y="1094"/>
                  </a:lnTo>
                  <a:lnTo>
                    <a:pt x="3411" y="1094"/>
                  </a:lnTo>
                  <a:lnTo>
                    <a:pt x="3408" y="1092"/>
                  </a:lnTo>
                  <a:lnTo>
                    <a:pt x="3404" y="1092"/>
                  </a:lnTo>
                  <a:lnTo>
                    <a:pt x="3399" y="1090"/>
                  </a:lnTo>
                  <a:lnTo>
                    <a:pt x="3388" y="1101"/>
                  </a:lnTo>
                  <a:lnTo>
                    <a:pt x="3376" y="1110"/>
                  </a:lnTo>
                  <a:lnTo>
                    <a:pt x="3364" y="1120"/>
                  </a:lnTo>
                  <a:lnTo>
                    <a:pt x="3357" y="1132"/>
                  </a:lnTo>
                  <a:lnTo>
                    <a:pt x="3364" y="1136"/>
                  </a:lnTo>
                  <a:lnTo>
                    <a:pt x="3369" y="1139"/>
                  </a:lnTo>
                  <a:lnTo>
                    <a:pt x="3373" y="1143"/>
                  </a:lnTo>
                  <a:lnTo>
                    <a:pt x="3376" y="1146"/>
                  </a:lnTo>
                  <a:lnTo>
                    <a:pt x="3380" y="1152"/>
                  </a:lnTo>
                  <a:lnTo>
                    <a:pt x="3390" y="1146"/>
                  </a:lnTo>
                  <a:lnTo>
                    <a:pt x="3399" y="1143"/>
                  </a:lnTo>
                  <a:lnTo>
                    <a:pt x="3408" y="1143"/>
                  </a:lnTo>
                  <a:lnTo>
                    <a:pt x="3418" y="1148"/>
                  </a:lnTo>
                  <a:lnTo>
                    <a:pt x="3423" y="1148"/>
                  </a:lnTo>
                  <a:lnTo>
                    <a:pt x="3423" y="1160"/>
                  </a:lnTo>
                  <a:lnTo>
                    <a:pt x="3404" y="1160"/>
                  </a:lnTo>
                  <a:lnTo>
                    <a:pt x="3397" y="1169"/>
                  </a:lnTo>
                  <a:lnTo>
                    <a:pt x="3390" y="1176"/>
                  </a:lnTo>
                  <a:lnTo>
                    <a:pt x="3385" y="1183"/>
                  </a:lnTo>
                  <a:lnTo>
                    <a:pt x="3380" y="1195"/>
                  </a:lnTo>
                  <a:lnTo>
                    <a:pt x="3394" y="1204"/>
                  </a:lnTo>
                  <a:lnTo>
                    <a:pt x="3402" y="1218"/>
                  </a:lnTo>
                  <a:lnTo>
                    <a:pt x="3409" y="1237"/>
                  </a:lnTo>
                  <a:lnTo>
                    <a:pt x="3413" y="1256"/>
                  </a:lnTo>
                  <a:lnTo>
                    <a:pt x="3414" y="1277"/>
                  </a:lnTo>
                  <a:lnTo>
                    <a:pt x="3414" y="1295"/>
                  </a:lnTo>
                  <a:lnTo>
                    <a:pt x="3402" y="1303"/>
                  </a:lnTo>
                  <a:lnTo>
                    <a:pt x="3395" y="1317"/>
                  </a:lnTo>
                  <a:lnTo>
                    <a:pt x="3388" y="1330"/>
                  </a:lnTo>
                  <a:lnTo>
                    <a:pt x="3380" y="1344"/>
                  </a:lnTo>
                  <a:lnTo>
                    <a:pt x="3362" y="1363"/>
                  </a:lnTo>
                  <a:lnTo>
                    <a:pt x="3339" y="1377"/>
                  </a:lnTo>
                  <a:lnTo>
                    <a:pt x="3315" y="1387"/>
                  </a:lnTo>
                  <a:lnTo>
                    <a:pt x="3287" y="1396"/>
                  </a:lnTo>
                  <a:lnTo>
                    <a:pt x="3261" y="1401"/>
                  </a:lnTo>
                  <a:lnTo>
                    <a:pt x="3261" y="1408"/>
                  </a:lnTo>
                  <a:lnTo>
                    <a:pt x="3261" y="1412"/>
                  </a:lnTo>
                  <a:lnTo>
                    <a:pt x="3261" y="1415"/>
                  </a:lnTo>
                  <a:lnTo>
                    <a:pt x="3261" y="1417"/>
                  </a:lnTo>
                  <a:lnTo>
                    <a:pt x="3263" y="1419"/>
                  </a:lnTo>
                  <a:lnTo>
                    <a:pt x="3263" y="1424"/>
                  </a:lnTo>
                  <a:lnTo>
                    <a:pt x="3264" y="1429"/>
                  </a:lnTo>
                  <a:lnTo>
                    <a:pt x="3261" y="1433"/>
                  </a:lnTo>
                  <a:lnTo>
                    <a:pt x="3257" y="1436"/>
                  </a:lnTo>
                  <a:lnTo>
                    <a:pt x="3256" y="1438"/>
                  </a:lnTo>
                  <a:lnTo>
                    <a:pt x="3252" y="1441"/>
                  </a:lnTo>
                  <a:lnTo>
                    <a:pt x="3245" y="1445"/>
                  </a:lnTo>
                  <a:lnTo>
                    <a:pt x="3243" y="1445"/>
                  </a:lnTo>
                  <a:lnTo>
                    <a:pt x="3242" y="1447"/>
                  </a:lnTo>
                  <a:lnTo>
                    <a:pt x="3240" y="1447"/>
                  </a:lnTo>
                  <a:lnTo>
                    <a:pt x="3238" y="1447"/>
                  </a:lnTo>
                  <a:lnTo>
                    <a:pt x="3235" y="1448"/>
                  </a:lnTo>
                  <a:lnTo>
                    <a:pt x="3233" y="1443"/>
                  </a:lnTo>
                  <a:lnTo>
                    <a:pt x="3231" y="1438"/>
                  </a:lnTo>
                  <a:lnTo>
                    <a:pt x="3231" y="1433"/>
                  </a:lnTo>
                  <a:lnTo>
                    <a:pt x="3231" y="1424"/>
                  </a:lnTo>
                  <a:lnTo>
                    <a:pt x="3235" y="1422"/>
                  </a:lnTo>
                  <a:lnTo>
                    <a:pt x="3238" y="1422"/>
                  </a:lnTo>
                  <a:lnTo>
                    <a:pt x="3242" y="1420"/>
                  </a:lnTo>
                  <a:lnTo>
                    <a:pt x="3243" y="1417"/>
                  </a:lnTo>
                  <a:lnTo>
                    <a:pt x="3245" y="1413"/>
                  </a:lnTo>
                  <a:lnTo>
                    <a:pt x="3243" y="1410"/>
                  </a:lnTo>
                  <a:lnTo>
                    <a:pt x="3240" y="1405"/>
                  </a:lnTo>
                  <a:lnTo>
                    <a:pt x="3238" y="1401"/>
                  </a:lnTo>
                  <a:lnTo>
                    <a:pt x="3235" y="1399"/>
                  </a:lnTo>
                  <a:lnTo>
                    <a:pt x="3233" y="1399"/>
                  </a:lnTo>
                  <a:lnTo>
                    <a:pt x="3228" y="1398"/>
                  </a:lnTo>
                  <a:lnTo>
                    <a:pt x="3222" y="1398"/>
                  </a:lnTo>
                  <a:lnTo>
                    <a:pt x="3216" y="1406"/>
                  </a:lnTo>
                  <a:lnTo>
                    <a:pt x="3209" y="1412"/>
                  </a:lnTo>
                  <a:lnTo>
                    <a:pt x="3203" y="1417"/>
                  </a:lnTo>
                  <a:lnTo>
                    <a:pt x="3198" y="1426"/>
                  </a:lnTo>
                  <a:lnTo>
                    <a:pt x="3196" y="1440"/>
                  </a:lnTo>
                  <a:lnTo>
                    <a:pt x="3212" y="1455"/>
                  </a:lnTo>
                  <a:lnTo>
                    <a:pt x="3224" y="1471"/>
                  </a:lnTo>
                  <a:lnTo>
                    <a:pt x="3235" y="1488"/>
                  </a:lnTo>
                  <a:lnTo>
                    <a:pt x="3240" y="1511"/>
                  </a:lnTo>
                  <a:lnTo>
                    <a:pt x="3242" y="1539"/>
                  </a:lnTo>
                  <a:lnTo>
                    <a:pt x="3184" y="1586"/>
                  </a:lnTo>
                  <a:lnTo>
                    <a:pt x="3177" y="1586"/>
                  </a:lnTo>
                  <a:lnTo>
                    <a:pt x="3172" y="1567"/>
                  </a:lnTo>
                  <a:lnTo>
                    <a:pt x="3161" y="1553"/>
                  </a:lnTo>
                  <a:lnTo>
                    <a:pt x="3147" y="1541"/>
                  </a:lnTo>
                  <a:lnTo>
                    <a:pt x="3132" y="1529"/>
                  </a:lnTo>
                  <a:lnTo>
                    <a:pt x="3116" y="1516"/>
                  </a:lnTo>
                  <a:lnTo>
                    <a:pt x="3109" y="1544"/>
                  </a:lnTo>
                  <a:lnTo>
                    <a:pt x="3100" y="1567"/>
                  </a:lnTo>
                  <a:lnTo>
                    <a:pt x="3109" y="1572"/>
                  </a:lnTo>
                  <a:lnTo>
                    <a:pt x="3113" y="1579"/>
                  </a:lnTo>
                  <a:lnTo>
                    <a:pt x="3114" y="1588"/>
                  </a:lnTo>
                  <a:lnTo>
                    <a:pt x="3120" y="1598"/>
                  </a:lnTo>
                  <a:lnTo>
                    <a:pt x="3121" y="1600"/>
                  </a:lnTo>
                  <a:lnTo>
                    <a:pt x="3125" y="1600"/>
                  </a:lnTo>
                  <a:lnTo>
                    <a:pt x="3128" y="1600"/>
                  </a:lnTo>
                  <a:lnTo>
                    <a:pt x="3132" y="1600"/>
                  </a:lnTo>
                  <a:lnTo>
                    <a:pt x="3135" y="1602"/>
                  </a:lnTo>
                  <a:lnTo>
                    <a:pt x="3149" y="1616"/>
                  </a:lnTo>
                  <a:lnTo>
                    <a:pt x="3160" y="1637"/>
                  </a:lnTo>
                  <a:lnTo>
                    <a:pt x="3167" y="1661"/>
                  </a:lnTo>
                  <a:lnTo>
                    <a:pt x="3168" y="1686"/>
                  </a:lnTo>
                  <a:lnTo>
                    <a:pt x="3158" y="1686"/>
                  </a:lnTo>
                  <a:lnTo>
                    <a:pt x="3147" y="1677"/>
                  </a:lnTo>
                  <a:lnTo>
                    <a:pt x="3137" y="1672"/>
                  </a:lnTo>
                  <a:lnTo>
                    <a:pt x="3135" y="1670"/>
                  </a:lnTo>
                  <a:lnTo>
                    <a:pt x="3126" y="1663"/>
                  </a:lnTo>
                  <a:lnTo>
                    <a:pt x="3120" y="1649"/>
                  </a:lnTo>
                  <a:lnTo>
                    <a:pt x="3116" y="1633"/>
                  </a:lnTo>
                  <a:lnTo>
                    <a:pt x="3111" y="1619"/>
                  </a:lnTo>
                  <a:lnTo>
                    <a:pt x="3106" y="1605"/>
                  </a:lnTo>
                  <a:lnTo>
                    <a:pt x="3097" y="1593"/>
                  </a:lnTo>
                  <a:lnTo>
                    <a:pt x="3097" y="1590"/>
                  </a:lnTo>
                  <a:lnTo>
                    <a:pt x="3088" y="1593"/>
                  </a:lnTo>
                  <a:lnTo>
                    <a:pt x="3088" y="1590"/>
                  </a:lnTo>
                  <a:lnTo>
                    <a:pt x="3085" y="1576"/>
                  </a:lnTo>
                  <a:lnTo>
                    <a:pt x="3085" y="1558"/>
                  </a:lnTo>
                  <a:lnTo>
                    <a:pt x="3085" y="1539"/>
                  </a:lnTo>
                  <a:lnTo>
                    <a:pt x="3085" y="1518"/>
                  </a:lnTo>
                  <a:lnTo>
                    <a:pt x="3083" y="1499"/>
                  </a:lnTo>
                  <a:lnTo>
                    <a:pt x="3076" y="1483"/>
                  </a:lnTo>
                  <a:lnTo>
                    <a:pt x="3065" y="1471"/>
                  </a:lnTo>
                  <a:lnTo>
                    <a:pt x="3062" y="1474"/>
                  </a:lnTo>
                  <a:lnTo>
                    <a:pt x="3057" y="1478"/>
                  </a:lnTo>
                  <a:lnTo>
                    <a:pt x="3053" y="1480"/>
                  </a:lnTo>
                  <a:lnTo>
                    <a:pt x="3046" y="1481"/>
                  </a:lnTo>
                  <a:lnTo>
                    <a:pt x="3039" y="1481"/>
                  </a:lnTo>
                  <a:lnTo>
                    <a:pt x="3037" y="1481"/>
                  </a:lnTo>
                  <a:lnTo>
                    <a:pt x="3037" y="1480"/>
                  </a:lnTo>
                  <a:lnTo>
                    <a:pt x="3037" y="1480"/>
                  </a:lnTo>
                  <a:lnTo>
                    <a:pt x="3037" y="1480"/>
                  </a:lnTo>
                  <a:lnTo>
                    <a:pt x="3036" y="1480"/>
                  </a:lnTo>
                  <a:lnTo>
                    <a:pt x="3034" y="1478"/>
                  </a:lnTo>
                  <a:lnTo>
                    <a:pt x="3034" y="1457"/>
                  </a:lnTo>
                  <a:lnTo>
                    <a:pt x="3029" y="1440"/>
                  </a:lnTo>
                  <a:lnTo>
                    <a:pt x="3022" y="1426"/>
                  </a:lnTo>
                  <a:lnTo>
                    <a:pt x="3011" y="1413"/>
                  </a:lnTo>
                  <a:lnTo>
                    <a:pt x="3003" y="1399"/>
                  </a:lnTo>
                  <a:lnTo>
                    <a:pt x="2992" y="1382"/>
                  </a:lnTo>
                  <a:lnTo>
                    <a:pt x="2989" y="1385"/>
                  </a:lnTo>
                  <a:lnTo>
                    <a:pt x="2987" y="1387"/>
                  </a:lnTo>
                  <a:lnTo>
                    <a:pt x="2985" y="1391"/>
                  </a:lnTo>
                  <a:lnTo>
                    <a:pt x="2983" y="1392"/>
                  </a:lnTo>
                  <a:lnTo>
                    <a:pt x="2982" y="1394"/>
                  </a:lnTo>
                  <a:lnTo>
                    <a:pt x="2966" y="1396"/>
                  </a:lnTo>
                  <a:lnTo>
                    <a:pt x="2952" y="1394"/>
                  </a:lnTo>
                  <a:lnTo>
                    <a:pt x="2938" y="1394"/>
                  </a:lnTo>
                  <a:lnTo>
                    <a:pt x="2934" y="1408"/>
                  </a:lnTo>
                  <a:lnTo>
                    <a:pt x="2929" y="1415"/>
                  </a:lnTo>
                  <a:lnTo>
                    <a:pt x="2926" y="1417"/>
                  </a:lnTo>
                  <a:lnTo>
                    <a:pt x="2919" y="1417"/>
                  </a:lnTo>
                  <a:lnTo>
                    <a:pt x="2912" y="1419"/>
                  </a:lnTo>
                  <a:lnTo>
                    <a:pt x="2905" y="1424"/>
                  </a:lnTo>
                  <a:lnTo>
                    <a:pt x="2893" y="1455"/>
                  </a:lnTo>
                  <a:lnTo>
                    <a:pt x="2877" y="1455"/>
                  </a:lnTo>
                  <a:lnTo>
                    <a:pt x="2868" y="1462"/>
                  </a:lnTo>
                  <a:lnTo>
                    <a:pt x="2859" y="1471"/>
                  </a:lnTo>
                  <a:lnTo>
                    <a:pt x="2847" y="1478"/>
                  </a:lnTo>
                  <a:lnTo>
                    <a:pt x="2844" y="1513"/>
                  </a:lnTo>
                  <a:lnTo>
                    <a:pt x="2835" y="1543"/>
                  </a:lnTo>
                  <a:lnTo>
                    <a:pt x="2823" y="1567"/>
                  </a:lnTo>
                  <a:lnTo>
                    <a:pt x="2804" y="1590"/>
                  </a:lnTo>
                  <a:lnTo>
                    <a:pt x="2802" y="1590"/>
                  </a:lnTo>
                  <a:lnTo>
                    <a:pt x="2800" y="1588"/>
                  </a:lnTo>
                  <a:lnTo>
                    <a:pt x="2798" y="1588"/>
                  </a:lnTo>
                  <a:lnTo>
                    <a:pt x="2798" y="1588"/>
                  </a:lnTo>
                  <a:lnTo>
                    <a:pt x="2797" y="1586"/>
                  </a:lnTo>
                  <a:lnTo>
                    <a:pt x="2786" y="1574"/>
                  </a:lnTo>
                  <a:lnTo>
                    <a:pt x="2776" y="1555"/>
                  </a:lnTo>
                  <a:lnTo>
                    <a:pt x="2770" y="1539"/>
                  </a:lnTo>
                  <a:lnTo>
                    <a:pt x="2769" y="1536"/>
                  </a:lnTo>
                  <a:lnTo>
                    <a:pt x="2770" y="1532"/>
                  </a:lnTo>
                  <a:lnTo>
                    <a:pt x="2772" y="1529"/>
                  </a:lnTo>
                  <a:lnTo>
                    <a:pt x="2774" y="1527"/>
                  </a:lnTo>
                  <a:lnTo>
                    <a:pt x="2774" y="1525"/>
                  </a:lnTo>
                  <a:lnTo>
                    <a:pt x="2756" y="1499"/>
                  </a:lnTo>
                  <a:lnTo>
                    <a:pt x="2744" y="1471"/>
                  </a:lnTo>
                  <a:lnTo>
                    <a:pt x="2736" y="1441"/>
                  </a:lnTo>
                  <a:lnTo>
                    <a:pt x="2732" y="1405"/>
                  </a:lnTo>
                  <a:lnTo>
                    <a:pt x="2720" y="1406"/>
                  </a:lnTo>
                  <a:lnTo>
                    <a:pt x="2711" y="1406"/>
                  </a:lnTo>
                  <a:lnTo>
                    <a:pt x="2701" y="1405"/>
                  </a:lnTo>
                  <a:lnTo>
                    <a:pt x="2697" y="1401"/>
                  </a:lnTo>
                  <a:lnTo>
                    <a:pt x="2692" y="1398"/>
                  </a:lnTo>
                  <a:lnTo>
                    <a:pt x="2688" y="1394"/>
                  </a:lnTo>
                  <a:lnTo>
                    <a:pt x="2685" y="1391"/>
                  </a:lnTo>
                  <a:lnTo>
                    <a:pt x="2688" y="1378"/>
                  </a:lnTo>
                  <a:lnTo>
                    <a:pt x="2681" y="1368"/>
                  </a:lnTo>
                  <a:lnTo>
                    <a:pt x="2669" y="1359"/>
                  </a:lnTo>
                  <a:lnTo>
                    <a:pt x="2657" y="1351"/>
                  </a:lnTo>
                  <a:lnTo>
                    <a:pt x="2646" y="1340"/>
                  </a:lnTo>
                  <a:lnTo>
                    <a:pt x="2617" y="1344"/>
                  </a:lnTo>
                  <a:lnTo>
                    <a:pt x="2587" y="1344"/>
                  </a:lnTo>
                  <a:lnTo>
                    <a:pt x="2557" y="1342"/>
                  </a:lnTo>
                  <a:lnTo>
                    <a:pt x="2528" y="1340"/>
                  </a:lnTo>
                  <a:lnTo>
                    <a:pt x="2523" y="1330"/>
                  </a:lnTo>
                  <a:lnTo>
                    <a:pt x="2516" y="1317"/>
                  </a:lnTo>
                  <a:lnTo>
                    <a:pt x="2505" y="1321"/>
                  </a:lnTo>
                  <a:lnTo>
                    <a:pt x="2498" y="1323"/>
                  </a:lnTo>
                  <a:lnTo>
                    <a:pt x="2489" y="1324"/>
                  </a:lnTo>
                  <a:lnTo>
                    <a:pt x="2477" y="1324"/>
                  </a:lnTo>
                  <a:lnTo>
                    <a:pt x="2467" y="1317"/>
                  </a:lnTo>
                  <a:lnTo>
                    <a:pt x="2456" y="1312"/>
                  </a:lnTo>
                  <a:lnTo>
                    <a:pt x="2444" y="1305"/>
                  </a:lnTo>
                  <a:lnTo>
                    <a:pt x="2435" y="1298"/>
                  </a:lnTo>
                  <a:lnTo>
                    <a:pt x="2432" y="1288"/>
                  </a:lnTo>
                  <a:lnTo>
                    <a:pt x="2427" y="1279"/>
                  </a:lnTo>
                  <a:lnTo>
                    <a:pt x="2416" y="1270"/>
                  </a:lnTo>
                  <a:lnTo>
                    <a:pt x="2414" y="1270"/>
                  </a:lnTo>
                  <a:lnTo>
                    <a:pt x="2413" y="1270"/>
                  </a:lnTo>
                  <a:lnTo>
                    <a:pt x="2411" y="1270"/>
                  </a:lnTo>
                  <a:lnTo>
                    <a:pt x="2407" y="1270"/>
                  </a:lnTo>
                  <a:lnTo>
                    <a:pt x="2400" y="1270"/>
                  </a:lnTo>
                  <a:lnTo>
                    <a:pt x="2404" y="1284"/>
                  </a:lnTo>
                  <a:lnTo>
                    <a:pt x="2409" y="1300"/>
                  </a:lnTo>
                  <a:lnTo>
                    <a:pt x="2418" y="1316"/>
                  </a:lnTo>
                  <a:lnTo>
                    <a:pt x="2425" y="1330"/>
                  </a:lnTo>
                  <a:lnTo>
                    <a:pt x="2432" y="1340"/>
                  </a:lnTo>
                  <a:lnTo>
                    <a:pt x="2434" y="1335"/>
                  </a:lnTo>
                  <a:lnTo>
                    <a:pt x="2435" y="1333"/>
                  </a:lnTo>
                  <a:lnTo>
                    <a:pt x="2435" y="1331"/>
                  </a:lnTo>
                  <a:lnTo>
                    <a:pt x="2437" y="1331"/>
                  </a:lnTo>
                  <a:lnTo>
                    <a:pt x="2439" y="1331"/>
                  </a:lnTo>
                  <a:lnTo>
                    <a:pt x="2444" y="1333"/>
                  </a:lnTo>
                  <a:lnTo>
                    <a:pt x="2446" y="1338"/>
                  </a:lnTo>
                  <a:lnTo>
                    <a:pt x="2448" y="1344"/>
                  </a:lnTo>
                  <a:lnTo>
                    <a:pt x="2448" y="1349"/>
                  </a:lnTo>
                  <a:lnTo>
                    <a:pt x="2449" y="1354"/>
                  </a:lnTo>
                  <a:lnTo>
                    <a:pt x="2451" y="1359"/>
                  </a:lnTo>
                  <a:lnTo>
                    <a:pt x="2458" y="1358"/>
                  </a:lnTo>
                  <a:lnTo>
                    <a:pt x="2467" y="1356"/>
                  </a:lnTo>
                  <a:lnTo>
                    <a:pt x="2477" y="1356"/>
                  </a:lnTo>
                  <a:lnTo>
                    <a:pt x="2493" y="1338"/>
                  </a:lnTo>
                  <a:lnTo>
                    <a:pt x="2512" y="1324"/>
                  </a:lnTo>
                  <a:lnTo>
                    <a:pt x="2514" y="1342"/>
                  </a:lnTo>
                  <a:lnTo>
                    <a:pt x="2516" y="1356"/>
                  </a:lnTo>
                  <a:lnTo>
                    <a:pt x="2542" y="1370"/>
                  </a:lnTo>
                  <a:lnTo>
                    <a:pt x="2563" y="1387"/>
                  </a:lnTo>
                  <a:lnTo>
                    <a:pt x="2556" y="1396"/>
                  </a:lnTo>
                  <a:lnTo>
                    <a:pt x="2550" y="1405"/>
                  </a:lnTo>
                  <a:lnTo>
                    <a:pt x="2544" y="1412"/>
                  </a:lnTo>
                  <a:lnTo>
                    <a:pt x="2531" y="1417"/>
                  </a:lnTo>
                  <a:lnTo>
                    <a:pt x="2531" y="1436"/>
                  </a:lnTo>
                  <a:lnTo>
                    <a:pt x="2514" y="1447"/>
                  </a:lnTo>
                  <a:lnTo>
                    <a:pt x="2496" y="1459"/>
                  </a:lnTo>
                  <a:lnTo>
                    <a:pt x="2496" y="1467"/>
                  </a:lnTo>
                  <a:lnTo>
                    <a:pt x="2474" y="1467"/>
                  </a:lnTo>
                  <a:lnTo>
                    <a:pt x="2461" y="1474"/>
                  </a:lnTo>
                  <a:lnTo>
                    <a:pt x="2451" y="1485"/>
                  </a:lnTo>
                  <a:lnTo>
                    <a:pt x="2439" y="1494"/>
                  </a:lnTo>
                  <a:lnTo>
                    <a:pt x="2423" y="1501"/>
                  </a:lnTo>
                  <a:lnTo>
                    <a:pt x="2407" y="1504"/>
                  </a:lnTo>
                  <a:lnTo>
                    <a:pt x="2390" y="1509"/>
                  </a:lnTo>
                  <a:lnTo>
                    <a:pt x="2376" y="1515"/>
                  </a:lnTo>
                  <a:lnTo>
                    <a:pt x="2364" y="1522"/>
                  </a:lnTo>
                  <a:lnTo>
                    <a:pt x="2352" y="1525"/>
                  </a:lnTo>
                  <a:lnTo>
                    <a:pt x="2343" y="1525"/>
                  </a:lnTo>
                  <a:lnTo>
                    <a:pt x="2339" y="1523"/>
                  </a:lnTo>
                  <a:lnTo>
                    <a:pt x="2338" y="1523"/>
                  </a:lnTo>
                  <a:lnTo>
                    <a:pt x="2336" y="1522"/>
                  </a:lnTo>
                  <a:lnTo>
                    <a:pt x="2336" y="1522"/>
                  </a:lnTo>
                  <a:lnTo>
                    <a:pt x="2334" y="1520"/>
                  </a:lnTo>
                  <a:lnTo>
                    <a:pt x="2332" y="1516"/>
                  </a:lnTo>
                  <a:lnTo>
                    <a:pt x="2327" y="1506"/>
                  </a:lnTo>
                  <a:lnTo>
                    <a:pt x="2325" y="1495"/>
                  </a:lnTo>
                  <a:lnTo>
                    <a:pt x="2325" y="1485"/>
                  </a:lnTo>
                  <a:lnTo>
                    <a:pt x="2324" y="1474"/>
                  </a:lnTo>
                  <a:lnTo>
                    <a:pt x="2315" y="1457"/>
                  </a:lnTo>
                  <a:lnTo>
                    <a:pt x="2303" y="1441"/>
                  </a:lnTo>
                  <a:lnTo>
                    <a:pt x="2290" y="1427"/>
                  </a:lnTo>
                  <a:lnTo>
                    <a:pt x="2278" y="1413"/>
                  </a:lnTo>
                  <a:lnTo>
                    <a:pt x="2275" y="1403"/>
                  </a:lnTo>
                  <a:lnTo>
                    <a:pt x="2273" y="1391"/>
                  </a:lnTo>
                  <a:lnTo>
                    <a:pt x="2271" y="1378"/>
                  </a:lnTo>
                  <a:lnTo>
                    <a:pt x="2266" y="1368"/>
                  </a:lnTo>
                  <a:lnTo>
                    <a:pt x="2247" y="1356"/>
                  </a:lnTo>
                  <a:lnTo>
                    <a:pt x="2242" y="1344"/>
                  </a:lnTo>
                  <a:lnTo>
                    <a:pt x="2236" y="1331"/>
                  </a:lnTo>
                  <a:lnTo>
                    <a:pt x="2231" y="1319"/>
                  </a:lnTo>
                  <a:lnTo>
                    <a:pt x="2224" y="1309"/>
                  </a:lnTo>
                  <a:lnTo>
                    <a:pt x="2214" y="1302"/>
                  </a:lnTo>
                  <a:lnTo>
                    <a:pt x="2208" y="1300"/>
                  </a:lnTo>
                  <a:lnTo>
                    <a:pt x="2207" y="1296"/>
                  </a:lnTo>
                  <a:lnTo>
                    <a:pt x="2203" y="1295"/>
                  </a:lnTo>
                  <a:lnTo>
                    <a:pt x="2200" y="1293"/>
                  </a:lnTo>
                  <a:lnTo>
                    <a:pt x="2196" y="1291"/>
                  </a:lnTo>
                  <a:lnTo>
                    <a:pt x="2193" y="1288"/>
                  </a:lnTo>
                  <a:lnTo>
                    <a:pt x="2189" y="1282"/>
                  </a:lnTo>
                  <a:lnTo>
                    <a:pt x="2186" y="1275"/>
                  </a:lnTo>
                  <a:lnTo>
                    <a:pt x="2182" y="1275"/>
                  </a:lnTo>
                  <a:lnTo>
                    <a:pt x="2182" y="1282"/>
                  </a:lnTo>
                  <a:lnTo>
                    <a:pt x="2194" y="1298"/>
                  </a:lnTo>
                  <a:lnTo>
                    <a:pt x="2205" y="1316"/>
                  </a:lnTo>
                  <a:lnTo>
                    <a:pt x="2212" y="1337"/>
                  </a:lnTo>
                  <a:lnTo>
                    <a:pt x="2219" y="1356"/>
                  </a:lnTo>
                  <a:lnTo>
                    <a:pt x="2228" y="1375"/>
                  </a:lnTo>
                  <a:lnTo>
                    <a:pt x="2231" y="1378"/>
                  </a:lnTo>
                  <a:lnTo>
                    <a:pt x="2236" y="1382"/>
                  </a:lnTo>
                  <a:lnTo>
                    <a:pt x="2240" y="1385"/>
                  </a:lnTo>
                  <a:lnTo>
                    <a:pt x="2245" y="1389"/>
                  </a:lnTo>
                  <a:lnTo>
                    <a:pt x="2247" y="1394"/>
                  </a:lnTo>
                  <a:lnTo>
                    <a:pt x="2247" y="1429"/>
                  </a:lnTo>
                  <a:lnTo>
                    <a:pt x="2250" y="1433"/>
                  </a:lnTo>
                  <a:lnTo>
                    <a:pt x="2254" y="1438"/>
                  </a:lnTo>
                  <a:lnTo>
                    <a:pt x="2259" y="1441"/>
                  </a:lnTo>
                  <a:lnTo>
                    <a:pt x="2264" y="1445"/>
                  </a:lnTo>
                  <a:lnTo>
                    <a:pt x="2266" y="1448"/>
                  </a:lnTo>
                  <a:lnTo>
                    <a:pt x="2269" y="1459"/>
                  </a:lnTo>
                  <a:lnTo>
                    <a:pt x="2271" y="1467"/>
                  </a:lnTo>
                  <a:lnTo>
                    <a:pt x="2275" y="1478"/>
                  </a:lnTo>
                  <a:lnTo>
                    <a:pt x="2285" y="1490"/>
                  </a:lnTo>
                  <a:lnTo>
                    <a:pt x="2301" y="1501"/>
                  </a:lnTo>
                  <a:lnTo>
                    <a:pt x="2318" y="1511"/>
                  </a:lnTo>
                  <a:lnTo>
                    <a:pt x="2332" y="1522"/>
                  </a:lnTo>
                  <a:lnTo>
                    <a:pt x="2336" y="1527"/>
                  </a:lnTo>
                  <a:lnTo>
                    <a:pt x="2336" y="1534"/>
                  </a:lnTo>
                  <a:lnTo>
                    <a:pt x="2336" y="1539"/>
                  </a:lnTo>
                  <a:lnTo>
                    <a:pt x="2338" y="1544"/>
                  </a:lnTo>
                  <a:lnTo>
                    <a:pt x="2343" y="1550"/>
                  </a:lnTo>
                  <a:lnTo>
                    <a:pt x="2358" y="1551"/>
                  </a:lnTo>
                  <a:lnTo>
                    <a:pt x="2376" y="1543"/>
                  </a:lnTo>
                  <a:lnTo>
                    <a:pt x="2400" y="1537"/>
                  </a:lnTo>
                  <a:lnTo>
                    <a:pt x="2423" y="1532"/>
                  </a:lnTo>
                  <a:lnTo>
                    <a:pt x="2444" y="1529"/>
                  </a:lnTo>
                  <a:lnTo>
                    <a:pt x="2444" y="1532"/>
                  </a:lnTo>
                  <a:lnTo>
                    <a:pt x="2439" y="1541"/>
                  </a:lnTo>
                  <a:lnTo>
                    <a:pt x="2439" y="1551"/>
                  </a:lnTo>
                  <a:lnTo>
                    <a:pt x="2435" y="1563"/>
                  </a:lnTo>
                  <a:lnTo>
                    <a:pt x="2428" y="1581"/>
                  </a:lnTo>
                  <a:lnTo>
                    <a:pt x="2418" y="1602"/>
                  </a:lnTo>
                  <a:lnTo>
                    <a:pt x="2406" y="1623"/>
                  </a:lnTo>
                  <a:lnTo>
                    <a:pt x="2393" y="1640"/>
                  </a:lnTo>
                  <a:lnTo>
                    <a:pt x="2374" y="1659"/>
                  </a:lnTo>
                  <a:lnTo>
                    <a:pt x="2353" y="1677"/>
                  </a:lnTo>
                  <a:lnTo>
                    <a:pt x="2331" y="1694"/>
                  </a:lnTo>
                  <a:lnTo>
                    <a:pt x="2310" y="1714"/>
                  </a:lnTo>
                  <a:lnTo>
                    <a:pt x="2292" y="1735"/>
                  </a:lnTo>
                  <a:lnTo>
                    <a:pt x="2278" y="1759"/>
                  </a:lnTo>
                  <a:lnTo>
                    <a:pt x="2273" y="1782"/>
                  </a:lnTo>
                  <a:lnTo>
                    <a:pt x="2276" y="1803"/>
                  </a:lnTo>
                  <a:lnTo>
                    <a:pt x="2283" y="1824"/>
                  </a:lnTo>
                  <a:lnTo>
                    <a:pt x="2290" y="1843"/>
                  </a:lnTo>
                  <a:lnTo>
                    <a:pt x="2297" y="1864"/>
                  </a:lnTo>
                  <a:lnTo>
                    <a:pt x="2303" y="1885"/>
                  </a:lnTo>
                  <a:lnTo>
                    <a:pt x="2301" y="1906"/>
                  </a:lnTo>
                  <a:lnTo>
                    <a:pt x="2290" y="1928"/>
                  </a:lnTo>
                  <a:lnTo>
                    <a:pt x="2275" y="1939"/>
                  </a:lnTo>
                  <a:lnTo>
                    <a:pt x="2257" y="1947"/>
                  </a:lnTo>
                  <a:lnTo>
                    <a:pt x="2240" y="1956"/>
                  </a:lnTo>
                  <a:lnTo>
                    <a:pt x="2226" y="1968"/>
                  </a:lnTo>
                  <a:lnTo>
                    <a:pt x="2217" y="1986"/>
                  </a:lnTo>
                  <a:lnTo>
                    <a:pt x="2226" y="1996"/>
                  </a:lnTo>
                  <a:lnTo>
                    <a:pt x="2233" y="2012"/>
                  </a:lnTo>
                  <a:lnTo>
                    <a:pt x="2236" y="2031"/>
                  </a:lnTo>
                  <a:lnTo>
                    <a:pt x="2231" y="2035"/>
                  </a:lnTo>
                  <a:lnTo>
                    <a:pt x="2228" y="2038"/>
                  </a:lnTo>
                  <a:lnTo>
                    <a:pt x="2226" y="2040"/>
                  </a:lnTo>
                  <a:lnTo>
                    <a:pt x="2222" y="2043"/>
                  </a:lnTo>
                  <a:lnTo>
                    <a:pt x="2221" y="2047"/>
                  </a:lnTo>
                  <a:lnTo>
                    <a:pt x="2217" y="2050"/>
                  </a:lnTo>
                  <a:lnTo>
                    <a:pt x="2198" y="2054"/>
                  </a:lnTo>
                  <a:lnTo>
                    <a:pt x="2193" y="2066"/>
                  </a:lnTo>
                  <a:lnTo>
                    <a:pt x="2191" y="2080"/>
                  </a:lnTo>
                  <a:lnTo>
                    <a:pt x="2189" y="2094"/>
                  </a:lnTo>
                  <a:lnTo>
                    <a:pt x="2186" y="2108"/>
                  </a:lnTo>
                  <a:lnTo>
                    <a:pt x="2163" y="2127"/>
                  </a:lnTo>
                  <a:lnTo>
                    <a:pt x="2156" y="2143"/>
                  </a:lnTo>
                  <a:lnTo>
                    <a:pt x="2147" y="2159"/>
                  </a:lnTo>
                  <a:lnTo>
                    <a:pt x="2130" y="2174"/>
                  </a:lnTo>
                  <a:lnTo>
                    <a:pt x="2109" y="2187"/>
                  </a:lnTo>
                  <a:lnTo>
                    <a:pt x="2083" y="2194"/>
                  </a:lnTo>
                  <a:lnTo>
                    <a:pt x="2057" y="2201"/>
                  </a:lnTo>
                  <a:lnTo>
                    <a:pt x="2030" y="2206"/>
                  </a:lnTo>
                  <a:lnTo>
                    <a:pt x="2006" y="2211"/>
                  </a:lnTo>
                  <a:lnTo>
                    <a:pt x="2001" y="2208"/>
                  </a:lnTo>
                  <a:lnTo>
                    <a:pt x="1997" y="2204"/>
                  </a:lnTo>
                  <a:lnTo>
                    <a:pt x="1994" y="2202"/>
                  </a:lnTo>
                  <a:lnTo>
                    <a:pt x="1990" y="2197"/>
                  </a:lnTo>
                  <a:lnTo>
                    <a:pt x="1987" y="2194"/>
                  </a:lnTo>
                  <a:lnTo>
                    <a:pt x="1985" y="2185"/>
                  </a:lnTo>
                  <a:lnTo>
                    <a:pt x="1985" y="2174"/>
                  </a:lnTo>
                  <a:lnTo>
                    <a:pt x="1985" y="2162"/>
                  </a:lnTo>
                  <a:lnTo>
                    <a:pt x="1983" y="2150"/>
                  </a:lnTo>
                  <a:lnTo>
                    <a:pt x="1973" y="2133"/>
                  </a:lnTo>
                  <a:lnTo>
                    <a:pt x="1959" y="2117"/>
                  </a:lnTo>
                  <a:lnTo>
                    <a:pt x="1945" y="2099"/>
                  </a:lnTo>
                  <a:lnTo>
                    <a:pt x="1936" y="2082"/>
                  </a:lnTo>
                  <a:lnTo>
                    <a:pt x="1940" y="2070"/>
                  </a:lnTo>
                  <a:lnTo>
                    <a:pt x="1940" y="2068"/>
                  </a:lnTo>
                  <a:lnTo>
                    <a:pt x="1936" y="2064"/>
                  </a:lnTo>
                  <a:lnTo>
                    <a:pt x="1933" y="2063"/>
                  </a:lnTo>
                  <a:lnTo>
                    <a:pt x="1931" y="2059"/>
                  </a:lnTo>
                  <a:lnTo>
                    <a:pt x="1929" y="2059"/>
                  </a:lnTo>
                  <a:lnTo>
                    <a:pt x="1927" y="2054"/>
                  </a:lnTo>
                  <a:lnTo>
                    <a:pt x="1929" y="2049"/>
                  </a:lnTo>
                  <a:lnTo>
                    <a:pt x="1929" y="2045"/>
                  </a:lnTo>
                  <a:lnTo>
                    <a:pt x="1931" y="2042"/>
                  </a:lnTo>
                  <a:lnTo>
                    <a:pt x="1933" y="2038"/>
                  </a:lnTo>
                  <a:lnTo>
                    <a:pt x="1926" y="2035"/>
                  </a:lnTo>
                  <a:lnTo>
                    <a:pt x="1926" y="2031"/>
                  </a:lnTo>
                  <a:lnTo>
                    <a:pt x="1926" y="2028"/>
                  </a:lnTo>
                  <a:lnTo>
                    <a:pt x="1927" y="2023"/>
                  </a:lnTo>
                  <a:lnTo>
                    <a:pt x="1929" y="2019"/>
                  </a:lnTo>
                  <a:lnTo>
                    <a:pt x="1929" y="2014"/>
                  </a:lnTo>
                  <a:lnTo>
                    <a:pt x="1929" y="2009"/>
                  </a:lnTo>
                  <a:lnTo>
                    <a:pt x="1922" y="1995"/>
                  </a:lnTo>
                  <a:lnTo>
                    <a:pt x="1912" y="1979"/>
                  </a:lnTo>
                  <a:lnTo>
                    <a:pt x="1901" y="1965"/>
                  </a:lnTo>
                  <a:lnTo>
                    <a:pt x="1894" y="1951"/>
                  </a:lnTo>
                  <a:lnTo>
                    <a:pt x="1892" y="1934"/>
                  </a:lnTo>
                  <a:lnTo>
                    <a:pt x="1896" y="1914"/>
                  </a:lnTo>
                  <a:lnTo>
                    <a:pt x="1903" y="1897"/>
                  </a:lnTo>
                  <a:lnTo>
                    <a:pt x="1913" y="1878"/>
                  </a:lnTo>
                  <a:lnTo>
                    <a:pt x="1920" y="1862"/>
                  </a:lnTo>
                  <a:lnTo>
                    <a:pt x="1926" y="1848"/>
                  </a:lnTo>
                  <a:lnTo>
                    <a:pt x="1919" y="1834"/>
                  </a:lnTo>
                  <a:lnTo>
                    <a:pt x="1917" y="1822"/>
                  </a:lnTo>
                  <a:lnTo>
                    <a:pt x="1917" y="1810"/>
                  </a:lnTo>
                  <a:lnTo>
                    <a:pt x="1913" y="1794"/>
                  </a:lnTo>
                  <a:lnTo>
                    <a:pt x="1903" y="1773"/>
                  </a:lnTo>
                  <a:lnTo>
                    <a:pt x="1887" y="1752"/>
                  </a:lnTo>
                  <a:lnTo>
                    <a:pt x="1872" y="1733"/>
                  </a:lnTo>
                  <a:lnTo>
                    <a:pt x="1856" y="1717"/>
                  </a:lnTo>
                  <a:lnTo>
                    <a:pt x="1861" y="1696"/>
                  </a:lnTo>
                  <a:lnTo>
                    <a:pt x="1866" y="1677"/>
                  </a:lnTo>
                  <a:lnTo>
                    <a:pt x="1872" y="1656"/>
                  </a:lnTo>
                  <a:lnTo>
                    <a:pt x="1866" y="1653"/>
                  </a:lnTo>
                  <a:lnTo>
                    <a:pt x="1863" y="1651"/>
                  </a:lnTo>
                  <a:lnTo>
                    <a:pt x="1859" y="1647"/>
                  </a:lnTo>
                  <a:lnTo>
                    <a:pt x="1856" y="1646"/>
                  </a:lnTo>
                  <a:lnTo>
                    <a:pt x="1851" y="1646"/>
                  </a:lnTo>
                  <a:lnTo>
                    <a:pt x="1844" y="1644"/>
                  </a:lnTo>
                  <a:lnTo>
                    <a:pt x="1840" y="1647"/>
                  </a:lnTo>
                  <a:lnTo>
                    <a:pt x="1838" y="1649"/>
                  </a:lnTo>
                  <a:lnTo>
                    <a:pt x="1833" y="1651"/>
                  </a:lnTo>
                  <a:lnTo>
                    <a:pt x="1828" y="1651"/>
                  </a:lnTo>
                  <a:lnTo>
                    <a:pt x="1821" y="1651"/>
                  </a:lnTo>
                  <a:lnTo>
                    <a:pt x="1802" y="1621"/>
                  </a:lnTo>
                  <a:lnTo>
                    <a:pt x="1789" y="1619"/>
                  </a:lnTo>
                  <a:lnTo>
                    <a:pt x="1777" y="1618"/>
                  </a:lnTo>
                  <a:lnTo>
                    <a:pt x="1763" y="1616"/>
                  </a:lnTo>
                  <a:lnTo>
                    <a:pt x="1746" y="1623"/>
                  </a:lnTo>
                  <a:lnTo>
                    <a:pt x="1728" y="1630"/>
                  </a:lnTo>
                  <a:lnTo>
                    <a:pt x="1714" y="1635"/>
                  </a:lnTo>
                  <a:lnTo>
                    <a:pt x="1680" y="1628"/>
                  </a:lnTo>
                  <a:lnTo>
                    <a:pt x="1676" y="1640"/>
                  </a:lnTo>
                  <a:lnTo>
                    <a:pt x="1664" y="1640"/>
                  </a:lnTo>
                  <a:lnTo>
                    <a:pt x="1653" y="1637"/>
                  </a:lnTo>
                  <a:lnTo>
                    <a:pt x="1645" y="1635"/>
                  </a:lnTo>
                  <a:lnTo>
                    <a:pt x="1641" y="1637"/>
                  </a:lnTo>
                  <a:lnTo>
                    <a:pt x="1638" y="1640"/>
                  </a:lnTo>
                  <a:lnTo>
                    <a:pt x="1632" y="1642"/>
                  </a:lnTo>
                  <a:lnTo>
                    <a:pt x="1625" y="1644"/>
                  </a:lnTo>
                  <a:lnTo>
                    <a:pt x="1615" y="1632"/>
                  </a:lnTo>
                  <a:lnTo>
                    <a:pt x="1601" y="1625"/>
                  </a:lnTo>
                  <a:lnTo>
                    <a:pt x="1587" y="1618"/>
                  </a:lnTo>
                  <a:lnTo>
                    <a:pt x="1573" y="1611"/>
                  </a:lnTo>
                  <a:lnTo>
                    <a:pt x="1561" y="1602"/>
                  </a:lnTo>
                  <a:lnTo>
                    <a:pt x="1552" y="1579"/>
                  </a:lnTo>
                  <a:lnTo>
                    <a:pt x="1542" y="1567"/>
                  </a:lnTo>
                  <a:lnTo>
                    <a:pt x="1526" y="1555"/>
                  </a:lnTo>
                  <a:lnTo>
                    <a:pt x="1512" y="1543"/>
                  </a:lnTo>
                  <a:lnTo>
                    <a:pt x="1503" y="1532"/>
                  </a:lnTo>
                  <a:lnTo>
                    <a:pt x="1503" y="1509"/>
                  </a:lnTo>
                  <a:lnTo>
                    <a:pt x="1500" y="1499"/>
                  </a:lnTo>
                  <a:lnTo>
                    <a:pt x="1501" y="1483"/>
                  </a:lnTo>
                  <a:lnTo>
                    <a:pt x="1505" y="1469"/>
                  </a:lnTo>
                  <a:lnTo>
                    <a:pt x="1508" y="1457"/>
                  </a:lnTo>
                  <a:lnTo>
                    <a:pt x="1510" y="1448"/>
                  </a:lnTo>
                  <a:lnTo>
                    <a:pt x="1510" y="1434"/>
                  </a:lnTo>
                  <a:lnTo>
                    <a:pt x="1507" y="1426"/>
                  </a:lnTo>
                  <a:lnTo>
                    <a:pt x="1501" y="1417"/>
                  </a:lnTo>
                  <a:lnTo>
                    <a:pt x="1498" y="1410"/>
                  </a:lnTo>
                  <a:lnTo>
                    <a:pt x="1498" y="1399"/>
                  </a:lnTo>
                  <a:lnTo>
                    <a:pt x="1501" y="1385"/>
                  </a:lnTo>
                  <a:lnTo>
                    <a:pt x="1508" y="1370"/>
                  </a:lnTo>
                  <a:lnTo>
                    <a:pt x="1515" y="1352"/>
                  </a:lnTo>
                  <a:lnTo>
                    <a:pt x="1522" y="1337"/>
                  </a:lnTo>
                  <a:lnTo>
                    <a:pt x="1529" y="1324"/>
                  </a:lnTo>
                  <a:lnTo>
                    <a:pt x="1533" y="1317"/>
                  </a:lnTo>
                  <a:lnTo>
                    <a:pt x="1545" y="1307"/>
                  </a:lnTo>
                  <a:lnTo>
                    <a:pt x="1559" y="1298"/>
                  </a:lnTo>
                  <a:lnTo>
                    <a:pt x="1573" y="1291"/>
                  </a:lnTo>
                  <a:lnTo>
                    <a:pt x="1587" y="1282"/>
                  </a:lnTo>
                  <a:lnTo>
                    <a:pt x="1590" y="1274"/>
                  </a:lnTo>
                  <a:lnTo>
                    <a:pt x="1590" y="1263"/>
                  </a:lnTo>
                  <a:lnTo>
                    <a:pt x="1589" y="1251"/>
                  </a:lnTo>
                  <a:lnTo>
                    <a:pt x="1590" y="1241"/>
                  </a:lnTo>
                  <a:lnTo>
                    <a:pt x="1599" y="1227"/>
                  </a:lnTo>
                  <a:lnTo>
                    <a:pt x="1611" y="1216"/>
                  </a:lnTo>
                  <a:lnTo>
                    <a:pt x="1624" y="1206"/>
                  </a:lnTo>
                  <a:lnTo>
                    <a:pt x="1636" y="1195"/>
                  </a:lnTo>
                  <a:lnTo>
                    <a:pt x="1646" y="1183"/>
                  </a:lnTo>
                  <a:lnTo>
                    <a:pt x="1652" y="1167"/>
                  </a:lnTo>
                  <a:lnTo>
                    <a:pt x="1652" y="1166"/>
                  </a:lnTo>
                  <a:lnTo>
                    <a:pt x="1650" y="1166"/>
                  </a:lnTo>
                  <a:lnTo>
                    <a:pt x="1650" y="1164"/>
                  </a:lnTo>
                  <a:lnTo>
                    <a:pt x="1650" y="1162"/>
                  </a:lnTo>
                  <a:lnTo>
                    <a:pt x="1648" y="1160"/>
                  </a:lnTo>
                  <a:lnTo>
                    <a:pt x="1645" y="1159"/>
                  </a:lnTo>
                  <a:lnTo>
                    <a:pt x="1641" y="1157"/>
                  </a:lnTo>
                  <a:lnTo>
                    <a:pt x="1638" y="1157"/>
                  </a:lnTo>
                  <a:lnTo>
                    <a:pt x="1632" y="1155"/>
                  </a:lnTo>
                  <a:lnTo>
                    <a:pt x="1629" y="1159"/>
                  </a:lnTo>
                  <a:lnTo>
                    <a:pt x="1625" y="1159"/>
                  </a:lnTo>
                  <a:lnTo>
                    <a:pt x="1620" y="1160"/>
                  </a:lnTo>
                  <a:lnTo>
                    <a:pt x="1613" y="1160"/>
                  </a:lnTo>
                  <a:lnTo>
                    <a:pt x="1613" y="1155"/>
                  </a:lnTo>
                  <a:lnTo>
                    <a:pt x="1610" y="1155"/>
                  </a:lnTo>
                  <a:lnTo>
                    <a:pt x="1610" y="1141"/>
                  </a:lnTo>
                  <a:lnTo>
                    <a:pt x="1608" y="1122"/>
                  </a:lnTo>
                  <a:lnTo>
                    <a:pt x="1606" y="1099"/>
                  </a:lnTo>
                  <a:lnTo>
                    <a:pt x="1606" y="1077"/>
                  </a:lnTo>
                  <a:lnTo>
                    <a:pt x="1606" y="1057"/>
                  </a:lnTo>
                  <a:lnTo>
                    <a:pt x="1610" y="1045"/>
                  </a:lnTo>
                  <a:lnTo>
                    <a:pt x="1611" y="1040"/>
                  </a:lnTo>
                  <a:lnTo>
                    <a:pt x="1613" y="1036"/>
                  </a:lnTo>
                  <a:lnTo>
                    <a:pt x="1615" y="1035"/>
                  </a:lnTo>
                  <a:lnTo>
                    <a:pt x="1617" y="1035"/>
                  </a:lnTo>
                  <a:lnTo>
                    <a:pt x="1620" y="1035"/>
                  </a:lnTo>
                  <a:lnTo>
                    <a:pt x="1624" y="1033"/>
                  </a:lnTo>
                  <a:lnTo>
                    <a:pt x="1629" y="1033"/>
                  </a:lnTo>
                  <a:lnTo>
                    <a:pt x="1643" y="1038"/>
                  </a:lnTo>
                  <a:lnTo>
                    <a:pt x="1659" y="1042"/>
                  </a:lnTo>
                  <a:lnTo>
                    <a:pt x="1676" y="1042"/>
                  </a:lnTo>
                  <a:lnTo>
                    <a:pt x="1693" y="1038"/>
                  </a:lnTo>
                  <a:lnTo>
                    <a:pt x="1706" y="1033"/>
                  </a:lnTo>
                  <a:lnTo>
                    <a:pt x="1707" y="1031"/>
                  </a:lnTo>
                  <a:lnTo>
                    <a:pt x="1707" y="1029"/>
                  </a:lnTo>
                  <a:lnTo>
                    <a:pt x="1709" y="1029"/>
                  </a:lnTo>
                  <a:lnTo>
                    <a:pt x="1709" y="1028"/>
                  </a:lnTo>
                  <a:lnTo>
                    <a:pt x="1709" y="1026"/>
                  </a:lnTo>
                  <a:lnTo>
                    <a:pt x="1713" y="1012"/>
                  </a:lnTo>
                  <a:lnTo>
                    <a:pt x="1713" y="996"/>
                  </a:lnTo>
                  <a:lnTo>
                    <a:pt x="1711" y="981"/>
                  </a:lnTo>
                  <a:lnTo>
                    <a:pt x="1709" y="963"/>
                  </a:lnTo>
                  <a:lnTo>
                    <a:pt x="1697" y="960"/>
                  </a:lnTo>
                  <a:lnTo>
                    <a:pt x="1685" y="956"/>
                  </a:lnTo>
                  <a:lnTo>
                    <a:pt x="1673" y="949"/>
                  </a:lnTo>
                  <a:lnTo>
                    <a:pt x="1664" y="940"/>
                  </a:lnTo>
                  <a:lnTo>
                    <a:pt x="1667" y="939"/>
                  </a:lnTo>
                  <a:lnTo>
                    <a:pt x="1671" y="937"/>
                  </a:lnTo>
                  <a:lnTo>
                    <a:pt x="1673" y="935"/>
                  </a:lnTo>
                  <a:lnTo>
                    <a:pt x="1676" y="935"/>
                  </a:lnTo>
                  <a:lnTo>
                    <a:pt x="1680" y="933"/>
                  </a:lnTo>
                  <a:lnTo>
                    <a:pt x="1686" y="933"/>
                  </a:lnTo>
                  <a:lnTo>
                    <a:pt x="1690" y="932"/>
                  </a:lnTo>
                  <a:lnTo>
                    <a:pt x="1695" y="930"/>
                  </a:lnTo>
                  <a:lnTo>
                    <a:pt x="1700" y="930"/>
                  </a:lnTo>
                  <a:lnTo>
                    <a:pt x="1706" y="930"/>
                  </a:lnTo>
                  <a:lnTo>
                    <a:pt x="1706" y="911"/>
                  </a:lnTo>
                  <a:lnTo>
                    <a:pt x="1711" y="911"/>
                  </a:lnTo>
                  <a:lnTo>
                    <a:pt x="1716" y="912"/>
                  </a:lnTo>
                  <a:lnTo>
                    <a:pt x="1718" y="914"/>
                  </a:lnTo>
                  <a:lnTo>
                    <a:pt x="1721" y="914"/>
                  </a:lnTo>
                  <a:lnTo>
                    <a:pt x="1725" y="916"/>
                  </a:lnTo>
                  <a:lnTo>
                    <a:pt x="1728" y="918"/>
                  </a:lnTo>
                  <a:lnTo>
                    <a:pt x="1732" y="914"/>
                  </a:lnTo>
                  <a:lnTo>
                    <a:pt x="1737" y="912"/>
                  </a:lnTo>
                  <a:lnTo>
                    <a:pt x="1741" y="911"/>
                  </a:lnTo>
                  <a:lnTo>
                    <a:pt x="1746" y="909"/>
                  </a:lnTo>
                  <a:lnTo>
                    <a:pt x="1748" y="907"/>
                  </a:lnTo>
                  <a:lnTo>
                    <a:pt x="1749" y="904"/>
                  </a:lnTo>
                  <a:lnTo>
                    <a:pt x="1749" y="900"/>
                  </a:lnTo>
                  <a:lnTo>
                    <a:pt x="1749" y="897"/>
                  </a:lnTo>
                  <a:lnTo>
                    <a:pt x="1749" y="893"/>
                  </a:lnTo>
                  <a:lnTo>
                    <a:pt x="1751" y="890"/>
                  </a:lnTo>
                  <a:lnTo>
                    <a:pt x="1753" y="886"/>
                  </a:lnTo>
                  <a:lnTo>
                    <a:pt x="1786" y="876"/>
                  </a:lnTo>
                  <a:lnTo>
                    <a:pt x="1793" y="865"/>
                  </a:lnTo>
                  <a:lnTo>
                    <a:pt x="1795" y="855"/>
                  </a:lnTo>
                  <a:lnTo>
                    <a:pt x="1800" y="844"/>
                  </a:lnTo>
                  <a:lnTo>
                    <a:pt x="1810" y="837"/>
                  </a:lnTo>
                  <a:lnTo>
                    <a:pt x="1823" y="832"/>
                  </a:lnTo>
                  <a:lnTo>
                    <a:pt x="1838" y="827"/>
                  </a:lnTo>
                  <a:lnTo>
                    <a:pt x="1852" y="822"/>
                  </a:lnTo>
                  <a:lnTo>
                    <a:pt x="1854" y="820"/>
                  </a:lnTo>
                  <a:lnTo>
                    <a:pt x="1854" y="820"/>
                  </a:lnTo>
                  <a:lnTo>
                    <a:pt x="1854" y="818"/>
                  </a:lnTo>
                  <a:lnTo>
                    <a:pt x="1854" y="816"/>
                  </a:lnTo>
                  <a:lnTo>
                    <a:pt x="1856" y="815"/>
                  </a:lnTo>
                  <a:lnTo>
                    <a:pt x="1849" y="797"/>
                  </a:lnTo>
                  <a:lnTo>
                    <a:pt x="1845" y="776"/>
                  </a:lnTo>
                  <a:lnTo>
                    <a:pt x="1845" y="757"/>
                  </a:lnTo>
                  <a:lnTo>
                    <a:pt x="1844" y="741"/>
                  </a:lnTo>
                  <a:lnTo>
                    <a:pt x="1859" y="740"/>
                  </a:lnTo>
                  <a:lnTo>
                    <a:pt x="1870" y="736"/>
                  </a:lnTo>
                  <a:lnTo>
                    <a:pt x="1882" y="733"/>
                  </a:lnTo>
                  <a:lnTo>
                    <a:pt x="1882" y="741"/>
                  </a:lnTo>
                  <a:lnTo>
                    <a:pt x="1880" y="748"/>
                  </a:lnTo>
                  <a:lnTo>
                    <a:pt x="1878" y="761"/>
                  </a:lnTo>
                  <a:lnTo>
                    <a:pt x="1877" y="778"/>
                  </a:lnTo>
                  <a:lnTo>
                    <a:pt x="1875" y="794"/>
                  </a:lnTo>
                  <a:lnTo>
                    <a:pt x="1875" y="806"/>
                  </a:lnTo>
                  <a:lnTo>
                    <a:pt x="1880" y="809"/>
                  </a:lnTo>
                  <a:lnTo>
                    <a:pt x="1884" y="811"/>
                  </a:lnTo>
                  <a:lnTo>
                    <a:pt x="1885" y="813"/>
                  </a:lnTo>
                  <a:lnTo>
                    <a:pt x="1889" y="815"/>
                  </a:lnTo>
                  <a:lnTo>
                    <a:pt x="1894" y="818"/>
                  </a:lnTo>
                  <a:lnTo>
                    <a:pt x="1905" y="813"/>
                  </a:lnTo>
                  <a:lnTo>
                    <a:pt x="1912" y="813"/>
                  </a:lnTo>
                  <a:lnTo>
                    <a:pt x="1917" y="816"/>
                  </a:lnTo>
                  <a:lnTo>
                    <a:pt x="1924" y="822"/>
                  </a:lnTo>
                  <a:lnTo>
                    <a:pt x="1933" y="822"/>
                  </a:lnTo>
                  <a:lnTo>
                    <a:pt x="1943" y="818"/>
                  </a:lnTo>
                  <a:lnTo>
                    <a:pt x="1952" y="813"/>
                  </a:lnTo>
                  <a:lnTo>
                    <a:pt x="1957" y="808"/>
                  </a:lnTo>
                  <a:lnTo>
                    <a:pt x="1964" y="804"/>
                  </a:lnTo>
                  <a:lnTo>
                    <a:pt x="1973" y="801"/>
                  </a:lnTo>
                  <a:lnTo>
                    <a:pt x="1987" y="802"/>
                  </a:lnTo>
                  <a:lnTo>
                    <a:pt x="2006" y="806"/>
                  </a:lnTo>
                  <a:lnTo>
                    <a:pt x="2008" y="801"/>
                  </a:lnTo>
                  <a:lnTo>
                    <a:pt x="2009" y="799"/>
                  </a:lnTo>
                  <a:lnTo>
                    <a:pt x="2013" y="795"/>
                  </a:lnTo>
                  <a:lnTo>
                    <a:pt x="2016" y="794"/>
                  </a:lnTo>
                  <a:lnTo>
                    <a:pt x="2020" y="794"/>
                  </a:lnTo>
                  <a:lnTo>
                    <a:pt x="2025" y="792"/>
                  </a:lnTo>
                  <a:lnTo>
                    <a:pt x="2025" y="762"/>
                  </a:lnTo>
                  <a:lnTo>
                    <a:pt x="2029" y="738"/>
                  </a:lnTo>
                  <a:lnTo>
                    <a:pt x="2032" y="734"/>
                  </a:lnTo>
                  <a:lnTo>
                    <a:pt x="2036" y="733"/>
                  </a:lnTo>
                  <a:lnTo>
                    <a:pt x="2039" y="729"/>
                  </a:lnTo>
                  <a:lnTo>
                    <a:pt x="2043" y="727"/>
                  </a:lnTo>
                  <a:lnTo>
                    <a:pt x="2048" y="726"/>
                  </a:lnTo>
                  <a:lnTo>
                    <a:pt x="2048" y="729"/>
                  </a:lnTo>
                  <a:lnTo>
                    <a:pt x="2051" y="733"/>
                  </a:lnTo>
                  <a:lnTo>
                    <a:pt x="2053" y="736"/>
                  </a:lnTo>
                  <a:lnTo>
                    <a:pt x="2055" y="740"/>
                  </a:lnTo>
                  <a:lnTo>
                    <a:pt x="2057" y="741"/>
                  </a:lnTo>
                  <a:lnTo>
                    <a:pt x="2062" y="743"/>
                  </a:lnTo>
                  <a:lnTo>
                    <a:pt x="2067" y="745"/>
                  </a:lnTo>
                  <a:lnTo>
                    <a:pt x="2065" y="729"/>
                  </a:lnTo>
                  <a:lnTo>
                    <a:pt x="2064" y="719"/>
                  </a:lnTo>
                  <a:lnTo>
                    <a:pt x="2060" y="712"/>
                  </a:lnTo>
                  <a:lnTo>
                    <a:pt x="2058" y="703"/>
                  </a:lnTo>
                  <a:lnTo>
                    <a:pt x="2055" y="687"/>
                  </a:lnTo>
                  <a:lnTo>
                    <a:pt x="2064" y="686"/>
                  </a:lnTo>
                  <a:lnTo>
                    <a:pt x="2070" y="682"/>
                  </a:lnTo>
                  <a:lnTo>
                    <a:pt x="2076" y="679"/>
                  </a:lnTo>
                  <a:lnTo>
                    <a:pt x="2083" y="675"/>
                  </a:lnTo>
                  <a:lnTo>
                    <a:pt x="2095" y="675"/>
                  </a:lnTo>
                  <a:lnTo>
                    <a:pt x="2107" y="677"/>
                  </a:lnTo>
                  <a:lnTo>
                    <a:pt x="2116" y="679"/>
                  </a:lnTo>
                  <a:lnTo>
                    <a:pt x="2125" y="675"/>
                  </a:lnTo>
                  <a:lnTo>
                    <a:pt x="2132" y="665"/>
                  </a:lnTo>
                  <a:lnTo>
                    <a:pt x="2126" y="663"/>
                  </a:lnTo>
                  <a:lnTo>
                    <a:pt x="2121" y="661"/>
                  </a:lnTo>
                  <a:lnTo>
                    <a:pt x="2118" y="659"/>
                  </a:lnTo>
                  <a:lnTo>
                    <a:pt x="2112" y="658"/>
                  </a:lnTo>
                  <a:lnTo>
                    <a:pt x="2105" y="658"/>
                  </a:lnTo>
                  <a:lnTo>
                    <a:pt x="2088" y="666"/>
                  </a:lnTo>
                  <a:lnTo>
                    <a:pt x="2069" y="672"/>
                  </a:lnTo>
                  <a:lnTo>
                    <a:pt x="2048" y="675"/>
                  </a:lnTo>
                  <a:lnTo>
                    <a:pt x="2044" y="666"/>
                  </a:lnTo>
                  <a:lnTo>
                    <a:pt x="2039" y="659"/>
                  </a:lnTo>
                  <a:lnTo>
                    <a:pt x="2034" y="652"/>
                  </a:lnTo>
                  <a:lnTo>
                    <a:pt x="2030" y="644"/>
                  </a:lnTo>
                  <a:lnTo>
                    <a:pt x="2029" y="630"/>
                  </a:lnTo>
                  <a:lnTo>
                    <a:pt x="2030" y="619"/>
                  </a:lnTo>
                  <a:lnTo>
                    <a:pt x="2029" y="607"/>
                  </a:lnTo>
                  <a:lnTo>
                    <a:pt x="2027" y="593"/>
                  </a:lnTo>
                  <a:lnTo>
                    <a:pt x="2029" y="581"/>
                  </a:lnTo>
                  <a:lnTo>
                    <a:pt x="2037" y="563"/>
                  </a:lnTo>
                  <a:lnTo>
                    <a:pt x="2051" y="551"/>
                  </a:lnTo>
                  <a:lnTo>
                    <a:pt x="2065" y="537"/>
                  </a:lnTo>
                  <a:lnTo>
                    <a:pt x="2077" y="523"/>
                  </a:lnTo>
                  <a:lnTo>
                    <a:pt x="2086" y="507"/>
                  </a:lnTo>
                  <a:lnTo>
                    <a:pt x="2081" y="502"/>
                  </a:lnTo>
                  <a:lnTo>
                    <a:pt x="2076" y="497"/>
                  </a:lnTo>
                  <a:lnTo>
                    <a:pt x="2070" y="492"/>
                  </a:lnTo>
                  <a:lnTo>
                    <a:pt x="2057" y="494"/>
                  </a:lnTo>
                  <a:lnTo>
                    <a:pt x="2041" y="495"/>
                  </a:lnTo>
                  <a:lnTo>
                    <a:pt x="2036" y="520"/>
                  </a:lnTo>
                  <a:lnTo>
                    <a:pt x="2027" y="539"/>
                  </a:lnTo>
                  <a:lnTo>
                    <a:pt x="2015" y="555"/>
                  </a:lnTo>
                  <a:lnTo>
                    <a:pt x="2001" y="570"/>
                  </a:lnTo>
                  <a:lnTo>
                    <a:pt x="1988" y="588"/>
                  </a:lnTo>
                  <a:lnTo>
                    <a:pt x="1980" y="609"/>
                  </a:lnTo>
                  <a:lnTo>
                    <a:pt x="1974" y="633"/>
                  </a:lnTo>
                  <a:lnTo>
                    <a:pt x="1985" y="642"/>
                  </a:lnTo>
                  <a:lnTo>
                    <a:pt x="1995" y="652"/>
                  </a:lnTo>
                  <a:lnTo>
                    <a:pt x="2002" y="665"/>
                  </a:lnTo>
                  <a:lnTo>
                    <a:pt x="2006" y="680"/>
                  </a:lnTo>
                  <a:lnTo>
                    <a:pt x="2001" y="682"/>
                  </a:lnTo>
                  <a:lnTo>
                    <a:pt x="1999" y="684"/>
                  </a:lnTo>
                  <a:lnTo>
                    <a:pt x="1997" y="686"/>
                  </a:lnTo>
                  <a:lnTo>
                    <a:pt x="1997" y="686"/>
                  </a:lnTo>
                  <a:lnTo>
                    <a:pt x="1997" y="687"/>
                  </a:lnTo>
                  <a:lnTo>
                    <a:pt x="1995" y="689"/>
                  </a:lnTo>
                  <a:lnTo>
                    <a:pt x="1995" y="693"/>
                  </a:lnTo>
                  <a:lnTo>
                    <a:pt x="1994" y="694"/>
                  </a:lnTo>
                  <a:lnTo>
                    <a:pt x="1971" y="703"/>
                  </a:lnTo>
                  <a:lnTo>
                    <a:pt x="1968" y="724"/>
                  </a:lnTo>
                  <a:lnTo>
                    <a:pt x="1961" y="740"/>
                  </a:lnTo>
                  <a:lnTo>
                    <a:pt x="1954" y="752"/>
                  </a:lnTo>
                  <a:lnTo>
                    <a:pt x="1943" y="762"/>
                  </a:lnTo>
                  <a:lnTo>
                    <a:pt x="1934" y="773"/>
                  </a:lnTo>
                  <a:lnTo>
                    <a:pt x="1926" y="787"/>
                  </a:lnTo>
                  <a:lnTo>
                    <a:pt x="1920" y="787"/>
                  </a:lnTo>
                  <a:lnTo>
                    <a:pt x="1920" y="783"/>
                  </a:lnTo>
                  <a:lnTo>
                    <a:pt x="1906" y="764"/>
                  </a:lnTo>
                  <a:lnTo>
                    <a:pt x="1898" y="743"/>
                  </a:lnTo>
                  <a:lnTo>
                    <a:pt x="1892" y="720"/>
                  </a:lnTo>
                  <a:lnTo>
                    <a:pt x="1882" y="694"/>
                  </a:lnTo>
                  <a:lnTo>
                    <a:pt x="1868" y="701"/>
                  </a:lnTo>
                  <a:lnTo>
                    <a:pt x="1859" y="710"/>
                  </a:lnTo>
                  <a:lnTo>
                    <a:pt x="1849" y="717"/>
                  </a:lnTo>
                  <a:lnTo>
                    <a:pt x="1838" y="722"/>
                  </a:lnTo>
                  <a:lnTo>
                    <a:pt x="1821" y="726"/>
                  </a:lnTo>
                  <a:lnTo>
                    <a:pt x="1819" y="724"/>
                  </a:lnTo>
                  <a:lnTo>
                    <a:pt x="1817" y="724"/>
                  </a:lnTo>
                  <a:lnTo>
                    <a:pt x="1816" y="724"/>
                  </a:lnTo>
                  <a:lnTo>
                    <a:pt x="1814" y="722"/>
                  </a:lnTo>
                  <a:lnTo>
                    <a:pt x="1810" y="722"/>
                  </a:lnTo>
                  <a:lnTo>
                    <a:pt x="1809" y="701"/>
                  </a:lnTo>
                  <a:lnTo>
                    <a:pt x="1807" y="684"/>
                  </a:lnTo>
                  <a:lnTo>
                    <a:pt x="1803" y="670"/>
                  </a:lnTo>
                  <a:lnTo>
                    <a:pt x="1800" y="654"/>
                  </a:lnTo>
                  <a:lnTo>
                    <a:pt x="1798" y="633"/>
                  </a:lnTo>
                  <a:lnTo>
                    <a:pt x="1807" y="624"/>
                  </a:lnTo>
                  <a:lnTo>
                    <a:pt x="1810" y="616"/>
                  </a:lnTo>
                  <a:lnTo>
                    <a:pt x="1812" y="605"/>
                  </a:lnTo>
                  <a:lnTo>
                    <a:pt x="1817" y="591"/>
                  </a:lnTo>
                  <a:lnTo>
                    <a:pt x="1821" y="588"/>
                  </a:lnTo>
                  <a:lnTo>
                    <a:pt x="1826" y="583"/>
                  </a:lnTo>
                  <a:lnTo>
                    <a:pt x="1831" y="577"/>
                  </a:lnTo>
                  <a:lnTo>
                    <a:pt x="1837" y="572"/>
                  </a:lnTo>
                  <a:lnTo>
                    <a:pt x="1840" y="574"/>
                  </a:lnTo>
                  <a:lnTo>
                    <a:pt x="1842" y="576"/>
                  </a:lnTo>
                  <a:lnTo>
                    <a:pt x="1844" y="577"/>
                  </a:lnTo>
                  <a:lnTo>
                    <a:pt x="1845" y="579"/>
                  </a:lnTo>
                  <a:lnTo>
                    <a:pt x="1845" y="579"/>
                  </a:lnTo>
                  <a:lnTo>
                    <a:pt x="1849" y="576"/>
                  </a:lnTo>
                  <a:lnTo>
                    <a:pt x="1851" y="572"/>
                  </a:lnTo>
                  <a:lnTo>
                    <a:pt x="1852" y="569"/>
                  </a:lnTo>
                  <a:lnTo>
                    <a:pt x="1854" y="563"/>
                  </a:lnTo>
                  <a:lnTo>
                    <a:pt x="1856" y="560"/>
                  </a:lnTo>
                  <a:lnTo>
                    <a:pt x="1868" y="553"/>
                  </a:lnTo>
                  <a:lnTo>
                    <a:pt x="1878" y="549"/>
                  </a:lnTo>
                  <a:lnTo>
                    <a:pt x="1887" y="541"/>
                  </a:lnTo>
                  <a:lnTo>
                    <a:pt x="1884" y="539"/>
                  </a:lnTo>
                  <a:lnTo>
                    <a:pt x="1882" y="539"/>
                  </a:lnTo>
                  <a:lnTo>
                    <a:pt x="1880" y="539"/>
                  </a:lnTo>
                  <a:lnTo>
                    <a:pt x="1880" y="537"/>
                  </a:lnTo>
                  <a:lnTo>
                    <a:pt x="1880" y="537"/>
                  </a:lnTo>
                  <a:lnTo>
                    <a:pt x="1880" y="534"/>
                  </a:lnTo>
                  <a:lnTo>
                    <a:pt x="1878" y="530"/>
                  </a:lnTo>
                  <a:lnTo>
                    <a:pt x="1891" y="514"/>
                  </a:lnTo>
                  <a:lnTo>
                    <a:pt x="1903" y="495"/>
                  </a:lnTo>
                  <a:lnTo>
                    <a:pt x="1913" y="473"/>
                  </a:lnTo>
                  <a:lnTo>
                    <a:pt x="1924" y="450"/>
                  </a:lnTo>
                  <a:lnTo>
                    <a:pt x="1934" y="427"/>
                  </a:lnTo>
                  <a:lnTo>
                    <a:pt x="1947" y="406"/>
                  </a:lnTo>
                  <a:lnTo>
                    <a:pt x="1959" y="392"/>
                  </a:lnTo>
                  <a:lnTo>
                    <a:pt x="1974" y="384"/>
                  </a:lnTo>
                  <a:lnTo>
                    <a:pt x="1974" y="370"/>
                  </a:lnTo>
                  <a:lnTo>
                    <a:pt x="1990" y="370"/>
                  </a:lnTo>
                  <a:lnTo>
                    <a:pt x="1999" y="354"/>
                  </a:lnTo>
                  <a:lnTo>
                    <a:pt x="2013" y="343"/>
                  </a:lnTo>
                  <a:lnTo>
                    <a:pt x="2032" y="338"/>
                  </a:lnTo>
                  <a:lnTo>
                    <a:pt x="2034" y="340"/>
                  </a:lnTo>
                  <a:lnTo>
                    <a:pt x="2036" y="340"/>
                  </a:lnTo>
                  <a:lnTo>
                    <a:pt x="2036" y="340"/>
                  </a:lnTo>
                  <a:lnTo>
                    <a:pt x="2037" y="340"/>
                  </a:lnTo>
                  <a:lnTo>
                    <a:pt x="2041" y="342"/>
                  </a:lnTo>
                  <a:lnTo>
                    <a:pt x="2041" y="329"/>
                  </a:lnTo>
                  <a:lnTo>
                    <a:pt x="2046" y="329"/>
                  </a:lnTo>
                  <a:lnTo>
                    <a:pt x="2050" y="329"/>
                  </a:lnTo>
                  <a:lnTo>
                    <a:pt x="2053" y="329"/>
                  </a:lnTo>
                  <a:lnTo>
                    <a:pt x="2055" y="329"/>
                  </a:lnTo>
                  <a:lnTo>
                    <a:pt x="2057" y="331"/>
                  </a:lnTo>
                  <a:lnTo>
                    <a:pt x="2058" y="331"/>
                  </a:lnTo>
                  <a:lnTo>
                    <a:pt x="2064" y="335"/>
                  </a:lnTo>
                  <a:lnTo>
                    <a:pt x="2070" y="321"/>
                  </a:lnTo>
                  <a:lnTo>
                    <a:pt x="2081" y="312"/>
                  </a:lnTo>
                  <a:lnTo>
                    <a:pt x="2093" y="309"/>
                  </a:lnTo>
                  <a:lnTo>
                    <a:pt x="2109" y="305"/>
                  </a:lnTo>
                  <a:lnTo>
                    <a:pt x="2125" y="303"/>
                  </a:lnTo>
                  <a:lnTo>
                    <a:pt x="2132" y="310"/>
                  </a:lnTo>
                  <a:lnTo>
                    <a:pt x="2140" y="314"/>
                  </a:lnTo>
                  <a:lnTo>
                    <a:pt x="2147" y="315"/>
                  </a:lnTo>
                  <a:lnTo>
                    <a:pt x="2154" y="317"/>
                  </a:lnTo>
                  <a:lnTo>
                    <a:pt x="2160" y="324"/>
                  </a:lnTo>
                  <a:lnTo>
                    <a:pt x="2163" y="338"/>
                  </a:lnTo>
                  <a:lnTo>
                    <a:pt x="2161" y="340"/>
                  </a:lnTo>
                  <a:lnTo>
                    <a:pt x="2160" y="342"/>
                  </a:lnTo>
                  <a:lnTo>
                    <a:pt x="2158" y="342"/>
                  </a:lnTo>
                  <a:lnTo>
                    <a:pt x="2158" y="343"/>
                  </a:lnTo>
                  <a:lnTo>
                    <a:pt x="2156" y="345"/>
                  </a:lnTo>
                  <a:lnTo>
                    <a:pt x="2156" y="349"/>
                  </a:lnTo>
                  <a:lnTo>
                    <a:pt x="2158" y="352"/>
                  </a:lnTo>
                  <a:lnTo>
                    <a:pt x="2160" y="352"/>
                  </a:lnTo>
                  <a:lnTo>
                    <a:pt x="2161" y="354"/>
                  </a:lnTo>
                  <a:lnTo>
                    <a:pt x="2163" y="357"/>
                  </a:lnTo>
                  <a:lnTo>
                    <a:pt x="2175" y="352"/>
                  </a:lnTo>
                  <a:lnTo>
                    <a:pt x="2182" y="350"/>
                  </a:lnTo>
                  <a:lnTo>
                    <a:pt x="2187" y="350"/>
                  </a:lnTo>
                  <a:lnTo>
                    <a:pt x="2189" y="354"/>
                  </a:lnTo>
                  <a:lnTo>
                    <a:pt x="2191" y="359"/>
                  </a:lnTo>
                  <a:lnTo>
                    <a:pt x="2196" y="364"/>
                  </a:lnTo>
                  <a:lnTo>
                    <a:pt x="2201" y="370"/>
                  </a:lnTo>
                  <a:lnTo>
                    <a:pt x="2233" y="373"/>
                  </a:lnTo>
                  <a:lnTo>
                    <a:pt x="2245" y="380"/>
                  </a:lnTo>
                  <a:lnTo>
                    <a:pt x="2259" y="391"/>
                  </a:lnTo>
                  <a:lnTo>
                    <a:pt x="2273" y="405"/>
                  </a:lnTo>
                  <a:lnTo>
                    <a:pt x="2285" y="420"/>
                  </a:lnTo>
                  <a:lnTo>
                    <a:pt x="2296" y="436"/>
                  </a:lnTo>
                  <a:lnTo>
                    <a:pt x="2299" y="452"/>
                  </a:lnTo>
                  <a:lnTo>
                    <a:pt x="2297" y="467"/>
                  </a:lnTo>
                  <a:lnTo>
                    <a:pt x="2285" y="480"/>
                  </a:lnTo>
                  <a:lnTo>
                    <a:pt x="2269" y="488"/>
                  </a:lnTo>
                  <a:lnTo>
                    <a:pt x="2252" y="488"/>
                  </a:lnTo>
                  <a:lnTo>
                    <a:pt x="2236" y="481"/>
                  </a:lnTo>
                  <a:lnTo>
                    <a:pt x="2222" y="474"/>
                  </a:lnTo>
                  <a:lnTo>
                    <a:pt x="2208" y="469"/>
                  </a:lnTo>
                  <a:lnTo>
                    <a:pt x="2210" y="481"/>
                  </a:lnTo>
                  <a:lnTo>
                    <a:pt x="2212" y="497"/>
                  </a:lnTo>
                  <a:lnTo>
                    <a:pt x="2214" y="514"/>
                  </a:lnTo>
                  <a:lnTo>
                    <a:pt x="2217" y="528"/>
                  </a:lnTo>
                  <a:lnTo>
                    <a:pt x="2221" y="537"/>
                  </a:lnTo>
                  <a:lnTo>
                    <a:pt x="2224" y="542"/>
                  </a:lnTo>
                  <a:lnTo>
                    <a:pt x="2229" y="544"/>
                  </a:lnTo>
                  <a:lnTo>
                    <a:pt x="2233" y="548"/>
                  </a:lnTo>
                  <a:lnTo>
                    <a:pt x="2240" y="549"/>
                  </a:lnTo>
                  <a:lnTo>
                    <a:pt x="2238" y="537"/>
                  </a:lnTo>
                  <a:lnTo>
                    <a:pt x="2236" y="528"/>
                  </a:lnTo>
                  <a:lnTo>
                    <a:pt x="2236" y="518"/>
                  </a:lnTo>
                  <a:lnTo>
                    <a:pt x="2240" y="518"/>
                  </a:lnTo>
                  <a:lnTo>
                    <a:pt x="2240" y="514"/>
                  </a:lnTo>
                  <a:lnTo>
                    <a:pt x="2252" y="521"/>
                  </a:lnTo>
                  <a:lnTo>
                    <a:pt x="2264" y="528"/>
                  </a:lnTo>
                  <a:lnTo>
                    <a:pt x="2278" y="534"/>
                  </a:lnTo>
                  <a:lnTo>
                    <a:pt x="2280" y="530"/>
                  </a:lnTo>
                  <a:lnTo>
                    <a:pt x="2282" y="527"/>
                  </a:lnTo>
                  <a:lnTo>
                    <a:pt x="2283" y="525"/>
                  </a:lnTo>
                  <a:lnTo>
                    <a:pt x="2285" y="520"/>
                  </a:lnTo>
                  <a:lnTo>
                    <a:pt x="2285" y="514"/>
                  </a:lnTo>
                  <a:lnTo>
                    <a:pt x="2283" y="513"/>
                  </a:lnTo>
                  <a:lnTo>
                    <a:pt x="2282" y="511"/>
                  </a:lnTo>
                  <a:lnTo>
                    <a:pt x="2280" y="509"/>
                  </a:lnTo>
                  <a:lnTo>
                    <a:pt x="2280" y="507"/>
                  </a:lnTo>
                  <a:lnTo>
                    <a:pt x="2280" y="504"/>
                  </a:lnTo>
                  <a:lnTo>
                    <a:pt x="2278" y="499"/>
                  </a:lnTo>
                  <a:lnTo>
                    <a:pt x="2294" y="492"/>
                  </a:lnTo>
                  <a:lnTo>
                    <a:pt x="2304" y="481"/>
                  </a:lnTo>
                  <a:lnTo>
                    <a:pt x="2313" y="469"/>
                  </a:lnTo>
                  <a:lnTo>
                    <a:pt x="2318" y="471"/>
                  </a:lnTo>
                  <a:lnTo>
                    <a:pt x="2325" y="473"/>
                  </a:lnTo>
                  <a:lnTo>
                    <a:pt x="2332" y="474"/>
                  </a:lnTo>
                  <a:lnTo>
                    <a:pt x="2339" y="476"/>
                  </a:lnTo>
                  <a:lnTo>
                    <a:pt x="2336" y="438"/>
                  </a:lnTo>
                  <a:lnTo>
                    <a:pt x="2329" y="396"/>
                  </a:lnTo>
                  <a:lnTo>
                    <a:pt x="2358" y="396"/>
                  </a:lnTo>
                  <a:lnTo>
                    <a:pt x="2365" y="403"/>
                  </a:lnTo>
                  <a:lnTo>
                    <a:pt x="2372" y="413"/>
                  </a:lnTo>
                  <a:lnTo>
                    <a:pt x="2378" y="422"/>
                  </a:lnTo>
                  <a:lnTo>
                    <a:pt x="2378" y="431"/>
                  </a:lnTo>
                  <a:lnTo>
                    <a:pt x="2374" y="432"/>
                  </a:lnTo>
                  <a:lnTo>
                    <a:pt x="2372" y="432"/>
                  </a:lnTo>
                  <a:lnTo>
                    <a:pt x="2369" y="434"/>
                  </a:lnTo>
                  <a:lnTo>
                    <a:pt x="2362" y="434"/>
                  </a:lnTo>
                  <a:lnTo>
                    <a:pt x="2362" y="453"/>
                  </a:lnTo>
                  <a:lnTo>
                    <a:pt x="2367" y="455"/>
                  </a:lnTo>
                  <a:lnTo>
                    <a:pt x="2369" y="457"/>
                  </a:lnTo>
                  <a:lnTo>
                    <a:pt x="2372" y="459"/>
                  </a:lnTo>
                  <a:lnTo>
                    <a:pt x="2376" y="460"/>
                  </a:lnTo>
                  <a:lnTo>
                    <a:pt x="2381" y="460"/>
                  </a:lnTo>
                  <a:lnTo>
                    <a:pt x="2383" y="460"/>
                  </a:lnTo>
                  <a:lnTo>
                    <a:pt x="2385" y="459"/>
                  </a:lnTo>
                  <a:lnTo>
                    <a:pt x="2385" y="459"/>
                  </a:lnTo>
                  <a:lnTo>
                    <a:pt x="2386" y="459"/>
                  </a:lnTo>
                  <a:lnTo>
                    <a:pt x="2390" y="457"/>
                  </a:lnTo>
                  <a:lnTo>
                    <a:pt x="2392" y="452"/>
                  </a:lnTo>
                  <a:lnTo>
                    <a:pt x="2392" y="448"/>
                  </a:lnTo>
                  <a:lnTo>
                    <a:pt x="2392" y="443"/>
                  </a:lnTo>
                  <a:lnTo>
                    <a:pt x="2392" y="439"/>
                  </a:lnTo>
                  <a:lnTo>
                    <a:pt x="2390" y="434"/>
                  </a:lnTo>
                  <a:lnTo>
                    <a:pt x="2402" y="418"/>
                  </a:lnTo>
                  <a:lnTo>
                    <a:pt x="2416" y="405"/>
                  </a:lnTo>
                  <a:lnTo>
                    <a:pt x="2428" y="389"/>
                  </a:lnTo>
                  <a:lnTo>
                    <a:pt x="2434" y="387"/>
                  </a:lnTo>
                  <a:lnTo>
                    <a:pt x="2439" y="387"/>
                  </a:lnTo>
                  <a:lnTo>
                    <a:pt x="2441" y="385"/>
                  </a:lnTo>
                  <a:lnTo>
                    <a:pt x="2444" y="387"/>
                  </a:lnTo>
                  <a:lnTo>
                    <a:pt x="2448" y="389"/>
                  </a:lnTo>
                  <a:lnTo>
                    <a:pt x="2449" y="392"/>
                  </a:lnTo>
                  <a:lnTo>
                    <a:pt x="2451" y="396"/>
                  </a:lnTo>
                  <a:lnTo>
                    <a:pt x="2453" y="398"/>
                  </a:lnTo>
                  <a:lnTo>
                    <a:pt x="2454" y="401"/>
                  </a:lnTo>
                  <a:lnTo>
                    <a:pt x="2458" y="403"/>
                  </a:lnTo>
                  <a:lnTo>
                    <a:pt x="2458" y="399"/>
                  </a:lnTo>
                  <a:lnTo>
                    <a:pt x="2461" y="396"/>
                  </a:lnTo>
                  <a:lnTo>
                    <a:pt x="2463" y="392"/>
                  </a:lnTo>
                  <a:lnTo>
                    <a:pt x="2465" y="389"/>
                  </a:lnTo>
                  <a:lnTo>
                    <a:pt x="2465" y="384"/>
                  </a:lnTo>
                  <a:lnTo>
                    <a:pt x="2467" y="377"/>
                  </a:lnTo>
                  <a:lnTo>
                    <a:pt x="2482" y="377"/>
                  </a:lnTo>
                  <a:lnTo>
                    <a:pt x="2496" y="380"/>
                  </a:lnTo>
                  <a:lnTo>
                    <a:pt x="2509" y="384"/>
                  </a:lnTo>
                  <a:lnTo>
                    <a:pt x="2500" y="391"/>
                  </a:lnTo>
                  <a:lnTo>
                    <a:pt x="2491" y="396"/>
                  </a:lnTo>
                  <a:lnTo>
                    <a:pt x="2484" y="401"/>
                  </a:lnTo>
                  <a:lnTo>
                    <a:pt x="2477" y="411"/>
                  </a:lnTo>
                  <a:lnTo>
                    <a:pt x="2486" y="411"/>
                  </a:lnTo>
                  <a:lnTo>
                    <a:pt x="2491" y="406"/>
                  </a:lnTo>
                  <a:lnTo>
                    <a:pt x="2503" y="401"/>
                  </a:lnTo>
                  <a:lnTo>
                    <a:pt x="2516" y="396"/>
                  </a:lnTo>
                  <a:lnTo>
                    <a:pt x="2526" y="392"/>
                  </a:lnTo>
                  <a:lnTo>
                    <a:pt x="2537" y="389"/>
                  </a:lnTo>
                  <a:lnTo>
                    <a:pt x="2540" y="389"/>
                  </a:lnTo>
                  <a:lnTo>
                    <a:pt x="2542" y="391"/>
                  </a:lnTo>
                  <a:lnTo>
                    <a:pt x="2545" y="394"/>
                  </a:lnTo>
                  <a:lnTo>
                    <a:pt x="2547" y="396"/>
                  </a:lnTo>
                  <a:lnTo>
                    <a:pt x="2549" y="398"/>
                  </a:lnTo>
                  <a:lnTo>
                    <a:pt x="2552" y="398"/>
                  </a:lnTo>
                  <a:lnTo>
                    <a:pt x="2559" y="399"/>
                  </a:lnTo>
                  <a:lnTo>
                    <a:pt x="2561" y="396"/>
                  </a:lnTo>
                  <a:lnTo>
                    <a:pt x="2563" y="392"/>
                  </a:lnTo>
                  <a:lnTo>
                    <a:pt x="2564" y="391"/>
                  </a:lnTo>
                  <a:lnTo>
                    <a:pt x="2564" y="387"/>
                  </a:lnTo>
                  <a:lnTo>
                    <a:pt x="2566" y="382"/>
                  </a:lnTo>
                  <a:lnTo>
                    <a:pt x="2566" y="377"/>
                  </a:lnTo>
                  <a:lnTo>
                    <a:pt x="2563" y="373"/>
                  </a:lnTo>
                  <a:lnTo>
                    <a:pt x="2561" y="370"/>
                  </a:lnTo>
                  <a:lnTo>
                    <a:pt x="2559" y="366"/>
                  </a:lnTo>
                  <a:lnTo>
                    <a:pt x="2559" y="361"/>
                  </a:lnTo>
                  <a:lnTo>
                    <a:pt x="2559" y="354"/>
                  </a:lnTo>
                  <a:lnTo>
                    <a:pt x="2564" y="350"/>
                  </a:lnTo>
                  <a:lnTo>
                    <a:pt x="2568" y="347"/>
                  </a:lnTo>
                  <a:lnTo>
                    <a:pt x="2571" y="345"/>
                  </a:lnTo>
                  <a:lnTo>
                    <a:pt x="2578" y="342"/>
                  </a:lnTo>
                  <a:lnTo>
                    <a:pt x="2582" y="343"/>
                  </a:lnTo>
                  <a:lnTo>
                    <a:pt x="2587" y="345"/>
                  </a:lnTo>
                  <a:lnTo>
                    <a:pt x="2594" y="345"/>
                  </a:lnTo>
                  <a:lnTo>
                    <a:pt x="2601" y="345"/>
                  </a:lnTo>
                  <a:lnTo>
                    <a:pt x="2610" y="356"/>
                  </a:lnTo>
                  <a:lnTo>
                    <a:pt x="2622" y="368"/>
                  </a:lnTo>
                  <a:lnTo>
                    <a:pt x="2640" y="380"/>
                  </a:lnTo>
                  <a:lnTo>
                    <a:pt x="2655" y="392"/>
                  </a:lnTo>
                  <a:lnTo>
                    <a:pt x="2669" y="399"/>
                  </a:lnTo>
                  <a:lnTo>
                    <a:pt x="2678" y="403"/>
                  </a:lnTo>
                  <a:lnTo>
                    <a:pt x="2680" y="401"/>
                  </a:lnTo>
                  <a:lnTo>
                    <a:pt x="2680" y="401"/>
                  </a:lnTo>
                  <a:lnTo>
                    <a:pt x="2680" y="399"/>
                  </a:lnTo>
                  <a:lnTo>
                    <a:pt x="2680" y="399"/>
                  </a:lnTo>
                  <a:lnTo>
                    <a:pt x="2681" y="396"/>
                  </a:lnTo>
                  <a:lnTo>
                    <a:pt x="2676" y="391"/>
                  </a:lnTo>
                  <a:lnTo>
                    <a:pt x="2673" y="387"/>
                  </a:lnTo>
                  <a:lnTo>
                    <a:pt x="2671" y="382"/>
                  </a:lnTo>
                  <a:lnTo>
                    <a:pt x="2667" y="377"/>
                  </a:lnTo>
                  <a:lnTo>
                    <a:pt x="2666" y="370"/>
                  </a:lnTo>
                  <a:lnTo>
                    <a:pt x="2650" y="370"/>
                  </a:lnTo>
                  <a:lnTo>
                    <a:pt x="2652" y="349"/>
                  </a:lnTo>
                  <a:lnTo>
                    <a:pt x="2648" y="333"/>
                  </a:lnTo>
                  <a:lnTo>
                    <a:pt x="2646" y="319"/>
                  </a:lnTo>
                  <a:lnTo>
                    <a:pt x="2643" y="300"/>
                  </a:lnTo>
                  <a:lnTo>
                    <a:pt x="2653" y="293"/>
                  </a:lnTo>
                  <a:lnTo>
                    <a:pt x="2660" y="284"/>
                  </a:lnTo>
                  <a:lnTo>
                    <a:pt x="2664" y="274"/>
                  </a:lnTo>
                  <a:lnTo>
                    <a:pt x="2667" y="261"/>
                  </a:lnTo>
                  <a:lnTo>
                    <a:pt x="2671" y="251"/>
                  </a:lnTo>
                  <a:lnTo>
                    <a:pt x="2676" y="240"/>
                  </a:lnTo>
                  <a:lnTo>
                    <a:pt x="2683" y="232"/>
                  </a:lnTo>
                  <a:lnTo>
                    <a:pt x="2692" y="226"/>
                  </a:lnTo>
                  <a:lnTo>
                    <a:pt x="2708" y="225"/>
                  </a:lnTo>
                  <a:lnTo>
                    <a:pt x="2727" y="226"/>
                  </a:lnTo>
                  <a:lnTo>
                    <a:pt x="2732" y="235"/>
                  </a:lnTo>
                  <a:lnTo>
                    <a:pt x="2739" y="242"/>
                  </a:lnTo>
                  <a:lnTo>
                    <a:pt x="2737" y="256"/>
                  </a:lnTo>
                  <a:lnTo>
                    <a:pt x="2734" y="270"/>
                  </a:lnTo>
                  <a:lnTo>
                    <a:pt x="2730" y="282"/>
                  </a:lnTo>
                  <a:lnTo>
                    <a:pt x="2729" y="293"/>
                  </a:lnTo>
                  <a:lnTo>
                    <a:pt x="2727" y="300"/>
                  </a:lnTo>
                  <a:lnTo>
                    <a:pt x="2730" y="309"/>
                  </a:lnTo>
                  <a:lnTo>
                    <a:pt x="2736" y="321"/>
                  </a:lnTo>
                  <a:lnTo>
                    <a:pt x="2739" y="335"/>
                  </a:lnTo>
                  <a:lnTo>
                    <a:pt x="2742" y="345"/>
                  </a:lnTo>
                  <a:lnTo>
                    <a:pt x="2742" y="357"/>
                  </a:lnTo>
                  <a:lnTo>
                    <a:pt x="2739" y="368"/>
                  </a:lnTo>
                  <a:lnTo>
                    <a:pt x="2736" y="377"/>
                  </a:lnTo>
                  <a:lnTo>
                    <a:pt x="2736" y="384"/>
                  </a:lnTo>
                  <a:lnTo>
                    <a:pt x="2737" y="389"/>
                  </a:lnTo>
                  <a:lnTo>
                    <a:pt x="2739" y="392"/>
                  </a:lnTo>
                  <a:lnTo>
                    <a:pt x="2742" y="396"/>
                  </a:lnTo>
                  <a:lnTo>
                    <a:pt x="2746" y="399"/>
                  </a:lnTo>
                  <a:lnTo>
                    <a:pt x="2748" y="405"/>
                  </a:lnTo>
                  <a:lnTo>
                    <a:pt x="2751" y="411"/>
                  </a:lnTo>
                  <a:lnTo>
                    <a:pt x="2746" y="422"/>
                  </a:lnTo>
                  <a:lnTo>
                    <a:pt x="2742" y="434"/>
                  </a:lnTo>
                  <a:lnTo>
                    <a:pt x="2742" y="450"/>
                  </a:lnTo>
                  <a:lnTo>
                    <a:pt x="2737" y="453"/>
                  </a:lnTo>
                  <a:lnTo>
                    <a:pt x="2734" y="457"/>
                  </a:lnTo>
                  <a:lnTo>
                    <a:pt x="2729" y="459"/>
                  </a:lnTo>
                  <a:lnTo>
                    <a:pt x="2723" y="462"/>
                  </a:lnTo>
                  <a:lnTo>
                    <a:pt x="2716" y="464"/>
                  </a:lnTo>
                  <a:lnTo>
                    <a:pt x="2716" y="469"/>
                  </a:lnTo>
                  <a:lnTo>
                    <a:pt x="2736" y="469"/>
                  </a:lnTo>
                  <a:lnTo>
                    <a:pt x="2737" y="467"/>
                  </a:lnTo>
                  <a:lnTo>
                    <a:pt x="2737" y="467"/>
                  </a:lnTo>
                  <a:lnTo>
                    <a:pt x="2739" y="466"/>
                  </a:lnTo>
                  <a:lnTo>
                    <a:pt x="2739" y="466"/>
                  </a:lnTo>
                  <a:lnTo>
                    <a:pt x="2742" y="464"/>
                  </a:lnTo>
                  <a:lnTo>
                    <a:pt x="2749" y="452"/>
                  </a:lnTo>
                  <a:lnTo>
                    <a:pt x="2756" y="438"/>
                  </a:lnTo>
                  <a:lnTo>
                    <a:pt x="2762" y="427"/>
                  </a:lnTo>
                  <a:lnTo>
                    <a:pt x="2765" y="410"/>
                  </a:lnTo>
                  <a:lnTo>
                    <a:pt x="2762" y="394"/>
                  </a:lnTo>
                  <a:lnTo>
                    <a:pt x="2760" y="378"/>
                  </a:lnTo>
                  <a:lnTo>
                    <a:pt x="2758" y="364"/>
                  </a:lnTo>
                  <a:lnTo>
                    <a:pt x="2777" y="364"/>
                  </a:lnTo>
                  <a:lnTo>
                    <a:pt x="2795" y="364"/>
                  </a:lnTo>
                  <a:lnTo>
                    <a:pt x="2812" y="370"/>
                  </a:lnTo>
                  <a:lnTo>
                    <a:pt x="2812" y="364"/>
                  </a:lnTo>
                  <a:lnTo>
                    <a:pt x="2795" y="357"/>
                  </a:lnTo>
                  <a:lnTo>
                    <a:pt x="2774" y="349"/>
                  </a:lnTo>
                  <a:lnTo>
                    <a:pt x="2755" y="342"/>
                  </a:lnTo>
                  <a:lnTo>
                    <a:pt x="2751" y="324"/>
                  </a:lnTo>
                  <a:lnTo>
                    <a:pt x="2746" y="312"/>
                  </a:lnTo>
                  <a:lnTo>
                    <a:pt x="2741" y="302"/>
                  </a:lnTo>
                  <a:lnTo>
                    <a:pt x="2736" y="288"/>
                  </a:lnTo>
                  <a:lnTo>
                    <a:pt x="2758" y="268"/>
                  </a:lnTo>
                  <a:lnTo>
                    <a:pt x="2758" y="235"/>
                  </a:lnTo>
                  <a:lnTo>
                    <a:pt x="2762" y="235"/>
                  </a:lnTo>
                  <a:lnTo>
                    <a:pt x="2765" y="235"/>
                  </a:lnTo>
                  <a:lnTo>
                    <a:pt x="2767" y="235"/>
                  </a:lnTo>
                  <a:lnTo>
                    <a:pt x="2767" y="237"/>
                  </a:lnTo>
                  <a:lnTo>
                    <a:pt x="2770" y="239"/>
                  </a:lnTo>
                  <a:lnTo>
                    <a:pt x="2774" y="249"/>
                  </a:lnTo>
                  <a:lnTo>
                    <a:pt x="2777" y="260"/>
                  </a:lnTo>
                  <a:lnTo>
                    <a:pt x="2784" y="268"/>
                  </a:lnTo>
                  <a:lnTo>
                    <a:pt x="2797" y="261"/>
                  </a:lnTo>
                  <a:lnTo>
                    <a:pt x="2812" y="258"/>
                  </a:lnTo>
                  <a:lnTo>
                    <a:pt x="2832" y="258"/>
                  </a:lnTo>
                  <a:lnTo>
                    <a:pt x="2842" y="272"/>
                  </a:lnTo>
                  <a:lnTo>
                    <a:pt x="2858" y="286"/>
                  </a:lnTo>
                  <a:lnTo>
                    <a:pt x="2873" y="296"/>
                  </a:lnTo>
                  <a:lnTo>
                    <a:pt x="2873" y="288"/>
                  </a:lnTo>
                  <a:lnTo>
                    <a:pt x="2861" y="275"/>
                  </a:lnTo>
                  <a:lnTo>
                    <a:pt x="2852" y="260"/>
                  </a:lnTo>
                  <a:lnTo>
                    <a:pt x="2847" y="240"/>
                  </a:lnTo>
                  <a:lnTo>
                    <a:pt x="2842" y="221"/>
                  </a:lnTo>
                  <a:lnTo>
                    <a:pt x="2838" y="200"/>
                  </a:lnTo>
                  <a:lnTo>
                    <a:pt x="2861" y="193"/>
                  </a:lnTo>
                  <a:lnTo>
                    <a:pt x="2886" y="188"/>
                  </a:lnTo>
                  <a:lnTo>
                    <a:pt x="2893" y="204"/>
                  </a:lnTo>
                  <a:lnTo>
                    <a:pt x="2896" y="204"/>
                  </a:lnTo>
                  <a:lnTo>
                    <a:pt x="2900" y="188"/>
                  </a:lnTo>
                  <a:lnTo>
                    <a:pt x="2903" y="171"/>
                  </a:lnTo>
                  <a:lnTo>
                    <a:pt x="2908" y="153"/>
                  </a:lnTo>
                  <a:lnTo>
                    <a:pt x="2924" y="144"/>
                  </a:lnTo>
                  <a:lnTo>
                    <a:pt x="2936" y="134"/>
                  </a:lnTo>
                  <a:lnTo>
                    <a:pt x="2950" y="123"/>
                  </a:lnTo>
                  <a:lnTo>
                    <a:pt x="2964" y="117"/>
                  </a:lnTo>
                  <a:lnTo>
                    <a:pt x="2980" y="111"/>
                  </a:lnTo>
                  <a:lnTo>
                    <a:pt x="3001" y="111"/>
                  </a:lnTo>
                  <a:lnTo>
                    <a:pt x="3003" y="104"/>
                  </a:lnTo>
                  <a:lnTo>
                    <a:pt x="3006" y="99"/>
                  </a:lnTo>
                  <a:lnTo>
                    <a:pt x="3008" y="94"/>
                  </a:lnTo>
                  <a:lnTo>
                    <a:pt x="3011" y="89"/>
                  </a:lnTo>
                  <a:lnTo>
                    <a:pt x="3022" y="89"/>
                  </a:lnTo>
                  <a:lnTo>
                    <a:pt x="3036" y="89"/>
                  </a:lnTo>
                  <a:lnTo>
                    <a:pt x="3050" y="89"/>
                  </a:lnTo>
                  <a:lnTo>
                    <a:pt x="3060" y="89"/>
                  </a:lnTo>
                  <a:lnTo>
                    <a:pt x="3065" y="89"/>
                  </a:lnTo>
                  <a:lnTo>
                    <a:pt x="3072" y="83"/>
                  </a:lnTo>
                  <a:lnTo>
                    <a:pt x="3079" y="78"/>
                  </a:lnTo>
                  <a:lnTo>
                    <a:pt x="3086" y="71"/>
                  </a:lnTo>
                  <a:lnTo>
                    <a:pt x="3092" y="66"/>
                  </a:lnTo>
                  <a:lnTo>
                    <a:pt x="3097" y="68"/>
                  </a:lnTo>
                  <a:lnTo>
                    <a:pt x="3100" y="68"/>
                  </a:lnTo>
                  <a:lnTo>
                    <a:pt x="3106" y="69"/>
                  </a:lnTo>
                  <a:lnTo>
                    <a:pt x="3111" y="69"/>
                  </a:lnTo>
                  <a:lnTo>
                    <a:pt x="3111" y="50"/>
                  </a:lnTo>
                  <a:lnTo>
                    <a:pt x="3126" y="43"/>
                  </a:lnTo>
                  <a:lnTo>
                    <a:pt x="3139" y="36"/>
                  </a:lnTo>
                  <a:lnTo>
                    <a:pt x="3151" y="27"/>
                  </a:lnTo>
                  <a:lnTo>
                    <a:pt x="3161" y="17"/>
                  </a:lnTo>
                  <a:lnTo>
                    <a:pt x="3165" y="0"/>
                  </a:lnTo>
                  <a:close/>
                </a:path>
              </a:pathLst>
            </a:custGeom>
            <a:solidFill>
              <a:schemeClr val="bg1"/>
            </a:solidFill>
            <a:ln w="3175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23" name="CustomShape 5"/>
            <p:cNvSpPr/>
            <p:nvPr/>
          </p:nvSpPr>
          <p:spPr>
            <a:xfrm>
              <a:off x="3442320" y="1332720"/>
              <a:ext cx="5499000" cy="2028240"/>
            </a:xfrm>
            <a:custGeom>
              <a:avLst/>
              <a:gdLst/>
              <a:ahLst/>
              <a:rect l="l" t="t" r="r" b="b"/>
              <a:pathLst>
                <a:path w="2868" h="976">
                  <a:moveTo>
                    <a:pt x="7" y="243"/>
                  </a:moveTo>
                  <a:lnTo>
                    <a:pt x="25" y="248"/>
                  </a:lnTo>
                  <a:lnTo>
                    <a:pt x="37" y="257"/>
                  </a:lnTo>
                  <a:lnTo>
                    <a:pt x="47" y="265"/>
                  </a:lnTo>
                  <a:lnTo>
                    <a:pt x="58" y="276"/>
                  </a:lnTo>
                  <a:lnTo>
                    <a:pt x="68" y="284"/>
                  </a:lnTo>
                  <a:lnTo>
                    <a:pt x="68" y="281"/>
                  </a:lnTo>
                  <a:lnTo>
                    <a:pt x="74" y="281"/>
                  </a:lnTo>
                  <a:lnTo>
                    <a:pt x="74" y="284"/>
                  </a:lnTo>
                  <a:lnTo>
                    <a:pt x="75" y="288"/>
                  </a:lnTo>
                  <a:lnTo>
                    <a:pt x="79" y="293"/>
                  </a:lnTo>
                  <a:lnTo>
                    <a:pt x="81" y="300"/>
                  </a:lnTo>
                  <a:lnTo>
                    <a:pt x="74" y="300"/>
                  </a:lnTo>
                  <a:lnTo>
                    <a:pt x="70" y="300"/>
                  </a:lnTo>
                  <a:lnTo>
                    <a:pt x="70" y="302"/>
                  </a:lnTo>
                  <a:lnTo>
                    <a:pt x="68" y="302"/>
                  </a:lnTo>
                  <a:lnTo>
                    <a:pt x="65" y="302"/>
                  </a:lnTo>
                  <a:lnTo>
                    <a:pt x="61" y="304"/>
                  </a:lnTo>
                  <a:lnTo>
                    <a:pt x="47" y="293"/>
                  </a:lnTo>
                  <a:lnTo>
                    <a:pt x="33" y="288"/>
                  </a:lnTo>
                  <a:lnTo>
                    <a:pt x="16" y="284"/>
                  </a:lnTo>
                  <a:lnTo>
                    <a:pt x="0" y="276"/>
                  </a:lnTo>
                  <a:lnTo>
                    <a:pt x="6" y="271"/>
                  </a:lnTo>
                  <a:lnTo>
                    <a:pt x="7" y="265"/>
                  </a:lnTo>
                  <a:lnTo>
                    <a:pt x="6" y="260"/>
                  </a:lnTo>
                  <a:lnTo>
                    <a:pt x="6" y="253"/>
                  </a:lnTo>
                  <a:lnTo>
                    <a:pt x="7" y="243"/>
                  </a:lnTo>
                  <a:close/>
                  <a:moveTo>
                    <a:pt x="1222" y="236"/>
                  </a:moveTo>
                  <a:lnTo>
                    <a:pt x="1226" y="236"/>
                  </a:lnTo>
                  <a:lnTo>
                    <a:pt x="1229" y="237"/>
                  </a:lnTo>
                  <a:lnTo>
                    <a:pt x="1231" y="239"/>
                  </a:lnTo>
                  <a:lnTo>
                    <a:pt x="1233" y="241"/>
                  </a:lnTo>
                  <a:lnTo>
                    <a:pt x="1234" y="243"/>
                  </a:lnTo>
                  <a:lnTo>
                    <a:pt x="1234" y="244"/>
                  </a:lnTo>
                  <a:lnTo>
                    <a:pt x="1234" y="246"/>
                  </a:lnTo>
                  <a:lnTo>
                    <a:pt x="1236" y="250"/>
                  </a:lnTo>
                  <a:lnTo>
                    <a:pt x="1229" y="250"/>
                  </a:lnTo>
                  <a:lnTo>
                    <a:pt x="1226" y="251"/>
                  </a:lnTo>
                  <a:lnTo>
                    <a:pt x="1222" y="251"/>
                  </a:lnTo>
                  <a:lnTo>
                    <a:pt x="1219" y="253"/>
                  </a:lnTo>
                  <a:lnTo>
                    <a:pt x="1213" y="253"/>
                  </a:lnTo>
                  <a:lnTo>
                    <a:pt x="1213" y="250"/>
                  </a:lnTo>
                  <a:lnTo>
                    <a:pt x="1210" y="250"/>
                  </a:lnTo>
                  <a:lnTo>
                    <a:pt x="1210" y="237"/>
                  </a:lnTo>
                  <a:lnTo>
                    <a:pt x="1215" y="237"/>
                  </a:lnTo>
                  <a:lnTo>
                    <a:pt x="1220" y="236"/>
                  </a:lnTo>
                  <a:lnTo>
                    <a:pt x="1222" y="236"/>
                  </a:lnTo>
                  <a:close/>
                  <a:moveTo>
                    <a:pt x="61" y="227"/>
                  </a:moveTo>
                  <a:lnTo>
                    <a:pt x="77" y="227"/>
                  </a:lnTo>
                  <a:lnTo>
                    <a:pt x="77" y="230"/>
                  </a:lnTo>
                  <a:lnTo>
                    <a:pt x="74" y="230"/>
                  </a:lnTo>
                  <a:lnTo>
                    <a:pt x="70" y="230"/>
                  </a:lnTo>
                  <a:lnTo>
                    <a:pt x="68" y="232"/>
                  </a:lnTo>
                  <a:lnTo>
                    <a:pt x="67" y="232"/>
                  </a:lnTo>
                  <a:lnTo>
                    <a:pt x="67" y="232"/>
                  </a:lnTo>
                  <a:lnTo>
                    <a:pt x="65" y="232"/>
                  </a:lnTo>
                  <a:lnTo>
                    <a:pt x="63" y="230"/>
                  </a:lnTo>
                  <a:lnTo>
                    <a:pt x="61" y="227"/>
                  </a:lnTo>
                  <a:close/>
                  <a:moveTo>
                    <a:pt x="1716" y="202"/>
                  </a:moveTo>
                  <a:lnTo>
                    <a:pt x="1728" y="202"/>
                  </a:lnTo>
                  <a:lnTo>
                    <a:pt x="1732" y="216"/>
                  </a:lnTo>
                  <a:lnTo>
                    <a:pt x="1735" y="225"/>
                  </a:lnTo>
                  <a:lnTo>
                    <a:pt x="1742" y="229"/>
                  </a:lnTo>
                  <a:lnTo>
                    <a:pt x="1754" y="234"/>
                  </a:lnTo>
                  <a:lnTo>
                    <a:pt x="1749" y="255"/>
                  </a:lnTo>
                  <a:lnTo>
                    <a:pt x="1742" y="276"/>
                  </a:lnTo>
                  <a:lnTo>
                    <a:pt x="1732" y="291"/>
                  </a:lnTo>
                  <a:lnTo>
                    <a:pt x="1732" y="272"/>
                  </a:lnTo>
                  <a:lnTo>
                    <a:pt x="1709" y="272"/>
                  </a:lnTo>
                  <a:lnTo>
                    <a:pt x="1711" y="250"/>
                  </a:lnTo>
                  <a:lnTo>
                    <a:pt x="1713" y="229"/>
                  </a:lnTo>
                  <a:lnTo>
                    <a:pt x="1716" y="202"/>
                  </a:lnTo>
                  <a:close/>
                  <a:moveTo>
                    <a:pt x="2819" y="157"/>
                  </a:moveTo>
                  <a:lnTo>
                    <a:pt x="2823" y="157"/>
                  </a:lnTo>
                  <a:lnTo>
                    <a:pt x="2823" y="161"/>
                  </a:lnTo>
                  <a:lnTo>
                    <a:pt x="2824" y="166"/>
                  </a:lnTo>
                  <a:lnTo>
                    <a:pt x="2826" y="168"/>
                  </a:lnTo>
                  <a:lnTo>
                    <a:pt x="2828" y="171"/>
                  </a:lnTo>
                  <a:lnTo>
                    <a:pt x="2830" y="173"/>
                  </a:lnTo>
                  <a:lnTo>
                    <a:pt x="2833" y="176"/>
                  </a:lnTo>
                  <a:lnTo>
                    <a:pt x="2837" y="173"/>
                  </a:lnTo>
                  <a:lnTo>
                    <a:pt x="2838" y="169"/>
                  </a:lnTo>
                  <a:lnTo>
                    <a:pt x="2840" y="168"/>
                  </a:lnTo>
                  <a:lnTo>
                    <a:pt x="2844" y="168"/>
                  </a:lnTo>
                  <a:lnTo>
                    <a:pt x="2849" y="166"/>
                  </a:lnTo>
                  <a:lnTo>
                    <a:pt x="2852" y="176"/>
                  </a:lnTo>
                  <a:lnTo>
                    <a:pt x="2858" y="183"/>
                  </a:lnTo>
                  <a:lnTo>
                    <a:pt x="2863" y="190"/>
                  </a:lnTo>
                  <a:lnTo>
                    <a:pt x="2866" y="199"/>
                  </a:lnTo>
                  <a:lnTo>
                    <a:pt x="2868" y="211"/>
                  </a:lnTo>
                  <a:lnTo>
                    <a:pt x="2868" y="213"/>
                  </a:lnTo>
                  <a:lnTo>
                    <a:pt x="2866" y="215"/>
                  </a:lnTo>
                  <a:lnTo>
                    <a:pt x="2866" y="216"/>
                  </a:lnTo>
                  <a:lnTo>
                    <a:pt x="2866" y="218"/>
                  </a:lnTo>
                  <a:lnTo>
                    <a:pt x="2866" y="220"/>
                  </a:lnTo>
                  <a:lnTo>
                    <a:pt x="2865" y="223"/>
                  </a:lnTo>
                  <a:lnTo>
                    <a:pt x="2854" y="230"/>
                  </a:lnTo>
                  <a:lnTo>
                    <a:pt x="2838" y="237"/>
                  </a:lnTo>
                  <a:lnTo>
                    <a:pt x="2819" y="241"/>
                  </a:lnTo>
                  <a:lnTo>
                    <a:pt x="2800" y="244"/>
                  </a:lnTo>
                  <a:lnTo>
                    <a:pt x="2784" y="246"/>
                  </a:lnTo>
                  <a:lnTo>
                    <a:pt x="2786" y="237"/>
                  </a:lnTo>
                  <a:lnTo>
                    <a:pt x="2788" y="234"/>
                  </a:lnTo>
                  <a:lnTo>
                    <a:pt x="2790" y="230"/>
                  </a:lnTo>
                  <a:lnTo>
                    <a:pt x="2791" y="229"/>
                  </a:lnTo>
                  <a:lnTo>
                    <a:pt x="2793" y="229"/>
                  </a:lnTo>
                  <a:lnTo>
                    <a:pt x="2797" y="227"/>
                  </a:lnTo>
                  <a:lnTo>
                    <a:pt x="2798" y="227"/>
                  </a:lnTo>
                  <a:lnTo>
                    <a:pt x="2800" y="225"/>
                  </a:lnTo>
                  <a:lnTo>
                    <a:pt x="2804" y="223"/>
                  </a:lnTo>
                  <a:lnTo>
                    <a:pt x="2809" y="209"/>
                  </a:lnTo>
                  <a:lnTo>
                    <a:pt x="2809" y="195"/>
                  </a:lnTo>
                  <a:lnTo>
                    <a:pt x="2807" y="182"/>
                  </a:lnTo>
                  <a:lnTo>
                    <a:pt x="2810" y="171"/>
                  </a:lnTo>
                  <a:lnTo>
                    <a:pt x="2819" y="161"/>
                  </a:lnTo>
                  <a:lnTo>
                    <a:pt x="2819" y="157"/>
                  </a:lnTo>
                  <a:close/>
                  <a:moveTo>
                    <a:pt x="142" y="150"/>
                  </a:moveTo>
                  <a:lnTo>
                    <a:pt x="161" y="171"/>
                  </a:lnTo>
                  <a:lnTo>
                    <a:pt x="185" y="187"/>
                  </a:lnTo>
                  <a:lnTo>
                    <a:pt x="215" y="199"/>
                  </a:lnTo>
                  <a:lnTo>
                    <a:pt x="217" y="216"/>
                  </a:lnTo>
                  <a:lnTo>
                    <a:pt x="222" y="229"/>
                  </a:lnTo>
                  <a:lnTo>
                    <a:pt x="227" y="236"/>
                  </a:lnTo>
                  <a:lnTo>
                    <a:pt x="234" y="243"/>
                  </a:lnTo>
                  <a:lnTo>
                    <a:pt x="241" y="253"/>
                  </a:lnTo>
                  <a:lnTo>
                    <a:pt x="229" y="255"/>
                  </a:lnTo>
                  <a:lnTo>
                    <a:pt x="217" y="257"/>
                  </a:lnTo>
                  <a:lnTo>
                    <a:pt x="206" y="262"/>
                  </a:lnTo>
                  <a:lnTo>
                    <a:pt x="199" y="269"/>
                  </a:lnTo>
                  <a:lnTo>
                    <a:pt x="198" y="272"/>
                  </a:lnTo>
                  <a:lnTo>
                    <a:pt x="196" y="276"/>
                  </a:lnTo>
                  <a:lnTo>
                    <a:pt x="194" y="279"/>
                  </a:lnTo>
                  <a:lnTo>
                    <a:pt x="192" y="281"/>
                  </a:lnTo>
                  <a:lnTo>
                    <a:pt x="189" y="284"/>
                  </a:lnTo>
                  <a:lnTo>
                    <a:pt x="178" y="286"/>
                  </a:lnTo>
                  <a:lnTo>
                    <a:pt x="163" y="288"/>
                  </a:lnTo>
                  <a:lnTo>
                    <a:pt x="145" y="286"/>
                  </a:lnTo>
                  <a:lnTo>
                    <a:pt x="131" y="284"/>
                  </a:lnTo>
                  <a:lnTo>
                    <a:pt x="128" y="274"/>
                  </a:lnTo>
                  <a:lnTo>
                    <a:pt x="126" y="267"/>
                  </a:lnTo>
                  <a:lnTo>
                    <a:pt x="124" y="262"/>
                  </a:lnTo>
                  <a:lnTo>
                    <a:pt x="119" y="253"/>
                  </a:lnTo>
                  <a:lnTo>
                    <a:pt x="142" y="246"/>
                  </a:lnTo>
                  <a:lnTo>
                    <a:pt x="142" y="243"/>
                  </a:lnTo>
                  <a:lnTo>
                    <a:pt x="124" y="241"/>
                  </a:lnTo>
                  <a:lnTo>
                    <a:pt x="112" y="237"/>
                  </a:lnTo>
                  <a:lnTo>
                    <a:pt x="103" y="230"/>
                  </a:lnTo>
                  <a:lnTo>
                    <a:pt x="102" y="225"/>
                  </a:lnTo>
                  <a:lnTo>
                    <a:pt x="98" y="220"/>
                  </a:lnTo>
                  <a:lnTo>
                    <a:pt x="96" y="215"/>
                  </a:lnTo>
                  <a:lnTo>
                    <a:pt x="96" y="209"/>
                  </a:lnTo>
                  <a:lnTo>
                    <a:pt x="96" y="206"/>
                  </a:lnTo>
                  <a:lnTo>
                    <a:pt x="96" y="202"/>
                  </a:lnTo>
                  <a:lnTo>
                    <a:pt x="98" y="202"/>
                  </a:lnTo>
                  <a:lnTo>
                    <a:pt x="100" y="201"/>
                  </a:lnTo>
                  <a:lnTo>
                    <a:pt x="102" y="201"/>
                  </a:lnTo>
                  <a:lnTo>
                    <a:pt x="103" y="201"/>
                  </a:lnTo>
                  <a:lnTo>
                    <a:pt x="107" y="199"/>
                  </a:lnTo>
                  <a:lnTo>
                    <a:pt x="109" y="194"/>
                  </a:lnTo>
                  <a:lnTo>
                    <a:pt x="109" y="188"/>
                  </a:lnTo>
                  <a:lnTo>
                    <a:pt x="109" y="185"/>
                  </a:lnTo>
                  <a:lnTo>
                    <a:pt x="110" y="183"/>
                  </a:lnTo>
                  <a:lnTo>
                    <a:pt x="112" y="180"/>
                  </a:lnTo>
                  <a:lnTo>
                    <a:pt x="114" y="180"/>
                  </a:lnTo>
                  <a:lnTo>
                    <a:pt x="116" y="178"/>
                  </a:lnTo>
                  <a:lnTo>
                    <a:pt x="117" y="178"/>
                  </a:lnTo>
                  <a:lnTo>
                    <a:pt x="119" y="178"/>
                  </a:lnTo>
                  <a:lnTo>
                    <a:pt x="122" y="176"/>
                  </a:lnTo>
                  <a:lnTo>
                    <a:pt x="124" y="169"/>
                  </a:lnTo>
                  <a:lnTo>
                    <a:pt x="126" y="164"/>
                  </a:lnTo>
                  <a:lnTo>
                    <a:pt x="128" y="159"/>
                  </a:lnTo>
                  <a:lnTo>
                    <a:pt x="131" y="154"/>
                  </a:lnTo>
                  <a:lnTo>
                    <a:pt x="133" y="152"/>
                  </a:lnTo>
                  <a:lnTo>
                    <a:pt x="135" y="152"/>
                  </a:lnTo>
                  <a:lnTo>
                    <a:pt x="136" y="150"/>
                  </a:lnTo>
                  <a:lnTo>
                    <a:pt x="138" y="150"/>
                  </a:lnTo>
                  <a:lnTo>
                    <a:pt x="142" y="150"/>
                  </a:lnTo>
                  <a:close/>
                  <a:moveTo>
                    <a:pt x="1172" y="131"/>
                  </a:moveTo>
                  <a:lnTo>
                    <a:pt x="1177" y="133"/>
                  </a:lnTo>
                  <a:lnTo>
                    <a:pt x="1182" y="134"/>
                  </a:lnTo>
                  <a:lnTo>
                    <a:pt x="1185" y="136"/>
                  </a:lnTo>
                  <a:lnTo>
                    <a:pt x="1191" y="138"/>
                  </a:lnTo>
                  <a:lnTo>
                    <a:pt x="1191" y="143"/>
                  </a:lnTo>
                  <a:lnTo>
                    <a:pt x="1192" y="147"/>
                  </a:lnTo>
                  <a:lnTo>
                    <a:pt x="1192" y="150"/>
                  </a:lnTo>
                  <a:lnTo>
                    <a:pt x="1194" y="154"/>
                  </a:lnTo>
                  <a:lnTo>
                    <a:pt x="1182" y="154"/>
                  </a:lnTo>
                  <a:lnTo>
                    <a:pt x="1180" y="150"/>
                  </a:lnTo>
                  <a:lnTo>
                    <a:pt x="1178" y="147"/>
                  </a:lnTo>
                  <a:lnTo>
                    <a:pt x="1175" y="143"/>
                  </a:lnTo>
                  <a:lnTo>
                    <a:pt x="1173" y="141"/>
                  </a:lnTo>
                  <a:lnTo>
                    <a:pt x="1173" y="136"/>
                  </a:lnTo>
                  <a:lnTo>
                    <a:pt x="1172" y="131"/>
                  </a:lnTo>
                  <a:close/>
                  <a:moveTo>
                    <a:pt x="1658" y="108"/>
                  </a:moveTo>
                  <a:lnTo>
                    <a:pt x="1664" y="117"/>
                  </a:lnTo>
                  <a:lnTo>
                    <a:pt x="1669" y="134"/>
                  </a:lnTo>
                  <a:lnTo>
                    <a:pt x="1676" y="150"/>
                  </a:lnTo>
                  <a:lnTo>
                    <a:pt x="1685" y="166"/>
                  </a:lnTo>
                  <a:lnTo>
                    <a:pt x="1690" y="173"/>
                  </a:lnTo>
                  <a:lnTo>
                    <a:pt x="1693" y="169"/>
                  </a:lnTo>
                  <a:lnTo>
                    <a:pt x="1695" y="168"/>
                  </a:lnTo>
                  <a:lnTo>
                    <a:pt x="1699" y="168"/>
                  </a:lnTo>
                  <a:lnTo>
                    <a:pt x="1702" y="166"/>
                  </a:lnTo>
                  <a:lnTo>
                    <a:pt x="1709" y="166"/>
                  </a:lnTo>
                  <a:lnTo>
                    <a:pt x="1709" y="169"/>
                  </a:lnTo>
                  <a:lnTo>
                    <a:pt x="1713" y="169"/>
                  </a:lnTo>
                  <a:lnTo>
                    <a:pt x="1713" y="180"/>
                  </a:lnTo>
                  <a:lnTo>
                    <a:pt x="1686" y="183"/>
                  </a:lnTo>
                  <a:lnTo>
                    <a:pt x="1683" y="211"/>
                  </a:lnTo>
                  <a:lnTo>
                    <a:pt x="1674" y="234"/>
                  </a:lnTo>
                  <a:lnTo>
                    <a:pt x="1667" y="257"/>
                  </a:lnTo>
                  <a:lnTo>
                    <a:pt x="1664" y="276"/>
                  </a:lnTo>
                  <a:lnTo>
                    <a:pt x="1662" y="295"/>
                  </a:lnTo>
                  <a:lnTo>
                    <a:pt x="1662" y="311"/>
                  </a:lnTo>
                  <a:lnTo>
                    <a:pt x="1658" y="326"/>
                  </a:lnTo>
                  <a:lnTo>
                    <a:pt x="1655" y="326"/>
                  </a:lnTo>
                  <a:lnTo>
                    <a:pt x="1655" y="323"/>
                  </a:lnTo>
                  <a:lnTo>
                    <a:pt x="1650" y="316"/>
                  </a:lnTo>
                  <a:lnTo>
                    <a:pt x="1641" y="307"/>
                  </a:lnTo>
                  <a:lnTo>
                    <a:pt x="1631" y="295"/>
                  </a:lnTo>
                  <a:lnTo>
                    <a:pt x="1622" y="283"/>
                  </a:lnTo>
                  <a:lnTo>
                    <a:pt x="1615" y="271"/>
                  </a:lnTo>
                  <a:lnTo>
                    <a:pt x="1611" y="260"/>
                  </a:lnTo>
                  <a:lnTo>
                    <a:pt x="1613" y="253"/>
                  </a:lnTo>
                  <a:lnTo>
                    <a:pt x="1617" y="251"/>
                  </a:lnTo>
                  <a:lnTo>
                    <a:pt x="1620" y="251"/>
                  </a:lnTo>
                  <a:lnTo>
                    <a:pt x="1622" y="251"/>
                  </a:lnTo>
                  <a:lnTo>
                    <a:pt x="1624" y="251"/>
                  </a:lnTo>
                  <a:lnTo>
                    <a:pt x="1625" y="251"/>
                  </a:lnTo>
                  <a:lnTo>
                    <a:pt x="1627" y="251"/>
                  </a:lnTo>
                  <a:lnTo>
                    <a:pt x="1629" y="250"/>
                  </a:lnTo>
                  <a:lnTo>
                    <a:pt x="1632" y="246"/>
                  </a:lnTo>
                  <a:lnTo>
                    <a:pt x="1629" y="246"/>
                  </a:lnTo>
                  <a:lnTo>
                    <a:pt x="1629" y="243"/>
                  </a:lnTo>
                  <a:lnTo>
                    <a:pt x="1613" y="241"/>
                  </a:lnTo>
                  <a:lnTo>
                    <a:pt x="1604" y="236"/>
                  </a:lnTo>
                  <a:lnTo>
                    <a:pt x="1597" y="227"/>
                  </a:lnTo>
                  <a:lnTo>
                    <a:pt x="1604" y="225"/>
                  </a:lnTo>
                  <a:lnTo>
                    <a:pt x="1610" y="223"/>
                  </a:lnTo>
                  <a:lnTo>
                    <a:pt x="1613" y="222"/>
                  </a:lnTo>
                  <a:lnTo>
                    <a:pt x="1617" y="220"/>
                  </a:lnTo>
                  <a:lnTo>
                    <a:pt x="1620" y="218"/>
                  </a:lnTo>
                  <a:lnTo>
                    <a:pt x="1624" y="215"/>
                  </a:lnTo>
                  <a:lnTo>
                    <a:pt x="1624" y="211"/>
                  </a:lnTo>
                  <a:lnTo>
                    <a:pt x="1610" y="211"/>
                  </a:lnTo>
                  <a:lnTo>
                    <a:pt x="1606" y="213"/>
                  </a:lnTo>
                  <a:lnTo>
                    <a:pt x="1603" y="213"/>
                  </a:lnTo>
                  <a:lnTo>
                    <a:pt x="1599" y="215"/>
                  </a:lnTo>
                  <a:lnTo>
                    <a:pt x="1594" y="215"/>
                  </a:lnTo>
                  <a:lnTo>
                    <a:pt x="1585" y="199"/>
                  </a:lnTo>
                  <a:lnTo>
                    <a:pt x="1575" y="183"/>
                  </a:lnTo>
                  <a:lnTo>
                    <a:pt x="1576" y="178"/>
                  </a:lnTo>
                  <a:lnTo>
                    <a:pt x="1576" y="175"/>
                  </a:lnTo>
                  <a:lnTo>
                    <a:pt x="1578" y="173"/>
                  </a:lnTo>
                  <a:lnTo>
                    <a:pt x="1580" y="169"/>
                  </a:lnTo>
                  <a:lnTo>
                    <a:pt x="1580" y="166"/>
                  </a:lnTo>
                  <a:lnTo>
                    <a:pt x="1582" y="161"/>
                  </a:lnTo>
                  <a:lnTo>
                    <a:pt x="1578" y="161"/>
                  </a:lnTo>
                  <a:lnTo>
                    <a:pt x="1578" y="157"/>
                  </a:lnTo>
                  <a:lnTo>
                    <a:pt x="1575" y="159"/>
                  </a:lnTo>
                  <a:lnTo>
                    <a:pt x="1573" y="159"/>
                  </a:lnTo>
                  <a:lnTo>
                    <a:pt x="1571" y="159"/>
                  </a:lnTo>
                  <a:lnTo>
                    <a:pt x="1571" y="159"/>
                  </a:lnTo>
                  <a:lnTo>
                    <a:pt x="1569" y="159"/>
                  </a:lnTo>
                  <a:lnTo>
                    <a:pt x="1569" y="157"/>
                  </a:lnTo>
                  <a:lnTo>
                    <a:pt x="1566" y="154"/>
                  </a:lnTo>
                  <a:lnTo>
                    <a:pt x="1564" y="150"/>
                  </a:lnTo>
                  <a:lnTo>
                    <a:pt x="1562" y="147"/>
                  </a:lnTo>
                  <a:lnTo>
                    <a:pt x="1561" y="145"/>
                  </a:lnTo>
                  <a:lnTo>
                    <a:pt x="1561" y="140"/>
                  </a:lnTo>
                  <a:lnTo>
                    <a:pt x="1559" y="134"/>
                  </a:lnTo>
                  <a:lnTo>
                    <a:pt x="1578" y="122"/>
                  </a:lnTo>
                  <a:lnTo>
                    <a:pt x="1597" y="112"/>
                  </a:lnTo>
                  <a:lnTo>
                    <a:pt x="1599" y="117"/>
                  </a:lnTo>
                  <a:lnTo>
                    <a:pt x="1601" y="122"/>
                  </a:lnTo>
                  <a:lnTo>
                    <a:pt x="1603" y="124"/>
                  </a:lnTo>
                  <a:lnTo>
                    <a:pt x="1606" y="126"/>
                  </a:lnTo>
                  <a:lnTo>
                    <a:pt x="1608" y="126"/>
                  </a:lnTo>
                  <a:lnTo>
                    <a:pt x="1610" y="127"/>
                  </a:lnTo>
                  <a:lnTo>
                    <a:pt x="1613" y="129"/>
                  </a:lnTo>
                  <a:lnTo>
                    <a:pt x="1617" y="131"/>
                  </a:lnTo>
                  <a:lnTo>
                    <a:pt x="1620" y="141"/>
                  </a:lnTo>
                  <a:lnTo>
                    <a:pt x="1622" y="154"/>
                  </a:lnTo>
                  <a:lnTo>
                    <a:pt x="1624" y="166"/>
                  </a:lnTo>
                  <a:lnTo>
                    <a:pt x="1632" y="166"/>
                  </a:lnTo>
                  <a:lnTo>
                    <a:pt x="1632" y="157"/>
                  </a:lnTo>
                  <a:lnTo>
                    <a:pt x="1629" y="147"/>
                  </a:lnTo>
                  <a:lnTo>
                    <a:pt x="1629" y="134"/>
                  </a:lnTo>
                  <a:lnTo>
                    <a:pt x="1632" y="122"/>
                  </a:lnTo>
                  <a:lnTo>
                    <a:pt x="1636" y="112"/>
                  </a:lnTo>
                  <a:lnTo>
                    <a:pt x="1658" y="108"/>
                  </a:lnTo>
                  <a:close/>
                  <a:moveTo>
                    <a:pt x="2641" y="99"/>
                  </a:moveTo>
                  <a:lnTo>
                    <a:pt x="2646" y="103"/>
                  </a:lnTo>
                  <a:lnTo>
                    <a:pt x="2650" y="106"/>
                  </a:lnTo>
                  <a:lnTo>
                    <a:pt x="2655" y="106"/>
                  </a:lnTo>
                  <a:lnTo>
                    <a:pt x="2660" y="106"/>
                  </a:lnTo>
                  <a:lnTo>
                    <a:pt x="2669" y="108"/>
                  </a:lnTo>
                  <a:lnTo>
                    <a:pt x="2667" y="112"/>
                  </a:lnTo>
                  <a:lnTo>
                    <a:pt x="2667" y="113"/>
                  </a:lnTo>
                  <a:lnTo>
                    <a:pt x="2667" y="115"/>
                  </a:lnTo>
                  <a:lnTo>
                    <a:pt x="2666" y="117"/>
                  </a:lnTo>
                  <a:lnTo>
                    <a:pt x="2666" y="119"/>
                  </a:lnTo>
                  <a:lnTo>
                    <a:pt x="2653" y="126"/>
                  </a:lnTo>
                  <a:lnTo>
                    <a:pt x="2636" y="129"/>
                  </a:lnTo>
                  <a:lnTo>
                    <a:pt x="2618" y="131"/>
                  </a:lnTo>
                  <a:lnTo>
                    <a:pt x="2617" y="127"/>
                  </a:lnTo>
                  <a:lnTo>
                    <a:pt x="2617" y="124"/>
                  </a:lnTo>
                  <a:lnTo>
                    <a:pt x="2615" y="120"/>
                  </a:lnTo>
                  <a:lnTo>
                    <a:pt x="2615" y="115"/>
                  </a:lnTo>
                  <a:lnTo>
                    <a:pt x="2620" y="112"/>
                  </a:lnTo>
                  <a:lnTo>
                    <a:pt x="2624" y="108"/>
                  </a:lnTo>
                  <a:lnTo>
                    <a:pt x="2627" y="106"/>
                  </a:lnTo>
                  <a:lnTo>
                    <a:pt x="2631" y="103"/>
                  </a:lnTo>
                  <a:lnTo>
                    <a:pt x="2634" y="101"/>
                  </a:lnTo>
                  <a:lnTo>
                    <a:pt x="2641" y="99"/>
                  </a:lnTo>
                  <a:close/>
                  <a:moveTo>
                    <a:pt x="2104" y="99"/>
                  </a:moveTo>
                  <a:lnTo>
                    <a:pt x="2118" y="101"/>
                  </a:lnTo>
                  <a:lnTo>
                    <a:pt x="2128" y="106"/>
                  </a:lnTo>
                  <a:lnTo>
                    <a:pt x="2138" y="112"/>
                  </a:lnTo>
                  <a:lnTo>
                    <a:pt x="2135" y="115"/>
                  </a:lnTo>
                  <a:lnTo>
                    <a:pt x="2133" y="120"/>
                  </a:lnTo>
                  <a:lnTo>
                    <a:pt x="2130" y="122"/>
                  </a:lnTo>
                  <a:lnTo>
                    <a:pt x="2125" y="124"/>
                  </a:lnTo>
                  <a:lnTo>
                    <a:pt x="2119" y="126"/>
                  </a:lnTo>
                  <a:lnTo>
                    <a:pt x="2112" y="126"/>
                  </a:lnTo>
                  <a:lnTo>
                    <a:pt x="2107" y="129"/>
                  </a:lnTo>
                  <a:lnTo>
                    <a:pt x="2102" y="129"/>
                  </a:lnTo>
                  <a:lnTo>
                    <a:pt x="2097" y="131"/>
                  </a:lnTo>
                  <a:lnTo>
                    <a:pt x="2090" y="131"/>
                  </a:lnTo>
                  <a:lnTo>
                    <a:pt x="2090" y="120"/>
                  </a:lnTo>
                  <a:lnTo>
                    <a:pt x="2091" y="113"/>
                  </a:lnTo>
                  <a:lnTo>
                    <a:pt x="2098" y="108"/>
                  </a:lnTo>
                  <a:lnTo>
                    <a:pt x="2104" y="99"/>
                  </a:lnTo>
                  <a:close/>
                  <a:moveTo>
                    <a:pt x="765" y="99"/>
                  </a:moveTo>
                  <a:lnTo>
                    <a:pt x="779" y="99"/>
                  </a:lnTo>
                  <a:lnTo>
                    <a:pt x="782" y="108"/>
                  </a:lnTo>
                  <a:lnTo>
                    <a:pt x="786" y="113"/>
                  </a:lnTo>
                  <a:lnTo>
                    <a:pt x="789" y="120"/>
                  </a:lnTo>
                  <a:lnTo>
                    <a:pt x="791" y="131"/>
                  </a:lnTo>
                  <a:lnTo>
                    <a:pt x="788" y="131"/>
                  </a:lnTo>
                  <a:lnTo>
                    <a:pt x="777" y="124"/>
                  </a:lnTo>
                  <a:lnTo>
                    <a:pt x="770" y="117"/>
                  </a:lnTo>
                  <a:lnTo>
                    <a:pt x="765" y="110"/>
                  </a:lnTo>
                  <a:lnTo>
                    <a:pt x="765" y="99"/>
                  </a:lnTo>
                  <a:close/>
                  <a:moveTo>
                    <a:pt x="2734" y="77"/>
                  </a:moveTo>
                  <a:lnTo>
                    <a:pt x="2737" y="77"/>
                  </a:lnTo>
                  <a:lnTo>
                    <a:pt x="2741" y="79"/>
                  </a:lnTo>
                  <a:lnTo>
                    <a:pt x="2742" y="79"/>
                  </a:lnTo>
                  <a:lnTo>
                    <a:pt x="2744" y="79"/>
                  </a:lnTo>
                  <a:lnTo>
                    <a:pt x="2746" y="80"/>
                  </a:lnTo>
                  <a:lnTo>
                    <a:pt x="2742" y="84"/>
                  </a:lnTo>
                  <a:lnTo>
                    <a:pt x="2739" y="87"/>
                  </a:lnTo>
                  <a:lnTo>
                    <a:pt x="2737" y="92"/>
                  </a:lnTo>
                  <a:lnTo>
                    <a:pt x="2735" y="96"/>
                  </a:lnTo>
                  <a:lnTo>
                    <a:pt x="2734" y="103"/>
                  </a:lnTo>
                  <a:lnTo>
                    <a:pt x="2737" y="103"/>
                  </a:lnTo>
                  <a:lnTo>
                    <a:pt x="2741" y="98"/>
                  </a:lnTo>
                  <a:lnTo>
                    <a:pt x="2744" y="94"/>
                  </a:lnTo>
                  <a:lnTo>
                    <a:pt x="2748" y="91"/>
                  </a:lnTo>
                  <a:lnTo>
                    <a:pt x="2753" y="89"/>
                  </a:lnTo>
                  <a:lnTo>
                    <a:pt x="2763" y="99"/>
                  </a:lnTo>
                  <a:lnTo>
                    <a:pt x="2776" y="108"/>
                  </a:lnTo>
                  <a:lnTo>
                    <a:pt x="2784" y="115"/>
                  </a:lnTo>
                  <a:lnTo>
                    <a:pt x="2784" y="138"/>
                  </a:lnTo>
                  <a:lnTo>
                    <a:pt x="2790" y="143"/>
                  </a:lnTo>
                  <a:lnTo>
                    <a:pt x="2795" y="147"/>
                  </a:lnTo>
                  <a:lnTo>
                    <a:pt x="2800" y="148"/>
                  </a:lnTo>
                  <a:lnTo>
                    <a:pt x="2804" y="155"/>
                  </a:lnTo>
                  <a:lnTo>
                    <a:pt x="2807" y="169"/>
                  </a:lnTo>
                  <a:lnTo>
                    <a:pt x="2800" y="178"/>
                  </a:lnTo>
                  <a:lnTo>
                    <a:pt x="2797" y="187"/>
                  </a:lnTo>
                  <a:lnTo>
                    <a:pt x="2790" y="192"/>
                  </a:lnTo>
                  <a:lnTo>
                    <a:pt x="2781" y="194"/>
                  </a:lnTo>
                  <a:lnTo>
                    <a:pt x="2765" y="195"/>
                  </a:lnTo>
                  <a:lnTo>
                    <a:pt x="2753" y="185"/>
                  </a:lnTo>
                  <a:lnTo>
                    <a:pt x="2735" y="176"/>
                  </a:lnTo>
                  <a:lnTo>
                    <a:pt x="2716" y="171"/>
                  </a:lnTo>
                  <a:lnTo>
                    <a:pt x="2697" y="164"/>
                  </a:lnTo>
                  <a:lnTo>
                    <a:pt x="2680" y="157"/>
                  </a:lnTo>
                  <a:lnTo>
                    <a:pt x="2669" y="147"/>
                  </a:lnTo>
                  <a:lnTo>
                    <a:pt x="2676" y="143"/>
                  </a:lnTo>
                  <a:lnTo>
                    <a:pt x="2681" y="140"/>
                  </a:lnTo>
                  <a:lnTo>
                    <a:pt x="2685" y="136"/>
                  </a:lnTo>
                  <a:lnTo>
                    <a:pt x="2687" y="131"/>
                  </a:lnTo>
                  <a:lnTo>
                    <a:pt x="2688" y="122"/>
                  </a:lnTo>
                  <a:lnTo>
                    <a:pt x="2687" y="119"/>
                  </a:lnTo>
                  <a:lnTo>
                    <a:pt x="2685" y="113"/>
                  </a:lnTo>
                  <a:lnTo>
                    <a:pt x="2685" y="106"/>
                  </a:lnTo>
                  <a:lnTo>
                    <a:pt x="2685" y="99"/>
                  </a:lnTo>
                  <a:lnTo>
                    <a:pt x="2685" y="98"/>
                  </a:lnTo>
                  <a:lnTo>
                    <a:pt x="2687" y="98"/>
                  </a:lnTo>
                  <a:lnTo>
                    <a:pt x="2687" y="98"/>
                  </a:lnTo>
                  <a:lnTo>
                    <a:pt x="2687" y="98"/>
                  </a:lnTo>
                  <a:lnTo>
                    <a:pt x="2687" y="98"/>
                  </a:lnTo>
                  <a:lnTo>
                    <a:pt x="2688" y="96"/>
                  </a:lnTo>
                  <a:lnTo>
                    <a:pt x="2704" y="92"/>
                  </a:lnTo>
                  <a:lnTo>
                    <a:pt x="2721" y="84"/>
                  </a:lnTo>
                  <a:lnTo>
                    <a:pt x="2734" y="77"/>
                  </a:lnTo>
                  <a:close/>
                  <a:moveTo>
                    <a:pt x="2512" y="73"/>
                  </a:moveTo>
                  <a:lnTo>
                    <a:pt x="2522" y="73"/>
                  </a:lnTo>
                  <a:lnTo>
                    <a:pt x="2536" y="87"/>
                  </a:lnTo>
                  <a:lnTo>
                    <a:pt x="2554" y="99"/>
                  </a:lnTo>
                  <a:lnTo>
                    <a:pt x="2554" y="103"/>
                  </a:lnTo>
                  <a:lnTo>
                    <a:pt x="2550" y="103"/>
                  </a:lnTo>
                  <a:lnTo>
                    <a:pt x="2550" y="108"/>
                  </a:lnTo>
                  <a:lnTo>
                    <a:pt x="2533" y="99"/>
                  </a:lnTo>
                  <a:lnTo>
                    <a:pt x="2521" y="87"/>
                  </a:lnTo>
                  <a:lnTo>
                    <a:pt x="2512" y="73"/>
                  </a:lnTo>
                  <a:close/>
                  <a:moveTo>
                    <a:pt x="2161" y="68"/>
                  </a:moveTo>
                  <a:lnTo>
                    <a:pt x="2175" y="72"/>
                  </a:lnTo>
                  <a:lnTo>
                    <a:pt x="2186" y="75"/>
                  </a:lnTo>
                  <a:lnTo>
                    <a:pt x="2196" y="80"/>
                  </a:lnTo>
                  <a:lnTo>
                    <a:pt x="2196" y="89"/>
                  </a:lnTo>
                  <a:lnTo>
                    <a:pt x="2187" y="91"/>
                  </a:lnTo>
                  <a:lnTo>
                    <a:pt x="2179" y="94"/>
                  </a:lnTo>
                  <a:lnTo>
                    <a:pt x="2166" y="96"/>
                  </a:lnTo>
                  <a:lnTo>
                    <a:pt x="2161" y="98"/>
                  </a:lnTo>
                  <a:lnTo>
                    <a:pt x="2158" y="99"/>
                  </a:lnTo>
                  <a:lnTo>
                    <a:pt x="2152" y="99"/>
                  </a:lnTo>
                  <a:lnTo>
                    <a:pt x="2147" y="99"/>
                  </a:lnTo>
                  <a:lnTo>
                    <a:pt x="2147" y="89"/>
                  </a:lnTo>
                  <a:lnTo>
                    <a:pt x="2151" y="84"/>
                  </a:lnTo>
                  <a:lnTo>
                    <a:pt x="2156" y="77"/>
                  </a:lnTo>
                  <a:lnTo>
                    <a:pt x="2161" y="68"/>
                  </a:lnTo>
                  <a:close/>
                  <a:moveTo>
                    <a:pt x="1735" y="58"/>
                  </a:moveTo>
                  <a:lnTo>
                    <a:pt x="1735" y="77"/>
                  </a:lnTo>
                  <a:lnTo>
                    <a:pt x="1742" y="77"/>
                  </a:lnTo>
                  <a:lnTo>
                    <a:pt x="1746" y="75"/>
                  </a:lnTo>
                  <a:lnTo>
                    <a:pt x="1749" y="75"/>
                  </a:lnTo>
                  <a:lnTo>
                    <a:pt x="1753" y="75"/>
                  </a:lnTo>
                  <a:lnTo>
                    <a:pt x="1754" y="75"/>
                  </a:lnTo>
                  <a:lnTo>
                    <a:pt x="1758" y="77"/>
                  </a:lnTo>
                  <a:lnTo>
                    <a:pt x="1763" y="80"/>
                  </a:lnTo>
                  <a:lnTo>
                    <a:pt x="1763" y="89"/>
                  </a:lnTo>
                  <a:lnTo>
                    <a:pt x="1767" y="91"/>
                  </a:lnTo>
                  <a:lnTo>
                    <a:pt x="1772" y="91"/>
                  </a:lnTo>
                  <a:lnTo>
                    <a:pt x="1775" y="89"/>
                  </a:lnTo>
                  <a:lnTo>
                    <a:pt x="1781" y="89"/>
                  </a:lnTo>
                  <a:lnTo>
                    <a:pt x="1782" y="87"/>
                  </a:lnTo>
                  <a:lnTo>
                    <a:pt x="1786" y="89"/>
                  </a:lnTo>
                  <a:lnTo>
                    <a:pt x="1789" y="92"/>
                  </a:lnTo>
                  <a:lnTo>
                    <a:pt x="1793" y="98"/>
                  </a:lnTo>
                  <a:lnTo>
                    <a:pt x="1796" y="103"/>
                  </a:lnTo>
                  <a:lnTo>
                    <a:pt x="1791" y="115"/>
                  </a:lnTo>
                  <a:lnTo>
                    <a:pt x="1786" y="127"/>
                  </a:lnTo>
                  <a:lnTo>
                    <a:pt x="1782" y="141"/>
                  </a:lnTo>
                  <a:lnTo>
                    <a:pt x="1770" y="141"/>
                  </a:lnTo>
                  <a:lnTo>
                    <a:pt x="1761" y="145"/>
                  </a:lnTo>
                  <a:lnTo>
                    <a:pt x="1753" y="150"/>
                  </a:lnTo>
                  <a:lnTo>
                    <a:pt x="1739" y="154"/>
                  </a:lnTo>
                  <a:lnTo>
                    <a:pt x="1730" y="147"/>
                  </a:lnTo>
                  <a:lnTo>
                    <a:pt x="1718" y="143"/>
                  </a:lnTo>
                  <a:lnTo>
                    <a:pt x="1706" y="138"/>
                  </a:lnTo>
                  <a:lnTo>
                    <a:pt x="1704" y="134"/>
                  </a:lnTo>
                  <a:lnTo>
                    <a:pt x="1704" y="131"/>
                  </a:lnTo>
                  <a:lnTo>
                    <a:pt x="1702" y="127"/>
                  </a:lnTo>
                  <a:lnTo>
                    <a:pt x="1700" y="122"/>
                  </a:lnTo>
                  <a:lnTo>
                    <a:pt x="1695" y="117"/>
                  </a:lnTo>
                  <a:lnTo>
                    <a:pt x="1690" y="112"/>
                  </a:lnTo>
                  <a:lnTo>
                    <a:pt x="1686" y="108"/>
                  </a:lnTo>
                  <a:lnTo>
                    <a:pt x="1683" y="101"/>
                  </a:lnTo>
                  <a:lnTo>
                    <a:pt x="1681" y="89"/>
                  </a:lnTo>
                  <a:lnTo>
                    <a:pt x="1688" y="80"/>
                  </a:lnTo>
                  <a:lnTo>
                    <a:pt x="1693" y="73"/>
                  </a:lnTo>
                  <a:lnTo>
                    <a:pt x="1700" y="73"/>
                  </a:lnTo>
                  <a:lnTo>
                    <a:pt x="1706" y="75"/>
                  </a:lnTo>
                  <a:lnTo>
                    <a:pt x="1713" y="77"/>
                  </a:lnTo>
                  <a:lnTo>
                    <a:pt x="1720" y="77"/>
                  </a:lnTo>
                  <a:lnTo>
                    <a:pt x="1720" y="65"/>
                  </a:lnTo>
                  <a:lnTo>
                    <a:pt x="1723" y="63"/>
                  </a:lnTo>
                  <a:lnTo>
                    <a:pt x="1727" y="61"/>
                  </a:lnTo>
                  <a:lnTo>
                    <a:pt x="1728" y="61"/>
                  </a:lnTo>
                  <a:lnTo>
                    <a:pt x="1732" y="59"/>
                  </a:lnTo>
                  <a:lnTo>
                    <a:pt x="1735" y="58"/>
                  </a:lnTo>
                  <a:close/>
                  <a:moveTo>
                    <a:pt x="2186" y="45"/>
                  </a:moveTo>
                  <a:lnTo>
                    <a:pt x="2200" y="45"/>
                  </a:lnTo>
                  <a:lnTo>
                    <a:pt x="2208" y="54"/>
                  </a:lnTo>
                  <a:lnTo>
                    <a:pt x="2217" y="59"/>
                  </a:lnTo>
                  <a:lnTo>
                    <a:pt x="2224" y="66"/>
                  </a:lnTo>
                  <a:lnTo>
                    <a:pt x="2231" y="77"/>
                  </a:lnTo>
                  <a:lnTo>
                    <a:pt x="2215" y="77"/>
                  </a:lnTo>
                  <a:lnTo>
                    <a:pt x="2205" y="66"/>
                  </a:lnTo>
                  <a:lnTo>
                    <a:pt x="2194" y="58"/>
                  </a:lnTo>
                  <a:lnTo>
                    <a:pt x="2186" y="45"/>
                  </a:lnTo>
                  <a:close/>
                  <a:moveTo>
                    <a:pt x="421" y="45"/>
                  </a:moveTo>
                  <a:lnTo>
                    <a:pt x="433" y="45"/>
                  </a:lnTo>
                  <a:lnTo>
                    <a:pt x="438" y="49"/>
                  </a:lnTo>
                  <a:lnTo>
                    <a:pt x="442" y="52"/>
                  </a:lnTo>
                  <a:lnTo>
                    <a:pt x="444" y="56"/>
                  </a:lnTo>
                  <a:lnTo>
                    <a:pt x="447" y="61"/>
                  </a:lnTo>
                  <a:lnTo>
                    <a:pt x="449" y="65"/>
                  </a:lnTo>
                  <a:lnTo>
                    <a:pt x="458" y="56"/>
                  </a:lnTo>
                  <a:lnTo>
                    <a:pt x="468" y="52"/>
                  </a:lnTo>
                  <a:lnTo>
                    <a:pt x="484" y="54"/>
                  </a:lnTo>
                  <a:lnTo>
                    <a:pt x="484" y="68"/>
                  </a:lnTo>
                  <a:lnTo>
                    <a:pt x="506" y="70"/>
                  </a:lnTo>
                  <a:lnTo>
                    <a:pt x="526" y="73"/>
                  </a:lnTo>
                  <a:lnTo>
                    <a:pt x="543" y="77"/>
                  </a:lnTo>
                  <a:lnTo>
                    <a:pt x="562" y="79"/>
                  </a:lnTo>
                  <a:lnTo>
                    <a:pt x="583" y="77"/>
                  </a:lnTo>
                  <a:lnTo>
                    <a:pt x="583" y="89"/>
                  </a:lnTo>
                  <a:lnTo>
                    <a:pt x="587" y="89"/>
                  </a:lnTo>
                  <a:lnTo>
                    <a:pt x="590" y="89"/>
                  </a:lnTo>
                  <a:lnTo>
                    <a:pt x="592" y="89"/>
                  </a:lnTo>
                  <a:lnTo>
                    <a:pt x="594" y="91"/>
                  </a:lnTo>
                  <a:lnTo>
                    <a:pt x="596" y="92"/>
                  </a:lnTo>
                  <a:lnTo>
                    <a:pt x="592" y="92"/>
                  </a:lnTo>
                  <a:lnTo>
                    <a:pt x="576" y="103"/>
                  </a:lnTo>
                  <a:lnTo>
                    <a:pt x="557" y="115"/>
                  </a:lnTo>
                  <a:lnTo>
                    <a:pt x="534" y="126"/>
                  </a:lnTo>
                  <a:lnTo>
                    <a:pt x="513" y="138"/>
                  </a:lnTo>
                  <a:lnTo>
                    <a:pt x="498" y="148"/>
                  </a:lnTo>
                  <a:lnTo>
                    <a:pt x="487" y="157"/>
                  </a:lnTo>
                  <a:lnTo>
                    <a:pt x="503" y="157"/>
                  </a:lnTo>
                  <a:lnTo>
                    <a:pt x="508" y="154"/>
                  </a:lnTo>
                  <a:lnTo>
                    <a:pt x="513" y="152"/>
                  </a:lnTo>
                  <a:lnTo>
                    <a:pt x="519" y="150"/>
                  </a:lnTo>
                  <a:lnTo>
                    <a:pt x="526" y="150"/>
                  </a:lnTo>
                  <a:lnTo>
                    <a:pt x="526" y="154"/>
                  </a:lnTo>
                  <a:lnTo>
                    <a:pt x="505" y="169"/>
                  </a:lnTo>
                  <a:lnTo>
                    <a:pt x="487" y="185"/>
                  </a:lnTo>
                  <a:lnTo>
                    <a:pt x="472" y="201"/>
                  </a:lnTo>
                  <a:lnTo>
                    <a:pt x="454" y="215"/>
                  </a:lnTo>
                  <a:lnTo>
                    <a:pt x="435" y="227"/>
                  </a:lnTo>
                  <a:lnTo>
                    <a:pt x="410" y="234"/>
                  </a:lnTo>
                  <a:lnTo>
                    <a:pt x="410" y="246"/>
                  </a:lnTo>
                  <a:lnTo>
                    <a:pt x="398" y="248"/>
                  </a:lnTo>
                  <a:lnTo>
                    <a:pt x="384" y="253"/>
                  </a:lnTo>
                  <a:lnTo>
                    <a:pt x="376" y="260"/>
                  </a:lnTo>
                  <a:lnTo>
                    <a:pt x="381" y="264"/>
                  </a:lnTo>
                  <a:lnTo>
                    <a:pt x="384" y="267"/>
                  </a:lnTo>
                  <a:lnTo>
                    <a:pt x="386" y="269"/>
                  </a:lnTo>
                  <a:lnTo>
                    <a:pt x="386" y="272"/>
                  </a:lnTo>
                  <a:lnTo>
                    <a:pt x="386" y="276"/>
                  </a:lnTo>
                  <a:lnTo>
                    <a:pt x="384" y="281"/>
                  </a:lnTo>
                  <a:lnTo>
                    <a:pt x="384" y="288"/>
                  </a:lnTo>
                  <a:lnTo>
                    <a:pt x="346" y="291"/>
                  </a:lnTo>
                  <a:lnTo>
                    <a:pt x="346" y="295"/>
                  </a:lnTo>
                  <a:lnTo>
                    <a:pt x="351" y="297"/>
                  </a:lnTo>
                  <a:lnTo>
                    <a:pt x="353" y="297"/>
                  </a:lnTo>
                  <a:lnTo>
                    <a:pt x="356" y="297"/>
                  </a:lnTo>
                  <a:lnTo>
                    <a:pt x="356" y="297"/>
                  </a:lnTo>
                  <a:lnTo>
                    <a:pt x="358" y="298"/>
                  </a:lnTo>
                  <a:lnTo>
                    <a:pt x="358" y="300"/>
                  </a:lnTo>
                  <a:lnTo>
                    <a:pt x="362" y="304"/>
                  </a:lnTo>
                  <a:lnTo>
                    <a:pt x="356" y="304"/>
                  </a:lnTo>
                  <a:lnTo>
                    <a:pt x="348" y="307"/>
                  </a:lnTo>
                  <a:lnTo>
                    <a:pt x="337" y="311"/>
                  </a:lnTo>
                  <a:lnTo>
                    <a:pt x="327" y="314"/>
                  </a:lnTo>
                  <a:lnTo>
                    <a:pt x="330" y="316"/>
                  </a:lnTo>
                  <a:lnTo>
                    <a:pt x="332" y="316"/>
                  </a:lnTo>
                  <a:lnTo>
                    <a:pt x="334" y="316"/>
                  </a:lnTo>
                  <a:lnTo>
                    <a:pt x="335" y="318"/>
                  </a:lnTo>
                  <a:lnTo>
                    <a:pt x="337" y="318"/>
                  </a:lnTo>
                  <a:lnTo>
                    <a:pt x="335" y="321"/>
                  </a:lnTo>
                  <a:lnTo>
                    <a:pt x="334" y="325"/>
                  </a:lnTo>
                  <a:lnTo>
                    <a:pt x="332" y="326"/>
                  </a:lnTo>
                  <a:lnTo>
                    <a:pt x="334" y="328"/>
                  </a:lnTo>
                  <a:lnTo>
                    <a:pt x="334" y="330"/>
                  </a:lnTo>
                  <a:lnTo>
                    <a:pt x="335" y="333"/>
                  </a:lnTo>
                  <a:lnTo>
                    <a:pt x="337" y="337"/>
                  </a:lnTo>
                  <a:lnTo>
                    <a:pt x="330" y="339"/>
                  </a:lnTo>
                  <a:lnTo>
                    <a:pt x="325" y="339"/>
                  </a:lnTo>
                  <a:lnTo>
                    <a:pt x="320" y="339"/>
                  </a:lnTo>
                  <a:lnTo>
                    <a:pt x="314" y="342"/>
                  </a:lnTo>
                  <a:lnTo>
                    <a:pt x="332" y="342"/>
                  </a:lnTo>
                  <a:lnTo>
                    <a:pt x="346" y="346"/>
                  </a:lnTo>
                  <a:lnTo>
                    <a:pt x="346" y="353"/>
                  </a:lnTo>
                  <a:lnTo>
                    <a:pt x="323" y="353"/>
                  </a:lnTo>
                  <a:lnTo>
                    <a:pt x="321" y="358"/>
                  </a:lnTo>
                  <a:lnTo>
                    <a:pt x="321" y="360"/>
                  </a:lnTo>
                  <a:lnTo>
                    <a:pt x="321" y="361"/>
                  </a:lnTo>
                  <a:lnTo>
                    <a:pt x="320" y="363"/>
                  </a:lnTo>
                  <a:lnTo>
                    <a:pt x="318" y="365"/>
                  </a:lnTo>
                  <a:lnTo>
                    <a:pt x="309" y="368"/>
                  </a:lnTo>
                  <a:lnTo>
                    <a:pt x="297" y="368"/>
                  </a:lnTo>
                  <a:lnTo>
                    <a:pt x="285" y="368"/>
                  </a:lnTo>
                  <a:lnTo>
                    <a:pt x="273" y="361"/>
                  </a:lnTo>
                  <a:lnTo>
                    <a:pt x="257" y="361"/>
                  </a:lnTo>
                  <a:lnTo>
                    <a:pt x="241" y="363"/>
                  </a:lnTo>
                  <a:lnTo>
                    <a:pt x="224" y="365"/>
                  </a:lnTo>
                  <a:lnTo>
                    <a:pt x="208" y="363"/>
                  </a:lnTo>
                  <a:lnTo>
                    <a:pt x="192" y="358"/>
                  </a:lnTo>
                  <a:lnTo>
                    <a:pt x="191" y="356"/>
                  </a:lnTo>
                  <a:lnTo>
                    <a:pt x="191" y="354"/>
                  </a:lnTo>
                  <a:lnTo>
                    <a:pt x="189" y="354"/>
                  </a:lnTo>
                  <a:lnTo>
                    <a:pt x="189" y="353"/>
                  </a:lnTo>
                  <a:lnTo>
                    <a:pt x="189" y="349"/>
                  </a:lnTo>
                  <a:lnTo>
                    <a:pt x="192" y="349"/>
                  </a:lnTo>
                  <a:lnTo>
                    <a:pt x="194" y="346"/>
                  </a:lnTo>
                  <a:lnTo>
                    <a:pt x="198" y="342"/>
                  </a:lnTo>
                  <a:lnTo>
                    <a:pt x="199" y="340"/>
                  </a:lnTo>
                  <a:lnTo>
                    <a:pt x="203" y="339"/>
                  </a:lnTo>
                  <a:lnTo>
                    <a:pt x="205" y="335"/>
                  </a:lnTo>
                  <a:lnTo>
                    <a:pt x="208" y="330"/>
                  </a:lnTo>
                  <a:lnTo>
                    <a:pt x="201" y="328"/>
                  </a:lnTo>
                  <a:lnTo>
                    <a:pt x="196" y="325"/>
                  </a:lnTo>
                  <a:lnTo>
                    <a:pt x="192" y="319"/>
                  </a:lnTo>
                  <a:lnTo>
                    <a:pt x="191" y="314"/>
                  </a:lnTo>
                  <a:lnTo>
                    <a:pt x="189" y="307"/>
                  </a:lnTo>
                  <a:lnTo>
                    <a:pt x="196" y="307"/>
                  </a:lnTo>
                  <a:lnTo>
                    <a:pt x="208" y="304"/>
                  </a:lnTo>
                  <a:lnTo>
                    <a:pt x="222" y="307"/>
                  </a:lnTo>
                  <a:lnTo>
                    <a:pt x="234" y="312"/>
                  </a:lnTo>
                  <a:lnTo>
                    <a:pt x="246" y="318"/>
                  </a:lnTo>
                  <a:lnTo>
                    <a:pt x="246" y="311"/>
                  </a:lnTo>
                  <a:lnTo>
                    <a:pt x="234" y="305"/>
                  </a:lnTo>
                  <a:lnTo>
                    <a:pt x="224" y="300"/>
                  </a:lnTo>
                  <a:lnTo>
                    <a:pt x="215" y="291"/>
                  </a:lnTo>
                  <a:lnTo>
                    <a:pt x="218" y="291"/>
                  </a:lnTo>
                  <a:lnTo>
                    <a:pt x="227" y="278"/>
                  </a:lnTo>
                  <a:lnTo>
                    <a:pt x="238" y="269"/>
                  </a:lnTo>
                  <a:lnTo>
                    <a:pt x="252" y="262"/>
                  </a:lnTo>
                  <a:lnTo>
                    <a:pt x="269" y="257"/>
                  </a:lnTo>
                  <a:lnTo>
                    <a:pt x="269" y="253"/>
                  </a:lnTo>
                  <a:lnTo>
                    <a:pt x="253" y="248"/>
                  </a:lnTo>
                  <a:lnTo>
                    <a:pt x="241" y="239"/>
                  </a:lnTo>
                  <a:lnTo>
                    <a:pt x="231" y="227"/>
                  </a:lnTo>
                  <a:lnTo>
                    <a:pt x="222" y="215"/>
                  </a:lnTo>
                  <a:lnTo>
                    <a:pt x="227" y="213"/>
                  </a:lnTo>
                  <a:lnTo>
                    <a:pt x="231" y="213"/>
                  </a:lnTo>
                  <a:lnTo>
                    <a:pt x="236" y="211"/>
                  </a:lnTo>
                  <a:lnTo>
                    <a:pt x="241" y="211"/>
                  </a:lnTo>
                  <a:lnTo>
                    <a:pt x="248" y="216"/>
                  </a:lnTo>
                  <a:lnTo>
                    <a:pt x="253" y="222"/>
                  </a:lnTo>
                  <a:lnTo>
                    <a:pt x="260" y="227"/>
                  </a:lnTo>
                  <a:lnTo>
                    <a:pt x="260" y="223"/>
                  </a:lnTo>
                  <a:lnTo>
                    <a:pt x="259" y="220"/>
                  </a:lnTo>
                  <a:lnTo>
                    <a:pt x="257" y="220"/>
                  </a:lnTo>
                  <a:lnTo>
                    <a:pt x="257" y="218"/>
                  </a:lnTo>
                  <a:lnTo>
                    <a:pt x="255" y="216"/>
                  </a:lnTo>
                  <a:lnTo>
                    <a:pt x="255" y="215"/>
                  </a:lnTo>
                  <a:lnTo>
                    <a:pt x="253" y="211"/>
                  </a:lnTo>
                  <a:lnTo>
                    <a:pt x="257" y="211"/>
                  </a:lnTo>
                  <a:lnTo>
                    <a:pt x="257" y="208"/>
                  </a:lnTo>
                  <a:lnTo>
                    <a:pt x="273" y="202"/>
                  </a:lnTo>
                  <a:lnTo>
                    <a:pt x="288" y="199"/>
                  </a:lnTo>
                  <a:lnTo>
                    <a:pt x="304" y="197"/>
                  </a:lnTo>
                  <a:lnTo>
                    <a:pt x="323" y="199"/>
                  </a:lnTo>
                  <a:lnTo>
                    <a:pt x="314" y="188"/>
                  </a:lnTo>
                  <a:lnTo>
                    <a:pt x="325" y="185"/>
                  </a:lnTo>
                  <a:lnTo>
                    <a:pt x="337" y="180"/>
                  </a:lnTo>
                  <a:lnTo>
                    <a:pt x="349" y="175"/>
                  </a:lnTo>
                  <a:lnTo>
                    <a:pt x="356" y="169"/>
                  </a:lnTo>
                  <a:lnTo>
                    <a:pt x="362" y="169"/>
                  </a:lnTo>
                  <a:lnTo>
                    <a:pt x="362" y="166"/>
                  </a:lnTo>
                  <a:lnTo>
                    <a:pt x="353" y="166"/>
                  </a:lnTo>
                  <a:lnTo>
                    <a:pt x="349" y="168"/>
                  </a:lnTo>
                  <a:lnTo>
                    <a:pt x="346" y="169"/>
                  </a:lnTo>
                  <a:lnTo>
                    <a:pt x="344" y="169"/>
                  </a:lnTo>
                  <a:lnTo>
                    <a:pt x="342" y="169"/>
                  </a:lnTo>
                  <a:lnTo>
                    <a:pt x="341" y="169"/>
                  </a:lnTo>
                  <a:lnTo>
                    <a:pt x="339" y="168"/>
                  </a:lnTo>
                  <a:lnTo>
                    <a:pt x="337" y="166"/>
                  </a:lnTo>
                  <a:lnTo>
                    <a:pt x="334" y="166"/>
                  </a:lnTo>
                  <a:lnTo>
                    <a:pt x="330" y="169"/>
                  </a:lnTo>
                  <a:lnTo>
                    <a:pt x="325" y="175"/>
                  </a:lnTo>
                  <a:lnTo>
                    <a:pt x="320" y="180"/>
                  </a:lnTo>
                  <a:lnTo>
                    <a:pt x="316" y="185"/>
                  </a:lnTo>
                  <a:lnTo>
                    <a:pt x="311" y="188"/>
                  </a:lnTo>
                  <a:lnTo>
                    <a:pt x="292" y="194"/>
                  </a:lnTo>
                  <a:lnTo>
                    <a:pt x="274" y="194"/>
                  </a:lnTo>
                  <a:lnTo>
                    <a:pt x="257" y="190"/>
                  </a:lnTo>
                  <a:lnTo>
                    <a:pt x="241" y="183"/>
                  </a:lnTo>
                  <a:lnTo>
                    <a:pt x="239" y="183"/>
                  </a:lnTo>
                  <a:lnTo>
                    <a:pt x="236" y="185"/>
                  </a:lnTo>
                  <a:lnTo>
                    <a:pt x="231" y="187"/>
                  </a:lnTo>
                  <a:lnTo>
                    <a:pt x="227" y="188"/>
                  </a:lnTo>
                  <a:lnTo>
                    <a:pt x="224" y="190"/>
                  </a:lnTo>
                  <a:lnTo>
                    <a:pt x="218" y="192"/>
                  </a:lnTo>
                  <a:lnTo>
                    <a:pt x="215" y="183"/>
                  </a:lnTo>
                  <a:lnTo>
                    <a:pt x="218" y="182"/>
                  </a:lnTo>
                  <a:lnTo>
                    <a:pt x="218" y="182"/>
                  </a:lnTo>
                  <a:lnTo>
                    <a:pt x="220" y="180"/>
                  </a:lnTo>
                  <a:lnTo>
                    <a:pt x="222" y="176"/>
                  </a:lnTo>
                  <a:lnTo>
                    <a:pt x="212" y="176"/>
                  </a:lnTo>
                  <a:lnTo>
                    <a:pt x="208" y="178"/>
                  </a:lnTo>
                  <a:lnTo>
                    <a:pt x="203" y="180"/>
                  </a:lnTo>
                  <a:lnTo>
                    <a:pt x="198" y="180"/>
                  </a:lnTo>
                  <a:lnTo>
                    <a:pt x="192" y="180"/>
                  </a:lnTo>
                  <a:lnTo>
                    <a:pt x="189" y="169"/>
                  </a:lnTo>
                  <a:lnTo>
                    <a:pt x="192" y="168"/>
                  </a:lnTo>
                  <a:lnTo>
                    <a:pt x="194" y="168"/>
                  </a:lnTo>
                  <a:lnTo>
                    <a:pt x="196" y="168"/>
                  </a:lnTo>
                  <a:lnTo>
                    <a:pt x="198" y="166"/>
                  </a:lnTo>
                  <a:lnTo>
                    <a:pt x="199" y="166"/>
                  </a:lnTo>
                  <a:lnTo>
                    <a:pt x="177" y="169"/>
                  </a:lnTo>
                  <a:lnTo>
                    <a:pt x="175" y="164"/>
                  </a:lnTo>
                  <a:lnTo>
                    <a:pt x="171" y="161"/>
                  </a:lnTo>
                  <a:lnTo>
                    <a:pt x="170" y="159"/>
                  </a:lnTo>
                  <a:lnTo>
                    <a:pt x="168" y="155"/>
                  </a:lnTo>
                  <a:lnTo>
                    <a:pt x="164" y="150"/>
                  </a:lnTo>
                  <a:lnTo>
                    <a:pt x="170" y="148"/>
                  </a:lnTo>
                  <a:lnTo>
                    <a:pt x="173" y="148"/>
                  </a:lnTo>
                  <a:lnTo>
                    <a:pt x="175" y="148"/>
                  </a:lnTo>
                  <a:lnTo>
                    <a:pt x="177" y="148"/>
                  </a:lnTo>
                  <a:lnTo>
                    <a:pt x="177" y="147"/>
                  </a:lnTo>
                  <a:lnTo>
                    <a:pt x="178" y="145"/>
                  </a:lnTo>
                  <a:lnTo>
                    <a:pt x="180" y="141"/>
                  </a:lnTo>
                  <a:lnTo>
                    <a:pt x="173" y="140"/>
                  </a:lnTo>
                  <a:lnTo>
                    <a:pt x="166" y="138"/>
                  </a:lnTo>
                  <a:lnTo>
                    <a:pt x="163" y="134"/>
                  </a:lnTo>
                  <a:lnTo>
                    <a:pt x="157" y="131"/>
                  </a:lnTo>
                  <a:lnTo>
                    <a:pt x="161" y="131"/>
                  </a:lnTo>
                  <a:lnTo>
                    <a:pt x="161" y="126"/>
                  </a:lnTo>
                  <a:lnTo>
                    <a:pt x="178" y="129"/>
                  </a:lnTo>
                  <a:lnTo>
                    <a:pt x="187" y="127"/>
                  </a:lnTo>
                  <a:lnTo>
                    <a:pt x="194" y="124"/>
                  </a:lnTo>
                  <a:lnTo>
                    <a:pt x="198" y="119"/>
                  </a:lnTo>
                  <a:lnTo>
                    <a:pt x="203" y="112"/>
                  </a:lnTo>
                  <a:lnTo>
                    <a:pt x="212" y="108"/>
                  </a:lnTo>
                  <a:lnTo>
                    <a:pt x="222" y="105"/>
                  </a:lnTo>
                  <a:lnTo>
                    <a:pt x="229" y="108"/>
                  </a:lnTo>
                  <a:lnTo>
                    <a:pt x="238" y="112"/>
                  </a:lnTo>
                  <a:lnTo>
                    <a:pt x="245" y="113"/>
                  </a:lnTo>
                  <a:lnTo>
                    <a:pt x="253" y="112"/>
                  </a:lnTo>
                  <a:lnTo>
                    <a:pt x="250" y="110"/>
                  </a:lnTo>
                  <a:lnTo>
                    <a:pt x="246" y="108"/>
                  </a:lnTo>
                  <a:lnTo>
                    <a:pt x="245" y="108"/>
                  </a:lnTo>
                  <a:lnTo>
                    <a:pt x="245" y="106"/>
                  </a:lnTo>
                  <a:lnTo>
                    <a:pt x="243" y="105"/>
                  </a:lnTo>
                  <a:lnTo>
                    <a:pt x="243" y="101"/>
                  </a:lnTo>
                  <a:lnTo>
                    <a:pt x="241" y="96"/>
                  </a:lnTo>
                  <a:lnTo>
                    <a:pt x="246" y="94"/>
                  </a:lnTo>
                  <a:lnTo>
                    <a:pt x="250" y="92"/>
                  </a:lnTo>
                  <a:lnTo>
                    <a:pt x="253" y="92"/>
                  </a:lnTo>
                  <a:lnTo>
                    <a:pt x="255" y="91"/>
                  </a:lnTo>
                  <a:lnTo>
                    <a:pt x="259" y="89"/>
                  </a:lnTo>
                  <a:lnTo>
                    <a:pt x="266" y="89"/>
                  </a:lnTo>
                  <a:lnTo>
                    <a:pt x="269" y="91"/>
                  </a:lnTo>
                  <a:lnTo>
                    <a:pt x="273" y="94"/>
                  </a:lnTo>
                  <a:lnTo>
                    <a:pt x="276" y="96"/>
                  </a:lnTo>
                  <a:lnTo>
                    <a:pt x="276" y="92"/>
                  </a:lnTo>
                  <a:lnTo>
                    <a:pt x="274" y="91"/>
                  </a:lnTo>
                  <a:lnTo>
                    <a:pt x="274" y="89"/>
                  </a:lnTo>
                  <a:lnTo>
                    <a:pt x="274" y="89"/>
                  </a:lnTo>
                  <a:lnTo>
                    <a:pt x="274" y="87"/>
                  </a:lnTo>
                  <a:lnTo>
                    <a:pt x="273" y="84"/>
                  </a:lnTo>
                  <a:lnTo>
                    <a:pt x="278" y="82"/>
                  </a:lnTo>
                  <a:lnTo>
                    <a:pt x="281" y="80"/>
                  </a:lnTo>
                  <a:lnTo>
                    <a:pt x="287" y="77"/>
                  </a:lnTo>
                  <a:lnTo>
                    <a:pt x="290" y="73"/>
                  </a:lnTo>
                  <a:lnTo>
                    <a:pt x="292" y="73"/>
                  </a:lnTo>
                  <a:lnTo>
                    <a:pt x="299" y="73"/>
                  </a:lnTo>
                  <a:lnTo>
                    <a:pt x="304" y="75"/>
                  </a:lnTo>
                  <a:lnTo>
                    <a:pt x="308" y="79"/>
                  </a:lnTo>
                  <a:lnTo>
                    <a:pt x="314" y="79"/>
                  </a:lnTo>
                  <a:lnTo>
                    <a:pt x="323" y="77"/>
                  </a:lnTo>
                  <a:lnTo>
                    <a:pt x="327" y="65"/>
                  </a:lnTo>
                  <a:lnTo>
                    <a:pt x="332" y="63"/>
                  </a:lnTo>
                  <a:lnTo>
                    <a:pt x="337" y="63"/>
                  </a:lnTo>
                  <a:lnTo>
                    <a:pt x="342" y="63"/>
                  </a:lnTo>
                  <a:lnTo>
                    <a:pt x="346" y="65"/>
                  </a:lnTo>
                  <a:lnTo>
                    <a:pt x="349" y="65"/>
                  </a:lnTo>
                  <a:lnTo>
                    <a:pt x="356" y="54"/>
                  </a:lnTo>
                  <a:lnTo>
                    <a:pt x="367" y="52"/>
                  </a:lnTo>
                  <a:lnTo>
                    <a:pt x="374" y="56"/>
                  </a:lnTo>
                  <a:lnTo>
                    <a:pt x="381" y="59"/>
                  </a:lnTo>
                  <a:lnTo>
                    <a:pt x="388" y="61"/>
                  </a:lnTo>
                  <a:lnTo>
                    <a:pt x="397" y="58"/>
                  </a:lnTo>
                  <a:lnTo>
                    <a:pt x="409" y="51"/>
                  </a:lnTo>
                  <a:lnTo>
                    <a:pt x="421" y="45"/>
                  </a:lnTo>
                  <a:close/>
                  <a:moveTo>
                    <a:pt x="2104" y="42"/>
                  </a:moveTo>
                  <a:lnTo>
                    <a:pt x="2111" y="44"/>
                  </a:lnTo>
                  <a:lnTo>
                    <a:pt x="2118" y="47"/>
                  </a:lnTo>
                  <a:lnTo>
                    <a:pt x="2121" y="51"/>
                  </a:lnTo>
                  <a:lnTo>
                    <a:pt x="2126" y="54"/>
                  </a:lnTo>
                  <a:lnTo>
                    <a:pt x="2132" y="58"/>
                  </a:lnTo>
                  <a:lnTo>
                    <a:pt x="2128" y="68"/>
                  </a:lnTo>
                  <a:lnTo>
                    <a:pt x="2107" y="80"/>
                  </a:lnTo>
                  <a:lnTo>
                    <a:pt x="2091" y="94"/>
                  </a:lnTo>
                  <a:lnTo>
                    <a:pt x="2077" y="112"/>
                  </a:lnTo>
                  <a:lnTo>
                    <a:pt x="2074" y="112"/>
                  </a:lnTo>
                  <a:lnTo>
                    <a:pt x="2074" y="108"/>
                  </a:lnTo>
                  <a:lnTo>
                    <a:pt x="2069" y="105"/>
                  </a:lnTo>
                  <a:lnTo>
                    <a:pt x="2065" y="101"/>
                  </a:lnTo>
                  <a:lnTo>
                    <a:pt x="2063" y="98"/>
                  </a:lnTo>
                  <a:lnTo>
                    <a:pt x="2060" y="94"/>
                  </a:lnTo>
                  <a:lnTo>
                    <a:pt x="2058" y="89"/>
                  </a:lnTo>
                  <a:lnTo>
                    <a:pt x="2062" y="82"/>
                  </a:lnTo>
                  <a:lnTo>
                    <a:pt x="2063" y="77"/>
                  </a:lnTo>
                  <a:lnTo>
                    <a:pt x="2065" y="68"/>
                  </a:lnTo>
                  <a:lnTo>
                    <a:pt x="2039" y="68"/>
                  </a:lnTo>
                  <a:lnTo>
                    <a:pt x="2039" y="61"/>
                  </a:lnTo>
                  <a:lnTo>
                    <a:pt x="2053" y="56"/>
                  </a:lnTo>
                  <a:lnTo>
                    <a:pt x="2067" y="52"/>
                  </a:lnTo>
                  <a:lnTo>
                    <a:pt x="2084" y="49"/>
                  </a:lnTo>
                  <a:lnTo>
                    <a:pt x="2086" y="54"/>
                  </a:lnTo>
                  <a:lnTo>
                    <a:pt x="2088" y="56"/>
                  </a:lnTo>
                  <a:lnTo>
                    <a:pt x="2088" y="58"/>
                  </a:lnTo>
                  <a:lnTo>
                    <a:pt x="2090" y="58"/>
                  </a:lnTo>
                  <a:lnTo>
                    <a:pt x="2090" y="59"/>
                  </a:lnTo>
                  <a:lnTo>
                    <a:pt x="2093" y="61"/>
                  </a:lnTo>
                  <a:lnTo>
                    <a:pt x="2095" y="56"/>
                  </a:lnTo>
                  <a:lnTo>
                    <a:pt x="2097" y="52"/>
                  </a:lnTo>
                  <a:lnTo>
                    <a:pt x="2098" y="49"/>
                  </a:lnTo>
                  <a:lnTo>
                    <a:pt x="2102" y="45"/>
                  </a:lnTo>
                  <a:lnTo>
                    <a:pt x="2104" y="42"/>
                  </a:lnTo>
                  <a:close/>
                  <a:moveTo>
                    <a:pt x="2147" y="23"/>
                  </a:moveTo>
                  <a:lnTo>
                    <a:pt x="2151" y="24"/>
                  </a:lnTo>
                  <a:lnTo>
                    <a:pt x="2152" y="24"/>
                  </a:lnTo>
                  <a:lnTo>
                    <a:pt x="2154" y="26"/>
                  </a:lnTo>
                  <a:lnTo>
                    <a:pt x="2154" y="26"/>
                  </a:lnTo>
                  <a:lnTo>
                    <a:pt x="2156" y="28"/>
                  </a:lnTo>
                  <a:lnTo>
                    <a:pt x="2158" y="31"/>
                  </a:lnTo>
                  <a:lnTo>
                    <a:pt x="2161" y="37"/>
                  </a:lnTo>
                  <a:lnTo>
                    <a:pt x="2165" y="42"/>
                  </a:lnTo>
                  <a:lnTo>
                    <a:pt x="2166" y="49"/>
                  </a:lnTo>
                  <a:lnTo>
                    <a:pt x="2158" y="49"/>
                  </a:lnTo>
                  <a:lnTo>
                    <a:pt x="2158" y="45"/>
                  </a:lnTo>
                  <a:lnTo>
                    <a:pt x="2154" y="42"/>
                  </a:lnTo>
                  <a:lnTo>
                    <a:pt x="2151" y="38"/>
                  </a:lnTo>
                  <a:lnTo>
                    <a:pt x="2149" y="35"/>
                  </a:lnTo>
                  <a:lnTo>
                    <a:pt x="2147" y="30"/>
                  </a:lnTo>
                  <a:lnTo>
                    <a:pt x="2147" y="23"/>
                  </a:lnTo>
                  <a:close/>
                  <a:moveTo>
                    <a:pt x="943" y="19"/>
                  </a:moveTo>
                  <a:lnTo>
                    <a:pt x="967" y="19"/>
                  </a:lnTo>
                  <a:lnTo>
                    <a:pt x="992" y="23"/>
                  </a:lnTo>
                  <a:lnTo>
                    <a:pt x="1014" y="26"/>
                  </a:lnTo>
                  <a:lnTo>
                    <a:pt x="1034" y="31"/>
                  </a:lnTo>
                  <a:lnTo>
                    <a:pt x="1063" y="26"/>
                  </a:lnTo>
                  <a:lnTo>
                    <a:pt x="1067" y="30"/>
                  </a:lnTo>
                  <a:lnTo>
                    <a:pt x="1070" y="31"/>
                  </a:lnTo>
                  <a:lnTo>
                    <a:pt x="1074" y="37"/>
                  </a:lnTo>
                  <a:lnTo>
                    <a:pt x="1076" y="40"/>
                  </a:lnTo>
                  <a:lnTo>
                    <a:pt x="1079" y="42"/>
                  </a:lnTo>
                  <a:lnTo>
                    <a:pt x="1096" y="49"/>
                  </a:lnTo>
                  <a:lnTo>
                    <a:pt x="1116" y="54"/>
                  </a:lnTo>
                  <a:lnTo>
                    <a:pt x="1133" y="58"/>
                  </a:lnTo>
                  <a:lnTo>
                    <a:pt x="1133" y="65"/>
                  </a:lnTo>
                  <a:lnTo>
                    <a:pt x="1105" y="65"/>
                  </a:lnTo>
                  <a:lnTo>
                    <a:pt x="1093" y="59"/>
                  </a:lnTo>
                  <a:lnTo>
                    <a:pt x="1079" y="59"/>
                  </a:lnTo>
                  <a:lnTo>
                    <a:pt x="1063" y="61"/>
                  </a:lnTo>
                  <a:lnTo>
                    <a:pt x="1048" y="65"/>
                  </a:lnTo>
                  <a:lnTo>
                    <a:pt x="1048" y="73"/>
                  </a:lnTo>
                  <a:lnTo>
                    <a:pt x="1067" y="73"/>
                  </a:lnTo>
                  <a:lnTo>
                    <a:pt x="1081" y="70"/>
                  </a:lnTo>
                  <a:lnTo>
                    <a:pt x="1098" y="68"/>
                  </a:lnTo>
                  <a:lnTo>
                    <a:pt x="1119" y="68"/>
                  </a:lnTo>
                  <a:lnTo>
                    <a:pt x="1140" y="68"/>
                  </a:lnTo>
                  <a:lnTo>
                    <a:pt x="1156" y="68"/>
                  </a:lnTo>
                  <a:lnTo>
                    <a:pt x="1170" y="82"/>
                  </a:lnTo>
                  <a:lnTo>
                    <a:pt x="1187" y="92"/>
                  </a:lnTo>
                  <a:lnTo>
                    <a:pt x="1182" y="103"/>
                  </a:lnTo>
                  <a:lnTo>
                    <a:pt x="1172" y="110"/>
                  </a:lnTo>
                  <a:lnTo>
                    <a:pt x="1163" y="115"/>
                  </a:lnTo>
                  <a:lnTo>
                    <a:pt x="1151" y="119"/>
                  </a:lnTo>
                  <a:lnTo>
                    <a:pt x="1133" y="119"/>
                  </a:lnTo>
                  <a:lnTo>
                    <a:pt x="1117" y="124"/>
                  </a:lnTo>
                  <a:lnTo>
                    <a:pt x="1100" y="124"/>
                  </a:lnTo>
                  <a:lnTo>
                    <a:pt x="1081" y="122"/>
                  </a:lnTo>
                  <a:lnTo>
                    <a:pt x="1063" y="120"/>
                  </a:lnTo>
                  <a:lnTo>
                    <a:pt x="1046" y="120"/>
                  </a:lnTo>
                  <a:lnTo>
                    <a:pt x="1032" y="124"/>
                  </a:lnTo>
                  <a:lnTo>
                    <a:pt x="1021" y="134"/>
                  </a:lnTo>
                  <a:lnTo>
                    <a:pt x="1063" y="134"/>
                  </a:lnTo>
                  <a:lnTo>
                    <a:pt x="1076" y="131"/>
                  </a:lnTo>
                  <a:lnTo>
                    <a:pt x="1091" y="129"/>
                  </a:lnTo>
                  <a:lnTo>
                    <a:pt x="1109" y="131"/>
                  </a:lnTo>
                  <a:lnTo>
                    <a:pt x="1121" y="134"/>
                  </a:lnTo>
                  <a:lnTo>
                    <a:pt x="1124" y="147"/>
                  </a:lnTo>
                  <a:lnTo>
                    <a:pt x="1130" y="145"/>
                  </a:lnTo>
                  <a:lnTo>
                    <a:pt x="1138" y="140"/>
                  </a:lnTo>
                  <a:lnTo>
                    <a:pt x="1149" y="136"/>
                  </a:lnTo>
                  <a:lnTo>
                    <a:pt x="1159" y="134"/>
                  </a:lnTo>
                  <a:lnTo>
                    <a:pt x="1161" y="140"/>
                  </a:lnTo>
                  <a:lnTo>
                    <a:pt x="1163" y="143"/>
                  </a:lnTo>
                  <a:lnTo>
                    <a:pt x="1165" y="145"/>
                  </a:lnTo>
                  <a:lnTo>
                    <a:pt x="1168" y="147"/>
                  </a:lnTo>
                  <a:lnTo>
                    <a:pt x="1172" y="150"/>
                  </a:lnTo>
                  <a:lnTo>
                    <a:pt x="1156" y="180"/>
                  </a:lnTo>
                  <a:lnTo>
                    <a:pt x="1163" y="180"/>
                  </a:lnTo>
                  <a:lnTo>
                    <a:pt x="1175" y="173"/>
                  </a:lnTo>
                  <a:lnTo>
                    <a:pt x="1191" y="164"/>
                  </a:lnTo>
                  <a:lnTo>
                    <a:pt x="1210" y="157"/>
                  </a:lnTo>
                  <a:lnTo>
                    <a:pt x="1231" y="150"/>
                  </a:lnTo>
                  <a:lnTo>
                    <a:pt x="1254" y="145"/>
                  </a:lnTo>
                  <a:lnTo>
                    <a:pt x="1274" y="145"/>
                  </a:lnTo>
                  <a:lnTo>
                    <a:pt x="1294" y="147"/>
                  </a:lnTo>
                  <a:lnTo>
                    <a:pt x="1308" y="155"/>
                  </a:lnTo>
                  <a:lnTo>
                    <a:pt x="1316" y="169"/>
                  </a:lnTo>
                  <a:lnTo>
                    <a:pt x="1322" y="169"/>
                  </a:lnTo>
                  <a:lnTo>
                    <a:pt x="1322" y="171"/>
                  </a:lnTo>
                  <a:lnTo>
                    <a:pt x="1322" y="171"/>
                  </a:lnTo>
                  <a:lnTo>
                    <a:pt x="1320" y="173"/>
                  </a:lnTo>
                  <a:lnTo>
                    <a:pt x="1318" y="173"/>
                  </a:lnTo>
                  <a:lnTo>
                    <a:pt x="1318" y="173"/>
                  </a:lnTo>
                  <a:lnTo>
                    <a:pt x="1316" y="173"/>
                  </a:lnTo>
                  <a:lnTo>
                    <a:pt x="1313" y="176"/>
                  </a:lnTo>
                  <a:lnTo>
                    <a:pt x="1308" y="178"/>
                  </a:lnTo>
                  <a:lnTo>
                    <a:pt x="1302" y="180"/>
                  </a:lnTo>
                  <a:lnTo>
                    <a:pt x="1295" y="182"/>
                  </a:lnTo>
                  <a:lnTo>
                    <a:pt x="1290" y="183"/>
                  </a:lnTo>
                  <a:lnTo>
                    <a:pt x="1278" y="202"/>
                  </a:lnTo>
                  <a:lnTo>
                    <a:pt x="1255" y="216"/>
                  </a:lnTo>
                  <a:lnTo>
                    <a:pt x="1229" y="225"/>
                  </a:lnTo>
                  <a:lnTo>
                    <a:pt x="1198" y="230"/>
                  </a:lnTo>
                  <a:lnTo>
                    <a:pt x="1198" y="236"/>
                  </a:lnTo>
                  <a:lnTo>
                    <a:pt x="1198" y="239"/>
                  </a:lnTo>
                  <a:lnTo>
                    <a:pt x="1198" y="241"/>
                  </a:lnTo>
                  <a:lnTo>
                    <a:pt x="1196" y="243"/>
                  </a:lnTo>
                  <a:lnTo>
                    <a:pt x="1198" y="244"/>
                  </a:lnTo>
                  <a:lnTo>
                    <a:pt x="1198" y="246"/>
                  </a:lnTo>
                  <a:lnTo>
                    <a:pt x="1201" y="250"/>
                  </a:lnTo>
                  <a:lnTo>
                    <a:pt x="1206" y="253"/>
                  </a:lnTo>
                  <a:lnTo>
                    <a:pt x="1210" y="255"/>
                  </a:lnTo>
                  <a:lnTo>
                    <a:pt x="1213" y="258"/>
                  </a:lnTo>
                  <a:lnTo>
                    <a:pt x="1217" y="260"/>
                  </a:lnTo>
                  <a:lnTo>
                    <a:pt x="1220" y="265"/>
                  </a:lnTo>
                  <a:lnTo>
                    <a:pt x="1217" y="272"/>
                  </a:lnTo>
                  <a:lnTo>
                    <a:pt x="1213" y="288"/>
                  </a:lnTo>
                  <a:lnTo>
                    <a:pt x="1210" y="307"/>
                  </a:lnTo>
                  <a:lnTo>
                    <a:pt x="1206" y="326"/>
                  </a:lnTo>
                  <a:lnTo>
                    <a:pt x="1206" y="342"/>
                  </a:lnTo>
                  <a:lnTo>
                    <a:pt x="1210" y="340"/>
                  </a:lnTo>
                  <a:lnTo>
                    <a:pt x="1213" y="340"/>
                  </a:lnTo>
                  <a:lnTo>
                    <a:pt x="1215" y="340"/>
                  </a:lnTo>
                  <a:lnTo>
                    <a:pt x="1219" y="340"/>
                  </a:lnTo>
                  <a:lnTo>
                    <a:pt x="1220" y="340"/>
                  </a:lnTo>
                  <a:lnTo>
                    <a:pt x="1226" y="342"/>
                  </a:lnTo>
                  <a:lnTo>
                    <a:pt x="1224" y="347"/>
                  </a:lnTo>
                  <a:lnTo>
                    <a:pt x="1224" y="349"/>
                  </a:lnTo>
                  <a:lnTo>
                    <a:pt x="1224" y="353"/>
                  </a:lnTo>
                  <a:lnTo>
                    <a:pt x="1224" y="354"/>
                  </a:lnTo>
                  <a:lnTo>
                    <a:pt x="1224" y="358"/>
                  </a:lnTo>
                  <a:lnTo>
                    <a:pt x="1226" y="365"/>
                  </a:lnTo>
                  <a:lnTo>
                    <a:pt x="1220" y="365"/>
                  </a:lnTo>
                  <a:lnTo>
                    <a:pt x="1220" y="368"/>
                  </a:lnTo>
                  <a:lnTo>
                    <a:pt x="1217" y="367"/>
                  </a:lnTo>
                  <a:lnTo>
                    <a:pt x="1213" y="363"/>
                  </a:lnTo>
                  <a:lnTo>
                    <a:pt x="1212" y="361"/>
                  </a:lnTo>
                  <a:lnTo>
                    <a:pt x="1208" y="360"/>
                  </a:lnTo>
                  <a:lnTo>
                    <a:pt x="1205" y="358"/>
                  </a:lnTo>
                  <a:lnTo>
                    <a:pt x="1198" y="358"/>
                  </a:lnTo>
                  <a:lnTo>
                    <a:pt x="1194" y="360"/>
                  </a:lnTo>
                  <a:lnTo>
                    <a:pt x="1191" y="361"/>
                  </a:lnTo>
                  <a:lnTo>
                    <a:pt x="1187" y="363"/>
                  </a:lnTo>
                  <a:lnTo>
                    <a:pt x="1185" y="365"/>
                  </a:lnTo>
                  <a:lnTo>
                    <a:pt x="1182" y="367"/>
                  </a:lnTo>
                  <a:lnTo>
                    <a:pt x="1180" y="370"/>
                  </a:lnTo>
                  <a:lnTo>
                    <a:pt x="1178" y="377"/>
                  </a:lnTo>
                  <a:lnTo>
                    <a:pt x="1201" y="384"/>
                  </a:lnTo>
                  <a:lnTo>
                    <a:pt x="1206" y="415"/>
                  </a:lnTo>
                  <a:lnTo>
                    <a:pt x="1201" y="415"/>
                  </a:lnTo>
                  <a:lnTo>
                    <a:pt x="1198" y="415"/>
                  </a:lnTo>
                  <a:lnTo>
                    <a:pt x="1194" y="417"/>
                  </a:lnTo>
                  <a:lnTo>
                    <a:pt x="1191" y="419"/>
                  </a:lnTo>
                  <a:lnTo>
                    <a:pt x="1191" y="426"/>
                  </a:lnTo>
                  <a:lnTo>
                    <a:pt x="1199" y="431"/>
                  </a:lnTo>
                  <a:lnTo>
                    <a:pt x="1205" y="438"/>
                  </a:lnTo>
                  <a:lnTo>
                    <a:pt x="1208" y="447"/>
                  </a:lnTo>
                  <a:lnTo>
                    <a:pt x="1210" y="461"/>
                  </a:lnTo>
                  <a:lnTo>
                    <a:pt x="1201" y="461"/>
                  </a:lnTo>
                  <a:lnTo>
                    <a:pt x="1199" y="461"/>
                  </a:lnTo>
                  <a:lnTo>
                    <a:pt x="1194" y="459"/>
                  </a:lnTo>
                  <a:lnTo>
                    <a:pt x="1191" y="461"/>
                  </a:lnTo>
                  <a:lnTo>
                    <a:pt x="1185" y="461"/>
                  </a:lnTo>
                  <a:lnTo>
                    <a:pt x="1182" y="464"/>
                  </a:lnTo>
                  <a:lnTo>
                    <a:pt x="1178" y="468"/>
                  </a:lnTo>
                  <a:lnTo>
                    <a:pt x="1184" y="471"/>
                  </a:lnTo>
                  <a:lnTo>
                    <a:pt x="1187" y="473"/>
                  </a:lnTo>
                  <a:lnTo>
                    <a:pt x="1189" y="475"/>
                  </a:lnTo>
                  <a:lnTo>
                    <a:pt x="1191" y="476"/>
                  </a:lnTo>
                  <a:lnTo>
                    <a:pt x="1192" y="482"/>
                  </a:lnTo>
                  <a:lnTo>
                    <a:pt x="1194" y="487"/>
                  </a:lnTo>
                  <a:lnTo>
                    <a:pt x="1192" y="489"/>
                  </a:lnTo>
                  <a:lnTo>
                    <a:pt x="1192" y="490"/>
                  </a:lnTo>
                  <a:lnTo>
                    <a:pt x="1192" y="490"/>
                  </a:lnTo>
                  <a:lnTo>
                    <a:pt x="1191" y="492"/>
                  </a:lnTo>
                  <a:lnTo>
                    <a:pt x="1191" y="496"/>
                  </a:lnTo>
                  <a:lnTo>
                    <a:pt x="1177" y="496"/>
                  </a:lnTo>
                  <a:lnTo>
                    <a:pt x="1163" y="499"/>
                  </a:lnTo>
                  <a:lnTo>
                    <a:pt x="1152" y="503"/>
                  </a:lnTo>
                  <a:lnTo>
                    <a:pt x="1156" y="503"/>
                  </a:lnTo>
                  <a:lnTo>
                    <a:pt x="1161" y="506"/>
                  </a:lnTo>
                  <a:lnTo>
                    <a:pt x="1165" y="508"/>
                  </a:lnTo>
                  <a:lnTo>
                    <a:pt x="1168" y="508"/>
                  </a:lnTo>
                  <a:lnTo>
                    <a:pt x="1172" y="510"/>
                  </a:lnTo>
                  <a:lnTo>
                    <a:pt x="1175" y="513"/>
                  </a:lnTo>
                  <a:lnTo>
                    <a:pt x="1178" y="518"/>
                  </a:lnTo>
                  <a:lnTo>
                    <a:pt x="1172" y="527"/>
                  </a:lnTo>
                  <a:lnTo>
                    <a:pt x="1168" y="538"/>
                  </a:lnTo>
                  <a:lnTo>
                    <a:pt x="1163" y="550"/>
                  </a:lnTo>
                  <a:lnTo>
                    <a:pt x="1161" y="545"/>
                  </a:lnTo>
                  <a:lnTo>
                    <a:pt x="1158" y="541"/>
                  </a:lnTo>
                  <a:lnTo>
                    <a:pt x="1156" y="539"/>
                  </a:lnTo>
                  <a:lnTo>
                    <a:pt x="1152" y="539"/>
                  </a:lnTo>
                  <a:lnTo>
                    <a:pt x="1147" y="538"/>
                  </a:lnTo>
                  <a:lnTo>
                    <a:pt x="1140" y="538"/>
                  </a:lnTo>
                  <a:lnTo>
                    <a:pt x="1140" y="541"/>
                  </a:lnTo>
                  <a:lnTo>
                    <a:pt x="1144" y="541"/>
                  </a:lnTo>
                  <a:lnTo>
                    <a:pt x="1156" y="553"/>
                  </a:lnTo>
                  <a:lnTo>
                    <a:pt x="1166" y="567"/>
                  </a:lnTo>
                  <a:lnTo>
                    <a:pt x="1172" y="585"/>
                  </a:lnTo>
                  <a:lnTo>
                    <a:pt x="1175" y="606"/>
                  </a:lnTo>
                  <a:lnTo>
                    <a:pt x="1172" y="606"/>
                  </a:lnTo>
                  <a:lnTo>
                    <a:pt x="1172" y="611"/>
                  </a:lnTo>
                  <a:lnTo>
                    <a:pt x="1144" y="614"/>
                  </a:lnTo>
                  <a:lnTo>
                    <a:pt x="1144" y="595"/>
                  </a:lnTo>
                  <a:lnTo>
                    <a:pt x="1140" y="592"/>
                  </a:lnTo>
                  <a:lnTo>
                    <a:pt x="1137" y="590"/>
                  </a:lnTo>
                  <a:lnTo>
                    <a:pt x="1135" y="588"/>
                  </a:lnTo>
                  <a:lnTo>
                    <a:pt x="1130" y="585"/>
                  </a:lnTo>
                  <a:lnTo>
                    <a:pt x="1124" y="583"/>
                  </a:lnTo>
                  <a:lnTo>
                    <a:pt x="1116" y="588"/>
                  </a:lnTo>
                  <a:lnTo>
                    <a:pt x="1105" y="592"/>
                  </a:lnTo>
                  <a:lnTo>
                    <a:pt x="1093" y="593"/>
                  </a:lnTo>
                  <a:lnTo>
                    <a:pt x="1082" y="597"/>
                  </a:lnTo>
                  <a:lnTo>
                    <a:pt x="1076" y="602"/>
                  </a:lnTo>
                  <a:lnTo>
                    <a:pt x="1082" y="602"/>
                  </a:lnTo>
                  <a:lnTo>
                    <a:pt x="1091" y="602"/>
                  </a:lnTo>
                  <a:lnTo>
                    <a:pt x="1105" y="600"/>
                  </a:lnTo>
                  <a:lnTo>
                    <a:pt x="1121" y="599"/>
                  </a:lnTo>
                  <a:lnTo>
                    <a:pt x="1121" y="606"/>
                  </a:lnTo>
                  <a:lnTo>
                    <a:pt x="1086" y="618"/>
                  </a:lnTo>
                  <a:lnTo>
                    <a:pt x="1086" y="621"/>
                  </a:lnTo>
                  <a:lnTo>
                    <a:pt x="1095" y="621"/>
                  </a:lnTo>
                  <a:lnTo>
                    <a:pt x="1100" y="620"/>
                  </a:lnTo>
                  <a:lnTo>
                    <a:pt x="1107" y="618"/>
                  </a:lnTo>
                  <a:lnTo>
                    <a:pt x="1114" y="616"/>
                  </a:lnTo>
                  <a:lnTo>
                    <a:pt x="1121" y="614"/>
                  </a:lnTo>
                  <a:lnTo>
                    <a:pt x="1123" y="623"/>
                  </a:lnTo>
                  <a:lnTo>
                    <a:pt x="1130" y="627"/>
                  </a:lnTo>
                  <a:lnTo>
                    <a:pt x="1137" y="628"/>
                  </a:lnTo>
                  <a:lnTo>
                    <a:pt x="1149" y="627"/>
                  </a:lnTo>
                  <a:lnTo>
                    <a:pt x="1163" y="627"/>
                  </a:lnTo>
                  <a:lnTo>
                    <a:pt x="1163" y="630"/>
                  </a:lnTo>
                  <a:lnTo>
                    <a:pt x="1159" y="630"/>
                  </a:lnTo>
                  <a:lnTo>
                    <a:pt x="1140" y="648"/>
                  </a:lnTo>
                  <a:lnTo>
                    <a:pt x="1119" y="665"/>
                  </a:lnTo>
                  <a:lnTo>
                    <a:pt x="1098" y="679"/>
                  </a:lnTo>
                  <a:lnTo>
                    <a:pt x="1074" y="691"/>
                  </a:lnTo>
                  <a:lnTo>
                    <a:pt x="1048" y="696"/>
                  </a:lnTo>
                  <a:lnTo>
                    <a:pt x="1018" y="695"/>
                  </a:lnTo>
                  <a:lnTo>
                    <a:pt x="1018" y="700"/>
                  </a:lnTo>
                  <a:lnTo>
                    <a:pt x="1018" y="705"/>
                  </a:lnTo>
                  <a:lnTo>
                    <a:pt x="1016" y="709"/>
                  </a:lnTo>
                  <a:lnTo>
                    <a:pt x="1014" y="710"/>
                  </a:lnTo>
                  <a:lnTo>
                    <a:pt x="1013" y="710"/>
                  </a:lnTo>
                  <a:lnTo>
                    <a:pt x="1011" y="712"/>
                  </a:lnTo>
                  <a:lnTo>
                    <a:pt x="1007" y="714"/>
                  </a:lnTo>
                  <a:lnTo>
                    <a:pt x="1004" y="716"/>
                  </a:lnTo>
                  <a:lnTo>
                    <a:pt x="1002" y="717"/>
                  </a:lnTo>
                  <a:lnTo>
                    <a:pt x="999" y="721"/>
                  </a:lnTo>
                  <a:lnTo>
                    <a:pt x="995" y="731"/>
                  </a:lnTo>
                  <a:lnTo>
                    <a:pt x="993" y="744"/>
                  </a:lnTo>
                  <a:lnTo>
                    <a:pt x="990" y="752"/>
                  </a:lnTo>
                  <a:lnTo>
                    <a:pt x="981" y="761"/>
                  </a:lnTo>
                  <a:lnTo>
                    <a:pt x="966" y="771"/>
                  </a:lnTo>
                  <a:lnTo>
                    <a:pt x="946" y="780"/>
                  </a:lnTo>
                  <a:lnTo>
                    <a:pt x="929" y="787"/>
                  </a:lnTo>
                  <a:lnTo>
                    <a:pt x="913" y="791"/>
                  </a:lnTo>
                  <a:lnTo>
                    <a:pt x="913" y="787"/>
                  </a:lnTo>
                  <a:lnTo>
                    <a:pt x="913" y="784"/>
                  </a:lnTo>
                  <a:lnTo>
                    <a:pt x="911" y="784"/>
                  </a:lnTo>
                  <a:lnTo>
                    <a:pt x="911" y="782"/>
                  </a:lnTo>
                  <a:lnTo>
                    <a:pt x="910" y="780"/>
                  </a:lnTo>
                  <a:lnTo>
                    <a:pt x="908" y="794"/>
                  </a:lnTo>
                  <a:lnTo>
                    <a:pt x="903" y="806"/>
                  </a:lnTo>
                  <a:lnTo>
                    <a:pt x="899" y="817"/>
                  </a:lnTo>
                  <a:lnTo>
                    <a:pt x="894" y="827"/>
                  </a:lnTo>
                  <a:lnTo>
                    <a:pt x="890" y="841"/>
                  </a:lnTo>
                  <a:lnTo>
                    <a:pt x="894" y="843"/>
                  </a:lnTo>
                  <a:lnTo>
                    <a:pt x="894" y="845"/>
                  </a:lnTo>
                  <a:lnTo>
                    <a:pt x="896" y="845"/>
                  </a:lnTo>
                  <a:lnTo>
                    <a:pt x="896" y="845"/>
                  </a:lnTo>
                  <a:lnTo>
                    <a:pt x="896" y="847"/>
                  </a:lnTo>
                  <a:lnTo>
                    <a:pt x="894" y="848"/>
                  </a:lnTo>
                  <a:lnTo>
                    <a:pt x="890" y="852"/>
                  </a:lnTo>
                  <a:lnTo>
                    <a:pt x="887" y="854"/>
                  </a:lnTo>
                  <a:lnTo>
                    <a:pt x="884" y="857"/>
                  </a:lnTo>
                  <a:lnTo>
                    <a:pt x="880" y="859"/>
                  </a:lnTo>
                  <a:lnTo>
                    <a:pt x="878" y="862"/>
                  </a:lnTo>
                  <a:lnTo>
                    <a:pt x="875" y="867"/>
                  </a:lnTo>
                  <a:lnTo>
                    <a:pt x="868" y="887"/>
                  </a:lnTo>
                  <a:lnTo>
                    <a:pt x="863" y="908"/>
                  </a:lnTo>
                  <a:lnTo>
                    <a:pt x="861" y="932"/>
                  </a:lnTo>
                  <a:lnTo>
                    <a:pt x="857" y="955"/>
                  </a:lnTo>
                  <a:lnTo>
                    <a:pt x="852" y="976"/>
                  </a:lnTo>
                  <a:lnTo>
                    <a:pt x="849" y="974"/>
                  </a:lnTo>
                  <a:lnTo>
                    <a:pt x="849" y="974"/>
                  </a:lnTo>
                  <a:lnTo>
                    <a:pt x="847" y="974"/>
                  </a:lnTo>
                  <a:lnTo>
                    <a:pt x="847" y="972"/>
                  </a:lnTo>
                  <a:lnTo>
                    <a:pt x="845" y="972"/>
                  </a:lnTo>
                  <a:lnTo>
                    <a:pt x="840" y="969"/>
                  </a:lnTo>
                  <a:lnTo>
                    <a:pt x="831" y="962"/>
                  </a:lnTo>
                  <a:lnTo>
                    <a:pt x="817" y="953"/>
                  </a:lnTo>
                  <a:lnTo>
                    <a:pt x="801" y="944"/>
                  </a:lnTo>
                  <a:lnTo>
                    <a:pt x="786" y="934"/>
                  </a:lnTo>
                  <a:lnTo>
                    <a:pt x="774" y="925"/>
                  </a:lnTo>
                  <a:lnTo>
                    <a:pt x="763" y="920"/>
                  </a:lnTo>
                  <a:lnTo>
                    <a:pt x="760" y="918"/>
                  </a:lnTo>
                  <a:lnTo>
                    <a:pt x="756" y="880"/>
                  </a:lnTo>
                  <a:lnTo>
                    <a:pt x="754" y="876"/>
                  </a:lnTo>
                  <a:lnTo>
                    <a:pt x="749" y="873"/>
                  </a:lnTo>
                  <a:lnTo>
                    <a:pt x="746" y="871"/>
                  </a:lnTo>
                  <a:lnTo>
                    <a:pt x="740" y="867"/>
                  </a:lnTo>
                  <a:lnTo>
                    <a:pt x="737" y="864"/>
                  </a:lnTo>
                  <a:lnTo>
                    <a:pt x="740" y="862"/>
                  </a:lnTo>
                  <a:lnTo>
                    <a:pt x="740" y="860"/>
                  </a:lnTo>
                  <a:lnTo>
                    <a:pt x="742" y="859"/>
                  </a:lnTo>
                  <a:lnTo>
                    <a:pt x="742" y="859"/>
                  </a:lnTo>
                  <a:lnTo>
                    <a:pt x="744" y="855"/>
                  </a:lnTo>
                  <a:lnTo>
                    <a:pt x="746" y="852"/>
                  </a:lnTo>
                  <a:lnTo>
                    <a:pt x="737" y="852"/>
                  </a:lnTo>
                  <a:lnTo>
                    <a:pt x="732" y="852"/>
                  </a:lnTo>
                  <a:lnTo>
                    <a:pt x="728" y="852"/>
                  </a:lnTo>
                  <a:lnTo>
                    <a:pt x="726" y="850"/>
                  </a:lnTo>
                  <a:lnTo>
                    <a:pt x="725" y="847"/>
                  </a:lnTo>
                  <a:lnTo>
                    <a:pt x="721" y="841"/>
                  </a:lnTo>
                  <a:lnTo>
                    <a:pt x="719" y="838"/>
                  </a:lnTo>
                  <a:lnTo>
                    <a:pt x="719" y="834"/>
                  </a:lnTo>
                  <a:lnTo>
                    <a:pt x="719" y="833"/>
                  </a:lnTo>
                  <a:lnTo>
                    <a:pt x="719" y="829"/>
                  </a:lnTo>
                  <a:lnTo>
                    <a:pt x="721" y="826"/>
                  </a:lnTo>
                  <a:lnTo>
                    <a:pt x="721" y="822"/>
                  </a:lnTo>
                  <a:lnTo>
                    <a:pt x="711" y="822"/>
                  </a:lnTo>
                  <a:lnTo>
                    <a:pt x="711" y="817"/>
                  </a:lnTo>
                  <a:lnTo>
                    <a:pt x="712" y="812"/>
                  </a:lnTo>
                  <a:lnTo>
                    <a:pt x="714" y="810"/>
                  </a:lnTo>
                  <a:lnTo>
                    <a:pt x="714" y="806"/>
                  </a:lnTo>
                  <a:lnTo>
                    <a:pt x="716" y="803"/>
                  </a:lnTo>
                  <a:lnTo>
                    <a:pt x="718" y="798"/>
                  </a:lnTo>
                  <a:lnTo>
                    <a:pt x="712" y="798"/>
                  </a:lnTo>
                  <a:lnTo>
                    <a:pt x="707" y="798"/>
                  </a:lnTo>
                  <a:lnTo>
                    <a:pt x="704" y="796"/>
                  </a:lnTo>
                  <a:lnTo>
                    <a:pt x="698" y="794"/>
                  </a:lnTo>
                  <a:lnTo>
                    <a:pt x="697" y="768"/>
                  </a:lnTo>
                  <a:lnTo>
                    <a:pt x="695" y="744"/>
                  </a:lnTo>
                  <a:lnTo>
                    <a:pt x="695" y="721"/>
                  </a:lnTo>
                  <a:lnTo>
                    <a:pt x="702" y="698"/>
                  </a:lnTo>
                  <a:lnTo>
                    <a:pt x="709" y="688"/>
                  </a:lnTo>
                  <a:lnTo>
                    <a:pt x="718" y="681"/>
                  </a:lnTo>
                  <a:lnTo>
                    <a:pt x="725" y="675"/>
                  </a:lnTo>
                  <a:lnTo>
                    <a:pt x="730" y="667"/>
                  </a:lnTo>
                  <a:lnTo>
                    <a:pt x="735" y="656"/>
                  </a:lnTo>
                  <a:lnTo>
                    <a:pt x="737" y="637"/>
                  </a:lnTo>
                  <a:lnTo>
                    <a:pt x="733" y="637"/>
                  </a:lnTo>
                  <a:lnTo>
                    <a:pt x="730" y="641"/>
                  </a:lnTo>
                  <a:lnTo>
                    <a:pt x="726" y="642"/>
                  </a:lnTo>
                  <a:lnTo>
                    <a:pt x="725" y="642"/>
                  </a:lnTo>
                  <a:lnTo>
                    <a:pt x="721" y="642"/>
                  </a:lnTo>
                  <a:lnTo>
                    <a:pt x="718" y="641"/>
                  </a:lnTo>
                  <a:lnTo>
                    <a:pt x="704" y="637"/>
                  </a:lnTo>
                  <a:lnTo>
                    <a:pt x="693" y="630"/>
                  </a:lnTo>
                  <a:lnTo>
                    <a:pt x="686" y="620"/>
                  </a:lnTo>
                  <a:lnTo>
                    <a:pt x="683" y="602"/>
                  </a:lnTo>
                  <a:lnTo>
                    <a:pt x="688" y="602"/>
                  </a:lnTo>
                  <a:lnTo>
                    <a:pt x="688" y="599"/>
                  </a:lnTo>
                  <a:lnTo>
                    <a:pt x="697" y="604"/>
                  </a:lnTo>
                  <a:lnTo>
                    <a:pt x="707" y="611"/>
                  </a:lnTo>
                  <a:lnTo>
                    <a:pt x="716" y="614"/>
                  </a:lnTo>
                  <a:lnTo>
                    <a:pt x="726" y="614"/>
                  </a:lnTo>
                  <a:lnTo>
                    <a:pt x="726" y="613"/>
                  </a:lnTo>
                  <a:lnTo>
                    <a:pt x="728" y="611"/>
                  </a:lnTo>
                  <a:lnTo>
                    <a:pt x="728" y="611"/>
                  </a:lnTo>
                  <a:lnTo>
                    <a:pt x="728" y="609"/>
                  </a:lnTo>
                  <a:lnTo>
                    <a:pt x="730" y="606"/>
                  </a:lnTo>
                  <a:lnTo>
                    <a:pt x="711" y="592"/>
                  </a:lnTo>
                  <a:lnTo>
                    <a:pt x="695" y="572"/>
                  </a:lnTo>
                  <a:lnTo>
                    <a:pt x="690" y="574"/>
                  </a:lnTo>
                  <a:lnTo>
                    <a:pt x="686" y="576"/>
                  </a:lnTo>
                  <a:lnTo>
                    <a:pt x="681" y="578"/>
                  </a:lnTo>
                  <a:lnTo>
                    <a:pt x="676" y="579"/>
                  </a:lnTo>
                  <a:lnTo>
                    <a:pt x="672" y="576"/>
                  </a:lnTo>
                  <a:lnTo>
                    <a:pt x="671" y="574"/>
                  </a:lnTo>
                  <a:lnTo>
                    <a:pt x="669" y="571"/>
                  </a:lnTo>
                  <a:lnTo>
                    <a:pt x="667" y="569"/>
                  </a:lnTo>
                  <a:lnTo>
                    <a:pt x="664" y="564"/>
                  </a:lnTo>
                  <a:lnTo>
                    <a:pt x="674" y="553"/>
                  </a:lnTo>
                  <a:lnTo>
                    <a:pt x="676" y="538"/>
                  </a:lnTo>
                  <a:lnTo>
                    <a:pt x="674" y="518"/>
                  </a:lnTo>
                  <a:lnTo>
                    <a:pt x="669" y="497"/>
                  </a:lnTo>
                  <a:lnTo>
                    <a:pt x="660" y="475"/>
                  </a:lnTo>
                  <a:lnTo>
                    <a:pt x="650" y="454"/>
                  </a:lnTo>
                  <a:lnTo>
                    <a:pt x="637" y="435"/>
                  </a:lnTo>
                  <a:lnTo>
                    <a:pt x="627" y="417"/>
                  </a:lnTo>
                  <a:lnTo>
                    <a:pt x="618" y="403"/>
                  </a:lnTo>
                  <a:lnTo>
                    <a:pt x="597" y="389"/>
                  </a:lnTo>
                  <a:lnTo>
                    <a:pt x="573" y="384"/>
                  </a:lnTo>
                  <a:lnTo>
                    <a:pt x="548" y="384"/>
                  </a:lnTo>
                  <a:lnTo>
                    <a:pt x="520" y="384"/>
                  </a:lnTo>
                  <a:lnTo>
                    <a:pt x="493" y="386"/>
                  </a:lnTo>
                  <a:lnTo>
                    <a:pt x="465" y="384"/>
                  </a:lnTo>
                  <a:lnTo>
                    <a:pt x="465" y="379"/>
                  </a:lnTo>
                  <a:lnTo>
                    <a:pt x="465" y="375"/>
                  </a:lnTo>
                  <a:lnTo>
                    <a:pt x="466" y="374"/>
                  </a:lnTo>
                  <a:lnTo>
                    <a:pt x="466" y="372"/>
                  </a:lnTo>
                  <a:lnTo>
                    <a:pt x="466" y="370"/>
                  </a:lnTo>
                  <a:lnTo>
                    <a:pt x="465" y="368"/>
                  </a:lnTo>
                  <a:lnTo>
                    <a:pt x="454" y="363"/>
                  </a:lnTo>
                  <a:lnTo>
                    <a:pt x="444" y="360"/>
                  </a:lnTo>
                  <a:lnTo>
                    <a:pt x="433" y="353"/>
                  </a:lnTo>
                  <a:lnTo>
                    <a:pt x="442" y="353"/>
                  </a:lnTo>
                  <a:lnTo>
                    <a:pt x="452" y="349"/>
                  </a:lnTo>
                  <a:lnTo>
                    <a:pt x="466" y="346"/>
                  </a:lnTo>
                  <a:lnTo>
                    <a:pt x="482" y="344"/>
                  </a:lnTo>
                  <a:lnTo>
                    <a:pt x="494" y="340"/>
                  </a:lnTo>
                  <a:lnTo>
                    <a:pt x="503" y="333"/>
                  </a:lnTo>
                  <a:lnTo>
                    <a:pt x="461" y="333"/>
                  </a:lnTo>
                  <a:lnTo>
                    <a:pt x="451" y="330"/>
                  </a:lnTo>
                  <a:lnTo>
                    <a:pt x="442" y="330"/>
                  </a:lnTo>
                  <a:lnTo>
                    <a:pt x="431" y="328"/>
                  </a:lnTo>
                  <a:lnTo>
                    <a:pt x="423" y="326"/>
                  </a:lnTo>
                  <a:lnTo>
                    <a:pt x="414" y="323"/>
                  </a:lnTo>
                  <a:lnTo>
                    <a:pt x="409" y="314"/>
                  </a:lnTo>
                  <a:lnTo>
                    <a:pt x="407" y="300"/>
                  </a:lnTo>
                  <a:lnTo>
                    <a:pt x="428" y="297"/>
                  </a:lnTo>
                  <a:lnTo>
                    <a:pt x="447" y="290"/>
                  </a:lnTo>
                  <a:lnTo>
                    <a:pt x="463" y="283"/>
                  </a:lnTo>
                  <a:lnTo>
                    <a:pt x="480" y="276"/>
                  </a:lnTo>
                  <a:lnTo>
                    <a:pt x="515" y="276"/>
                  </a:lnTo>
                  <a:lnTo>
                    <a:pt x="529" y="230"/>
                  </a:lnTo>
                  <a:lnTo>
                    <a:pt x="496" y="230"/>
                  </a:lnTo>
                  <a:lnTo>
                    <a:pt x="487" y="218"/>
                  </a:lnTo>
                  <a:lnTo>
                    <a:pt x="498" y="211"/>
                  </a:lnTo>
                  <a:lnTo>
                    <a:pt x="506" y="204"/>
                  </a:lnTo>
                  <a:lnTo>
                    <a:pt x="517" y="199"/>
                  </a:lnTo>
                  <a:lnTo>
                    <a:pt x="529" y="195"/>
                  </a:lnTo>
                  <a:lnTo>
                    <a:pt x="529" y="183"/>
                  </a:lnTo>
                  <a:lnTo>
                    <a:pt x="543" y="176"/>
                  </a:lnTo>
                  <a:lnTo>
                    <a:pt x="550" y="168"/>
                  </a:lnTo>
                  <a:lnTo>
                    <a:pt x="557" y="157"/>
                  </a:lnTo>
                  <a:lnTo>
                    <a:pt x="568" y="150"/>
                  </a:lnTo>
                  <a:lnTo>
                    <a:pt x="580" y="145"/>
                  </a:lnTo>
                  <a:lnTo>
                    <a:pt x="590" y="145"/>
                  </a:lnTo>
                  <a:lnTo>
                    <a:pt x="599" y="148"/>
                  </a:lnTo>
                  <a:lnTo>
                    <a:pt x="611" y="147"/>
                  </a:lnTo>
                  <a:lnTo>
                    <a:pt x="602" y="143"/>
                  </a:lnTo>
                  <a:lnTo>
                    <a:pt x="597" y="141"/>
                  </a:lnTo>
                  <a:lnTo>
                    <a:pt x="592" y="140"/>
                  </a:lnTo>
                  <a:lnTo>
                    <a:pt x="587" y="134"/>
                  </a:lnTo>
                  <a:lnTo>
                    <a:pt x="604" y="131"/>
                  </a:lnTo>
                  <a:lnTo>
                    <a:pt x="620" y="126"/>
                  </a:lnTo>
                  <a:lnTo>
                    <a:pt x="634" y="122"/>
                  </a:lnTo>
                  <a:lnTo>
                    <a:pt x="650" y="119"/>
                  </a:lnTo>
                  <a:lnTo>
                    <a:pt x="651" y="126"/>
                  </a:lnTo>
                  <a:lnTo>
                    <a:pt x="653" y="129"/>
                  </a:lnTo>
                  <a:lnTo>
                    <a:pt x="655" y="134"/>
                  </a:lnTo>
                  <a:lnTo>
                    <a:pt x="657" y="138"/>
                  </a:lnTo>
                  <a:lnTo>
                    <a:pt x="662" y="140"/>
                  </a:lnTo>
                  <a:lnTo>
                    <a:pt x="669" y="141"/>
                  </a:lnTo>
                  <a:lnTo>
                    <a:pt x="669" y="136"/>
                  </a:lnTo>
                  <a:lnTo>
                    <a:pt x="672" y="131"/>
                  </a:lnTo>
                  <a:lnTo>
                    <a:pt x="674" y="124"/>
                  </a:lnTo>
                  <a:lnTo>
                    <a:pt x="676" y="119"/>
                  </a:lnTo>
                  <a:lnTo>
                    <a:pt x="679" y="124"/>
                  </a:lnTo>
                  <a:lnTo>
                    <a:pt x="685" y="129"/>
                  </a:lnTo>
                  <a:lnTo>
                    <a:pt x="688" y="133"/>
                  </a:lnTo>
                  <a:lnTo>
                    <a:pt x="695" y="136"/>
                  </a:lnTo>
                  <a:lnTo>
                    <a:pt x="702" y="138"/>
                  </a:lnTo>
                  <a:lnTo>
                    <a:pt x="698" y="115"/>
                  </a:lnTo>
                  <a:lnTo>
                    <a:pt x="711" y="112"/>
                  </a:lnTo>
                  <a:lnTo>
                    <a:pt x="721" y="108"/>
                  </a:lnTo>
                  <a:lnTo>
                    <a:pt x="737" y="112"/>
                  </a:lnTo>
                  <a:lnTo>
                    <a:pt x="754" y="119"/>
                  </a:lnTo>
                  <a:lnTo>
                    <a:pt x="772" y="129"/>
                  </a:lnTo>
                  <a:lnTo>
                    <a:pt x="791" y="138"/>
                  </a:lnTo>
                  <a:lnTo>
                    <a:pt x="807" y="145"/>
                  </a:lnTo>
                  <a:lnTo>
                    <a:pt x="822" y="150"/>
                  </a:lnTo>
                  <a:lnTo>
                    <a:pt x="822" y="147"/>
                  </a:lnTo>
                  <a:lnTo>
                    <a:pt x="812" y="138"/>
                  </a:lnTo>
                  <a:lnTo>
                    <a:pt x="805" y="131"/>
                  </a:lnTo>
                  <a:lnTo>
                    <a:pt x="801" y="122"/>
                  </a:lnTo>
                  <a:lnTo>
                    <a:pt x="807" y="112"/>
                  </a:lnTo>
                  <a:lnTo>
                    <a:pt x="803" y="108"/>
                  </a:lnTo>
                  <a:lnTo>
                    <a:pt x="798" y="103"/>
                  </a:lnTo>
                  <a:lnTo>
                    <a:pt x="793" y="99"/>
                  </a:lnTo>
                  <a:lnTo>
                    <a:pt x="788" y="96"/>
                  </a:lnTo>
                  <a:lnTo>
                    <a:pt x="784" y="92"/>
                  </a:lnTo>
                  <a:lnTo>
                    <a:pt x="788" y="84"/>
                  </a:lnTo>
                  <a:lnTo>
                    <a:pt x="798" y="87"/>
                  </a:lnTo>
                  <a:lnTo>
                    <a:pt x="812" y="89"/>
                  </a:lnTo>
                  <a:lnTo>
                    <a:pt x="824" y="87"/>
                  </a:lnTo>
                  <a:lnTo>
                    <a:pt x="833" y="80"/>
                  </a:lnTo>
                  <a:lnTo>
                    <a:pt x="791" y="80"/>
                  </a:lnTo>
                  <a:lnTo>
                    <a:pt x="791" y="77"/>
                  </a:lnTo>
                  <a:lnTo>
                    <a:pt x="788" y="77"/>
                  </a:lnTo>
                  <a:lnTo>
                    <a:pt x="788" y="73"/>
                  </a:lnTo>
                  <a:lnTo>
                    <a:pt x="793" y="70"/>
                  </a:lnTo>
                  <a:lnTo>
                    <a:pt x="798" y="66"/>
                  </a:lnTo>
                  <a:lnTo>
                    <a:pt x="803" y="63"/>
                  </a:lnTo>
                  <a:lnTo>
                    <a:pt x="808" y="59"/>
                  </a:lnTo>
                  <a:lnTo>
                    <a:pt x="814" y="58"/>
                  </a:lnTo>
                  <a:lnTo>
                    <a:pt x="836" y="61"/>
                  </a:lnTo>
                  <a:lnTo>
                    <a:pt x="842" y="45"/>
                  </a:lnTo>
                  <a:lnTo>
                    <a:pt x="868" y="49"/>
                  </a:lnTo>
                  <a:lnTo>
                    <a:pt x="870" y="49"/>
                  </a:lnTo>
                  <a:lnTo>
                    <a:pt x="871" y="45"/>
                  </a:lnTo>
                  <a:lnTo>
                    <a:pt x="873" y="44"/>
                  </a:lnTo>
                  <a:lnTo>
                    <a:pt x="875" y="40"/>
                  </a:lnTo>
                  <a:lnTo>
                    <a:pt x="880" y="38"/>
                  </a:lnTo>
                  <a:lnTo>
                    <a:pt x="884" y="44"/>
                  </a:lnTo>
                  <a:lnTo>
                    <a:pt x="889" y="49"/>
                  </a:lnTo>
                  <a:lnTo>
                    <a:pt x="894" y="54"/>
                  </a:lnTo>
                  <a:lnTo>
                    <a:pt x="894" y="45"/>
                  </a:lnTo>
                  <a:lnTo>
                    <a:pt x="896" y="44"/>
                  </a:lnTo>
                  <a:lnTo>
                    <a:pt x="896" y="42"/>
                  </a:lnTo>
                  <a:lnTo>
                    <a:pt x="896" y="40"/>
                  </a:lnTo>
                  <a:lnTo>
                    <a:pt x="896" y="38"/>
                  </a:lnTo>
                  <a:lnTo>
                    <a:pt x="897" y="35"/>
                  </a:lnTo>
                  <a:lnTo>
                    <a:pt x="899" y="33"/>
                  </a:lnTo>
                  <a:lnTo>
                    <a:pt x="903" y="31"/>
                  </a:lnTo>
                  <a:lnTo>
                    <a:pt x="920" y="23"/>
                  </a:lnTo>
                  <a:lnTo>
                    <a:pt x="943" y="19"/>
                  </a:lnTo>
                  <a:close/>
                  <a:moveTo>
                    <a:pt x="2205" y="16"/>
                  </a:moveTo>
                  <a:lnTo>
                    <a:pt x="2215" y="19"/>
                  </a:lnTo>
                  <a:lnTo>
                    <a:pt x="2215" y="26"/>
                  </a:lnTo>
                  <a:lnTo>
                    <a:pt x="2200" y="26"/>
                  </a:lnTo>
                  <a:lnTo>
                    <a:pt x="2205" y="16"/>
                  </a:lnTo>
                  <a:close/>
                  <a:moveTo>
                    <a:pt x="2676" y="0"/>
                  </a:moveTo>
                  <a:lnTo>
                    <a:pt x="2681" y="3"/>
                  </a:lnTo>
                  <a:lnTo>
                    <a:pt x="2685" y="7"/>
                  </a:lnTo>
                  <a:lnTo>
                    <a:pt x="2687" y="10"/>
                  </a:lnTo>
                  <a:lnTo>
                    <a:pt x="2688" y="16"/>
                  </a:lnTo>
                  <a:lnTo>
                    <a:pt x="2690" y="19"/>
                  </a:lnTo>
                  <a:lnTo>
                    <a:pt x="2692" y="24"/>
                  </a:lnTo>
                  <a:lnTo>
                    <a:pt x="2695" y="26"/>
                  </a:lnTo>
                  <a:lnTo>
                    <a:pt x="2706" y="31"/>
                  </a:lnTo>
                  <a:lnTo>
                    <a:pt x="2716" y="33"/>
                  </a:lnTo>
                  <a:lnTo>
                    <a:pt x="2723" y="33"/>
                  </a:lnTo>
                  <a:lnTo>
                    <a:pt x="2728" y="37"/>
                  </a:lnTo>
                  <a:lnTo>
                    <a:pt x="2732" y="44"/>
                  </a:lnTo>
                  <a:lnTo>
                    <a:pt x="2734" y="58"/>
                  </a:lnTo>
                  <a:lnTo>
                    <a:pt x="2732" y="59"/>
                  </a:lnTo>
                  <a:lnTo>
                    <a:pt x="2732" y="59"/>
                  </a:lnTo>
                  <a:lnTo>
                    <a:pt x="2732" y="61"/>
                  </a:lnTo>
                  <a:lnTo>
                    <a:pt x="2732" y="63"/>
                  </a:lnTo>
                  <a:lnTo>
                    <a:pt x="2730" y="65"/>
                  </a:lnTo>
                  <a:lnTo>
                    <a:pt x="2708" y="65"/>
                  </a:lnTo>
                  <a:lnTo>
                    <a:pt x="2685" y="65"/>
                  </a:lnTo>
                  <a:lnTo>
                    <a:pt x="2666" y="73"/>
                  </a:lnTo>
                  <a:lnTo>
                    <a:pt x="2662" y="75"/>
                  </a:lnTo>
                  <a:lnTo>
                    <a:pt x="2660" y="79"/>
                  </a:lnTo>
                  <a:lnTo>
                    <a:pt x="2659" y="80"/>
                  </a:lnTo>
                  <a:lnTo>
                    <a:pt x="2657" y="82"/>
                  </a:lnTo>
                  <a:lnTo>
                    <a:pt x="2655" y="84"/>
                  </a:lnTo>
                  <a:lnTo>
                    <a:pt x="2652" y="86"/>
                  </a:lnTo>
                  <a:lnTo>
                    <a:pt x="2646" y="89"/>
                  </a:lnTo>
                  <a:lnTo>
                    <a:pt x="2643" y="84"/>
                  </a:lnTo>
                  <a:lnTo>
                    <a:pt x="2641" y="80"/>
                  </a:lnTo>
                  <a:lnTo>
                    <a:pt x="2638" y="77"/>
                  </a:lnTo>
                  <a:lnTo>
                    <a:pt x="2650" y="47"/>
                  </a:lnTo>
                  <a:lnTo>
                    <a:pt x="2662" y="23"/>
                  </a:lnTo>
                  <a:lnTo>
                    <a:pt x="2676" y="0"/>
                  </a:lnTo>
                  <a:close/>
                  <a:moveTo>
                    <a:pt x="2554" y="0"/>
                  </a:moveTo>
                  <a:lnTo>
                    <a:pt x="2563" y="9"/>
                  </a:lnTo>
                  <a:lnTo>
                    <a:pt x="2568" y="19"/>
                  </a:lnTo>
                  <a:lnTo>
                    <a:pt x="2573" y="31"/>
                  </a:lnTo>
                  <a:lnTo>
                    <a:pt x="2564" y="31"/>
                  </a:lnTo>
                  <a:lnTo>
                    <a:pt x="2564" y="26"/>
                  </a:lnTo>
                  <a:lnTo>
                    <a:pt x="2561" y="23"/>
                  </a:lnTo>
                  <a:lnTo>
                    <a:pt x="2557" y="19"/>
                  </a:lnTo>
                  <a:lnTo>
                    <a:pt x="2556" y="14"/>
                  </a:lnTo>
                  <a:lnTo>
                    <a:pt x="2554" y="9"/>
                  </a:lnTo>
                  <a:lnTo>
                    <a:pt x="2554" y="0"/>
                  </a:lnTo>
                  <a:close/>
                </a:path>
              </a:pathLst>
            </a:custGeom>
            <a:solidFill>
              <a:schemeClr val="bg1"/>
            </a:solidFill>
            <a:ln w="3175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324" name="TextShape 6"/>
          <p:cNvSpPr txBox="1"/>
          <p:nvPr/>
        </p:nvSpPr>
        <p:spPr>
          <a:xfrm>
            <a:off x="0" y="184320"/>
            <a:ext cx="12801240" cy="869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720"/>
              </a:spcBef>
              <a:tabLst>
                <a:tab algn="l" pos="0"/>
              </a:tabLst>
            </a:pPr>
            <a:r>
              <a:rPr b="0" lang="en-US" sz="3600" spc="-1" strike="noStrike">
                <a:solidFill>
                  <a:srgbClr val="404040"/>
                </a:solidFill>
                <a:latin typeface="Arial"/>
                <a:ea typeface="Arial Unicode MS"/>
              </a:rPr>
              <a:t>Worldmap Style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5" name="TextShape 7"/>
          <p:cNvSpPr txBox="1"/>
          <p:nvPr/>
        </p:nvSpPr>
        <p:spPr>
          <a:xfrm>
            <a:off x="0" y="1054440"/>
            <a:ext cx="12801240" cy="434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281"/>
              </a:spcBef>
              <a:tabLst>
                <a:tab algn="l" pos="0"/>
              </a:tabLst>
            </a:pPr>
            <a:r>
              <a:rPr b="0" lang="en-US" sz="1400" spc="-1" strike="noStrike">
                <a:solidFill>
                  <a:srgbClr val="404040"/>
                </a:solidFill>
                <a:latin typeface="Arial"/>
                <a:ea typeface="Arial Unicode MS"/>
              </a:rPr>
              <a:t>Insert the title of your subtitle Here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6" name="CustomShape 8"/>
          <p:cNvSpPr/>
          <p:nvPr/>
        </p:nvSpPr>
        <p:spPr>
          <a:xfrm>
            <a:off x="2943720" y="3060360"/>
            <a:ext cx="1359720" cy="1468080"/>
          </a:xfrm>
          <a:prstGeom prst="rect">
            <a:avLst/>
          </a:prstGeom>
          <a:noFill/>
          <a:ln w="63500"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27" name="CustomShape 9"/>
          <p:cNvSpPr/>
          <p:nvPr/>
        </p:nvSpPr>
        <p:spPr>
          <a:xfrm>
            <a:off x="4324320" y="3451320"/>
            <a:ext cx="1368360" cy="73116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28" name="CustomShape 10"/>
          <p:cNvSpPr/>
          <p:nvPr/>
        </p:nvSpPr>
        <p:spPr>
          <a:xfrm>
            <a:off x="5715360" y="3058920"/>
            <a:ext cx="1359720" cy="1468080"/>
          </a:xfrm>
          <a:prstGeom prst="rect">
            <a:avLst/>
          </a:prstGeom>
          <a:noFill/>
          <a:ln w="63500"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29" name="CustomShape 11"/>
          <p:cNvSpPr/>
          <p:nvPr/>
        </p:nvSpPr>
        <p:spPr>
          <a:xfrm>
            <a:off x="7097040" y="3449880"/>
            <a:ext cx="1368720" cy="73116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30" name="CustomShape 12"/>
          <p:cNvSpPr/>
          <p:nvPr/>
        </p:nvSpPr>
        <p:spPr>
          <a:xfrm>
            <a:off x="8487720" y="3056400"/>
            <a:ext cx="1359720" cy="1468080"/>
          </a:xfrm>
          <a:prstGeom prst="rect">
            <a:avLst/>
          </a:prstGeom>
          <a:noFill/>
          <a:ln w="63500"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31" name="CustomShape 13"/>
          <p:cNvSpPr/>
          <p:nvPr/>
        </p:nvSpPr>
        <p:spPr>
          <a:xfrm>
            <a:off x="3101400" y="3345480"/>
            <a:ext cx="104292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en-US" sz="3200" spc="-1" strike="noStrike">
                <a:solidFill>
                  <a:srgbClr val="404040"/>
                </a:solidFill>
                <a:latin typeface="Arial"/>
                <a:ea typeface="Arial Unicode MS"/>
              </a:rPr>
              <a:t>01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1332" name="CustomShape 14"/>
          <p:cNvSpPr/>
          <p:nvPr/>
        </p:nvSpPr>
        <p:spPr>
          <a:xfrm>
            <a:off x="5875200" y="3353760"/>
            <a:ext cx="104292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en-US" sz="3200" spc="-1" strike="noStrike">
                <a:solidFill>
                  <a:srgbClr val="404040"/>
                </a:solidFill>
                <a:latin typeface="Arial"/>
                <a:ea typeface="Arial Unicode MS"/>
              </a:rPr>
              <a:t>02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1333" name="CustomShape 15"/>
          <p:cNvSpPr/>
          <p:nvPr/>
        </p:nvSpPr>
        <p:spPr>
          <a:xfrm>
            <a:off x="8647200" y="3360960"/>
            <a:ext cx="104292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en-US" sz="3200" spc="-1" strike="noStrike">
                <a:solidFill>
                  <a:srgbClr val="404040"/>
                </a:solidFill>
                <a:latin typeface="Arial"/>
                <a:ea typeface="Arial Unicode MS"/>
              </a:rPr>
              <a:t>03</a:t>
            </a:r>
            <a:endParaRPr b="0" lang="en-US" sz="3200" spc="-1" strike="noStrike">
              <a:latin typeface="Arial"/>
            </a:endParaRPr>
          </a:p>
        </p:txBody>
      </p:sp>
      <p:grpSp>
        <p:nvGrpSpPr>
          <p:cNvPr id="1334" name="Group 16"/>
          <p:cNvGrpSpPr/>
          <p:nvPr/>
        </p:nvGrpSpPr>
        <p:grpSpPr>
          <a:xfrm>
            <a:off x="2464560" y="4580280"/>
            <a:ext cx="2318400" cy="1248480"/>
            <a:chOff x="2464560" y="4580280"/>
            <a:chExt cx="2318400" cy="1248480"/>
          </a:xfrm>
        </p:grpSpPr>
        <p:sp>
          <p:nvSpPr>
            <p:cNvPr id="1335" name="CustomShape 17"/>
            <p:cNvSpPr/>
            <p:nvPr/>
          </p:nvSpPr>
          <p:spPr>
            <a:xfrm>
              <a:off x="2464560" y="5008320"/>
              <a:ext cx="2318400" cy="82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ctr"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and appeal to your Presentations.  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1336" name="CustomShape 18"/>
            <p:cNvSpPr/>
            <p:nvPr/>
          </p:nvSpPr>
          <p:spPr>
            <a:xfrm>
              <a:off x="2464560" y="4580280"/>
              <a:ext cx="2318400" cy="302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ctr">
                <a:lnSpc>
                  <a:spcPct val="100000"/>
                </a:lnSpc>
              </a:pPr>
              <a:r>
                <a:rPr b="1" lang="en-US" sz="14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b="0" lang="en-US" sz="1400" spc="-1" strike="noStrike">
                <a:latin typeface="Arial"/>
              </a:endParaRPr>
            </a:p>
          </p:txBody>
        </p:sp>
      </p:grpSp>
      <p:grpSp>
        <p:nvGrpSpPr>
          <p:cNvPr id="1337" name="Group 19"/>
          <p:cNvGrpSpPr/>
          <p:nvPr/>
        </p:nvGrpSpPr>
        <p:grpSpPr>
          <a:xfrm>
            <a:off x="5235480" y="4580280"/>
            <a:ext cx="2318400" cy="1248480"/>
            <a:chOff x="5235480" y="4580280"/>
            <a:chExt cx="2318400" cy="1248480"/>
          </a:xfrm>
        </p:grpSpPr>
        <p:sp>
          <p:nvSpPr>
            <p:cNvPr id="1338" name="CustomShape 20"/>
            <p:cNvSpPr/>
            <p:nvPr/>
          </p:nvSpPr>
          <p:spPr>
            <a:xfrm>
              <a:off x="5235480" y="5008320"/>
              <a:ext cx="2318400" cy="82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ctr"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and appeal to your Presentations.  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1339" name="CustomShape 21"/>
            <p:cNvSpPr/>
            <p:nvPr/>
          </p:nvSpPr>
          <p:spPr>
            <a:xfrm>
              <a:off x="5235480" y="4580280"/>
              <a:ext cx="2318400" cy="302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ctr">
                <a:lnSpc>
                  <a:spcPct val="100000"/>
                </a:lnSpc>
              </a:pPr>
              <a:r>
                <a:rPr b="1" lang="en-US" sz="14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b="0" lang="en-US" sz="1400" spc="-1" strike="noStrike">
                <a:latin typeface="Arial"/>
              </a:endParaRPr>
            </a:p>
          </p:txBody>
        </p:sp>
      </p:grpSp>
      <p:grpSp>
        <p:nvGrpSpPr>
          <p:cNvPr id="1340" name="Group 22"/>
          <p:cNvGrpSpPr/>
          <p:nvPr/>
        </p:nvGrpSpPr>
        <p:grpSpPr>
          <a:xfrm>
            <a:off x="8008920" y="4580280"/>
            <a:ext cx="2318400" cy="1248480"/>
            <a:chOff x="8008920" y="4580280"/>
            <a:chExt cx="2318400" cy="1248480"/>
          </a:xfrm>
        </p:grpSpPr>
        <p:sp>
          <p:nvSpPr>
            <p:cNvPr id="1341" name="CustomShape 23"/>
            <p:cNvSpPr/>
            <p:nvPr/>
          </p:nvSpPr>
          <p:spPr>
            <a:xfrm>
              <a:off x="8008920" y="5008320"/>
              <a:ext cx="2318400" cy="82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ctr"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and appeal to your Presentations.  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1342" name="CustomShape 24"/>
            <p:cNvSpPr/>
            <p:nvPr/>
          </p:nvSpPr>
          <p:spPr>
            <a:xfrm>
              <a:off x="8008920" y="4580280"/>
              <a:ext cx="2318400" cy="302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ctr">
                <a:lnSpc>
                  <a:spcPct val="100000"/>
                </a:lnSpc>
              </a:pPr>
              <a:r>
                <a:rPr b="1" lang="en-US" sz="14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b="0" lang="en-US" sz="1400" spc="-1" strike="noStrike">
                <a:latin typeface="Arial"/>
              </a:endParaRPr>
            </a:p>
          </p:txBody>
        </p:sp>
      </p:grpSp>
      <p:pic>
        <p:nvPicPr>
          <p:cNvPr id="1343" name="" descr=""/>
          <p:cNvPicPr/>
          <p:nvPr/>
        </p:nvPicPr>
        <p:blipFill>
          <a:blip r:embed="rId1"/>
          <a:stretch/>
        </p:blipFill>
        <p:spPr>
          <a:xfrm>
            <a:off x="144720" y="147960"/>
            <a:ext cx="3374640" cy="690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4" name="TextShape 1"/>
          <p:cNvSpPr txBox="1"/>
          <p:nvPr/>
        </p:nvSpPr>
        <p:spPr>
          <a:xfrm>
            <a:off x="0" y="184320"/>
            <a:ext cx="12801240" cy="869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720"/>
              </a:spcBef>
              <a:tabLst>
                <a:tab algn="l" pos="0"/>
              </a:tabLst>
            </a:pPr>
            <a:r>
              <a:rPr b="0" lang="en-US" sz="3600" spc="-1" strike="noStrike">
                <a:solidFill>
                  <a:srgbClr val="404040"/>
                </a:solidFill>
                <a:latin typeface="Arial"/>
                <a:ea typeface="Arial Unicode MS"/>
              </a:rPr>
              <a:t>Table Style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5" name="TextShape 2"/>
          <p:cNvSpPr txBox="1"/>
          <p:nvPr/>
        </p:nvSpPr>
        <p:spPr>
          <a:xfrm>
            <a:off x="0" y="1054440"/>
            <a:ext cx="12801240" cy="434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281"/>
              </a:spcBef>
              <a:tabLst>
                <a:tab algn="l" pos="0"/>
              </a:tabLst>
            </a:pPr>
            <a:r>
              <a:rPr b="0" lang="en-US" sz="1400" spc="-1" strike="noStrike">
                <a:solidFill>
                  <a:srgbClr val="404040"/>
                </a:solidFill>
                <a:latin typeface="Arial"/>
                <a:ea typeface="Arial Unicode MS"/>
              </a:rPr>
              <a:t>Insert the title of your subtitle Here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346" name="Table 3"/>
          <p:cNvGraphicFramePr/>
          <p:nvPr/>
        </p:nvGraphicFramePr>
        <p:xfrm>
          <a:off x="1060920" y="1889640"/>
          <a:ext cx="2547000" cy="3803760"/>
        </p:xfrm>
        <a:graphic>
          <a:graphicData uri="http://schemas.openxmlformats.org/drawingml/2006/table">
            <a:tbl>
              <a:tblPr/>
              <a:tblGrid>
                <a:gridCol w="480600"/>
                <a:gridCol w="1586160"/>
                <a:gridCol w="480240"/>
              </a:tblGrid>
              <a:tr h="1445040">
                <a:tc>
                  <a:tcPr marL="91440" marR="91440">
                    <a:lnL w="28080">
                      <a:solidFill>
                        <a:srgbClr val="404040"/>
                      </a:solidFill>
                    </a:lnL>
                    <a:lnR w="18720">
                      <a:noFill/>
                    </a:lnR>
                    <a:lnT w="28080">
                      <a:solidFill>
                        <a:srgbClr val="404040"/>
                      </a:solidFill>
                    </a:lnT>
                    <a:lnB w="12240">
                      <a:noFill/>
                    </a:lnB>
                    <a:noFill/>
                  </a:tcPr>
                </a:tc>
                <a:tc>
                  <a:tcPr marL="91440" marR="91440">
                    <a:lnL w="18720">
                      <a:noFill/>
                    </a:lnL>
                    <a:lnR w="18720">
                      <a:noFill/>
                    </a:lnR>
                    <a:lnT w="28080">
                      <a:solidFill>
                        <a:srgbClr val="404040"/>
                      </a:solidFill>
                    </a:lnT>
                    <a:lnB w="12240">
                      <a:noFill/>
                    </a:lnB>
                    <a:noFill/>
                  </a:tcPr>
                </a:tc>
                <a:tc>
                  <a:tcPr marL="91440" marR="91440">
                    <a:lnL w="18720">
                      <a:noFill/>
                    </a:lnL>
                    <a:lnR w="28080">
                      <a:solidFill>
                        <a:srgbClr val="404040"/>
                      </a:solidFill>
                    </a:lnR>
                    <a:lnT w="28080">
                      <a:solidFill>
                        <a:srgbClr val="404040"/>
                      </a:solidFill>
                    </a:lnT>
                    <a:lnB w="12240">
                      <a:noFill/>
                    </a:lnB>
                    <a:noFill/>
                  </a:tcPr>
                </a:tc>
              </a:tr>
              <a:tr h="1022760">
                <a:tc>
                  <a:tcPr marL="91440" marR="91440">
                    <a:lnL w="28080">
                      <a:solidFill>
                        <a:srgbClr val="404040"/>
                      </a:solidFill>
                    </a:lnL>
                    <a:lnR w="1872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404040"/>
                          </a:solidFill>
                          <a:latin typeface="Arial"/>
                          <a:ea typeface="Arial Unicode MS"/>
                        </a:rPr>
                        <a:t>PowerPoint 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1440" marR="91440">
                    <a:lnL w="18720">
                      <a:noFill/>
                    </a:lnL>
                    <a:lnR w="1872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cPr marL="91440" marR="91440">
                    <a:lnL w="18720">
                      <a:noFill/>
                    </a:lnL>
                    <a:lnR w="28080">
                      <a:solidFill>
                        <a:srgbClr val="404040"/>
                      </a:solidFill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</a:tr>
              <a:tr h="820800">
                <a:tc>
                  <a:tcPr marL="91440" marR="91440">
                    <a:lnL w="28080">
                      <a:solidFill>
                        <a:srgbClr val="404040"/>
                      </a:solidFill>
                    </a:lnL>
                    <a:lnR w="18720">
                      <a:noFill/>
                    </a:lnR>
                    <a:lnT w="12240">
                      <a:noFill/>
                    </a:lnT>
                    <a:lnB w="18720">
                      <a:noFill/>
                    </a:lnB>
                    <a:noFill/>
                  </a:tcPr>
                </a:tc>
                <a:tc>
                  <a:tcPr marL="91440" marR="91440">
                    <a:lnL w="18720">
                      <a:noFill/>
                    </a:lnL>
                    <a:lnR w="18720">
                      <a:noFill/>
                    </a:lnR>
                    <a:lnT w="12240">
                      <a:noFill/>
                    </a:lnT>
                    <a:lnB w="18720">
                      <a:noFill/>
                    </a:lnB>
                    <a:noFill/>
                  </a:tcPr>
                </a:tc>
                <a:tc>
                  <a:tcPr marL="91440" marR="91440">
                    <a:lnL w="18720">
                      <a:noFill/>
                    </a:lnL>
                    <a:lnR w="28080">
                      <a:solidFill>
                        <a:srgbClr val="404040"/>
                      </a:solidFill>
                    </a:lnR>
                    <a:lnT w="12240">
                      <a:noFill/>
                    </a:lnT>
                    <a:lnB w="18720">
                      <a:noFill/>
                    </a:lnB>
                    <a:noFill/>
                  </a:tcPr>
                </a:tc>
              </a:tr>
              <a:tr h="11101320">
                <a:tc>
                  <a:tcPr marL="91440" marR="91440">
                    <a:lnL w="28080">
                      <a:solidFill>
                        <a:srgbClr val="404040"/>
                      </a:solidFill>
                    </a:lnL>
                    <a:lnR w="18720">
                      <a:noFill/>
                    </a:lnR>
                    <a:lnT w="18720">
                      <a:noFill/>
                    </a:lnT>
                    <a:lnB w="18720">
                      <a:noFill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404040"/>
                          </a:solidFill>
                          <a:latin typeface="Arial"/>
                          <a:ea typeface="Arial Unicode MS"/>
                        </a:rPr>
                        <a:t>Get a modern PowerPoint  Presentation that is beautifully designed. You can simply impress your audience and add a unique zing and appeal to your Presentations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1440" marR="91440">
                    <a:lnL w="18720">
                      <a:noFill/>
                    </a:lnL>
                    <a:lnR w="18720">
                      <a:noFill/>
                    </a:lnR>
                    <a:lnT w="18720">
                      <a:noFill/>
                    </a:lnT>
                    <a:lnB w="18720">
                      <a:noFill/>
                    </a:lnB>
                    <a:noFill/>
                  </a:tcPr>
                </a:tc>
                <a:tc>
                  <a:tcPr marL="91440" marR="91440">
                    <a:lnL w="18720">
                      <a:noFill/>
                    </a:lnL>
                    <a:lnR w="28080">
                      <a:solidFill>
                        <a:srgbClr val="404040"/>
                      </a:solidFill>
                    </a:lnR>
                    <a:lnT w="18720">
                      <a:noFill/>
                    </a:lnT>
                    <a:lnB w="18720">
                      <a:noFill/>
                    </a:lnB>
                    <a:noFill/>
                  </a:tcPr>
                </a:tc>
              </a:tr>
              <a:tr h="428040">
                <a:tc>
                  <a:tcPr marL="91440" marR="91440">
                    <a:lnL w="28080">
                      <a:solidFill>
                        <a:srgbClr val="404040"/>
                      </a:solidFill>
                    </a:lnL>
                    <a:lnR w="18720">
                      <a:noFill/>
                    </a:lnR>
                    <a:lnT w="18720">
                      <a:noFill/>
                    </a:lnT>
                    <a:lnB w="28080">
                      <a:solidFill>
                        <a:srgbClr val="404040"/>
                      </a:solidFill>
                    </a:lnB>
                    <a:noFill/>
                  </a:tcPr>
                </a:tc>
                <a:tc>
                  <a:tcPr marL="91440" marR="91440">
                    <a:lnL w="18720">
                      <a:noFill/>
                    </a:lnL>
                    <a:lnR w="18720">
                      <a:noFill/>
                    </a:lnR>
                    <a:lnT w="18720">
                      <a:noFill/>
                    </a:lnT>
                    <a:lnB w="28080">
                      <a:solidFill>
                        <a:srgbClr val="404040"/>
                      </a:solidFill>
                    </a:lnB>
                    <a:noFill/>
                  </a:tcPr>
                </a:tc>
                <a:tc>
                  <a:tcPr marL="91440" marR="91440">
                    <a:lnL w="18720">
                      <a:noFill/>
                    </a:lnL>
                    <a:lnR w="28080">
                      <a:solidFill>
                        <a:srgbClr val="404040"/>
                      </a:solidFill>
                    </a:lnR>
                    <a:lnT w="18720">
                      <a:noFill/>
                    </a:lnT>
                    <a:lnB w="28080">
                      <a:solidFill>
                        <a:srgbClr val="404040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347" name="Table 4"/>
          <p:cNvGraphicFramePr/>
          <p:nvPr/>
        </p:nvGraphicFramePr>
        <p:xfrm>
          <a:off x="3759120" y="1889640"/>
          <a:ext cx="2547000" cy="3803760"/>
        </p:xfrm>
        <a:graphic>
          <a:graphicData uri="http://schemas.openxmlformats.org/drawingml/2006/table">
            <a:tbl>
              <a:tblPr/>
              <a:tblGrid>
                <a:gridCol w="480600"/>
                <a:gridCol w="1586160"/>
                <a:gridCol w="480240"/>
              </a:tblGrid>
              <a:tr h="1445040">
                <a:tc>
                  <a:tcPr marL="91440" marR="91440">
                    <a:lnL w="28080">
                      <a:solidFill>
                        <a:srgbClr val="404040"/>
                      </a:solidFill>
                    </a:lnL>
                    <a:lnR w="18720">
                      <a:noFill/>
                    </a:lnR>
                    <a:lnT w="28080">
                      <a:solidFill>
                        <a:srgbClr val="404040"/>
                      </a:solidFill>
                    </a:lnT>
                    <a:lnB w="12240">
                      <a:noFill/>
                    </a:lnB>
                    <a:noFill/>
                  </a:tcPr>
                </a:tc>
                <a:tc>
                  <a:tcPr marL="91440" marR="91440">
                    <a:lnL w="18720">
                      <a:noFill/>
                    </a:lnL>
                    <a:lnR w="18720">
                      <a:noFill/>
                    </a:lnR>
                    <a:lnT w="28080">
                      <a:solidFill>
                        <a:srgbClr val="404040"/>
                      </a:solidFill>
                    </a:lnT>
                    <a:lnB w="12240">
                      <a:noFill/>
                    </a:lnB>
                    <a:noFill/>
                  </a:tcPr>
                </a:tc>
                <a:tc>
                  <a:tcPr marL="91440" marR="91440">
                    <a:lnL w="18720">
                      <a:noFill/>
                    </a:lnL>
                    <a:lnR w="28080">
                      <a:solidFill>
                        <a:srgbClr val="404040"/>
                      </a:solidFill>
                    </a:lnR>
                    <a:lnT w="28080">
                      <a:solidFill>
                        <a:srgbClr val="404040"/>
                      </a:solidFill>
                    </a:lnT>
                    <a:lnB w="12240">
                      <a:noFill/>
                    </a:lnB>
                    <a:noFill/>
                  </a:tcPr>
                </a:tc>
              </a:tr>
              <a:tr h="1022760">
                <a:tc>
                  <a:tcPr marL="91440" marR="91440">
                    <a:lnL w="28080">
                      <a:solidFill>
                        <a:srgbClr val="404040"/>
                      </a:solidFill>
                    </a:lnL>
                    <a:lnR w="1872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404040"/>
                          </a:solidFill>
                          <a:latin typeface="Arial"/>
                          <a:ea typeface="Arial Unicode MS"/>
                        </a:rPr>
                        <a:t>PowerPoint 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1440" marR="91440">
                    <a:lnL w="18720">
                      <a:noFill/>
                    </a:lnL>
                    <a:lnR w="1872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cPr marL="91440" marR="91440">
                    <a:lnL w="18720">
                      <a:noFill/>
                    </a:lnL>
                    <a:lnR w="28080">
                      <a:solidFill>
                        <a:srgbClr val="404040"/>
                      </a:solidFill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</a:tr>
              <a:tr h="820800">
                <a:tc>
                  <a:tcPr marL="91440" marR="91440">
                    <a:lnL w="28080">
                      <a:solidFill>
                        <a:srgbClr val="404040"/>
                      </a:solidFill>
                    </a:lnL>
                    <a:lnR w="18720">
                      <a:noFill/>
                    </a:lnR>
                    <a:lnT w="12240">
                      <a:noFill/>
                    </a:lnT>
                    <a:lnB w="18720">
                      <a:noFill/>
                    </a:lnB>
                    <a:noFill/>
                  </a:tcPr>
                </a:tc>
                <a:tc>
                  <a:tcPr marL="91440" marR="91440">
                    <a:lnL w="18720">
                      <a:noFill/>
                    </a:lnL>
                    <a:lnR w="18720">
                      <a:noFill/>
                    </a:lnR>
                    <a:lnT w="12240">
                      <a:noFill/>
                    </a:lnT>
                    <a:lnB w="18720">
                      <a:noFill/>
                    </a:lnB>
                    <a:noFill/>
                  </a:tcPr>
                </a:tc>
                <a:tc>
                  <a:tcPr marL="91440" marR="91440">
                    <a:lnL w="18720">
                      <a:noFill/>
                    </a:lnL>
                    <a:lnR w="28080">
                      <a:solidFill>
                        <a:srgbClr val="404040"/>
                      </a:solidFill>
                    </a:lnR>
                    <a:lnT w="12240">
                      <a:noFill/>
                    </a:lnT>
                    <a:lnB w="18720">
                      <a:noFill/>
                    </a:lnB>
                    <a:noFill/>
                  </a:tcPr>
                </a:tc>
              </a:tr>
              <a:tr h="11101320">
                <a:tc>
                  <a:tcPr marL="91440" marR="91440">
                    <a:lnL w="28080">
                      <a:solidFill>
                        <a:srgbClr val="404040"/>
                      </a:solidFill>
                    </a:lnL>
                    <a:lnR w="18720">
                      <a:noFill/>
                    </a:lnR>
                    <a:lnT w="18720">
                      <a:noFill/>
                    </a:lnT>
                    <a:lnB w="18720">
                      <a:noFill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404040"/>
                          </a:solidFill>
                          <a:latin typeface="Arial"/>
                          <a:ea typeface="Arial Unicode MS"/>
                        </a:rPr>
                        <a:t>Get a modern PowerPoint  Presentation that is beautifully designed. You can simply impress your audience and add a unique zing and appeal to your Presentations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1440" marR="91440">
                    <a:lnL w="18720">
                      <a:noFill/>
                    </a:lnL>
                    <a:lnR w="18720">
                      <a:noFill/>
                    </a:lnR>
                    <a:lnT w="18720">
                      <a:noFill/>
                    </a:lnT>
                    <a:lnB w="18720">
                      <a:noFill/>
                    </a:lnB>
                    <a:noFill/>
                  </a:tcPr>
                </a:tc>
                <a:tc>
                  <a:tcPr marL="91440" marR="91440">
                    <a:lnL w="18720">
                      <a:noFill/>
                    </a:lnL>
                    <a:lnR w="28080">
                      <a:solidFill>
                        <a:srgbClr val="404040"/>
                      </a:solidFill>
                    </a:lnR>
                    <a:lnT w="18720">
                      <a:noFill/>
                    </a:lnT>
                    <a:lnB w="18720">
                      <a:noFill/>
                    </a:lnB>
                    <a:noFill/>
                  </a:tcPr>
                </a:tc>
              </a:tr>
              <a:tr h="428040">
                <a:tc>
                  <a:tcPr marL="91440" marR="91440">
                    <a:lnL w="28080">
                      <a:solidFill>
                        <a:srgbClr val="404040"/>
                      </a:solidFill>
                    </a:lnL>
                    <a:lnR w="18720">
                      <a:noFill/>
                    </a:lnR>
                    <a:lnT w="18720">
                      <a:noFill/>
                    </a:lnT>
                    <a:lnB w="28080">
                      <a:solidFill>
                        <a:srgbClr val="404040"/>
                      </a:solidFill>
                    </a:lnB>
                    <a:noFill/>
                  </a:tcPr>
                </a:tc>
                <a:tc>
                  <a:tcPr marL="91440" marR="91440">
                    <a:lnL w="18720">
                      <a:noFill/>
                    </a:lnL>
                    <a:lnR w="18720">
                      <a:noFill/>
                    </a:lnR>
                    <a:lnT w="18720">
                      <a:noFill/>
                    </a:lnT>
                    <a:lnB w="28080">
                      <a:solidFill>
                        <a:srgbClr val="404040"/>
                      </a:solidFill>
                    </a:lnB>
                    <a:noFill/>
                  </a:tcPr>
                </a:tc>
                <a:tc>
                  <a:tcPr marL="91440" marR="91440">
                    <a:lnL w="18720">
                      <a:noFill/>
                    </a:lnL>
                    <a:lnR w="28080">
                      <a:solidFill>
                        <a:srgbClr val="404040"/>
                      </a:solidFill>
                    </a:lnR>
                    <a:lnT w="18720">
                      <a:noFill/>
                    </a:lnT>
                    <a:lnB w="28080">
                      <a:solidFill>
                        <a:srgbClr val="404040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348" name="Table 5"/>
          <p:cNvGraphicFramePr/>
          <p:nvPr/>
        </p:nvGraphicFramePr>
        <p:xfrm>
          <a:off x="6456960" y="1889640"/>
          <a:ext cx="2547000" cy="3803760"/>
        </p:xfrm>
        <a:graphic>
          <a:graphicData uri="http://schemas.openxmlformats.org/drawingml/2006/table">
            <a:tbl>
              <a:tblPr/>
              <a:tblGrid>
                <a:gridCol w="480600"/>
                <a:gridCol w="1586160"/>
                <a:gridCol w="480240"/>
              </a:tblGrid>
              <a:tr h="1445040">
                <a:tc>
                  <a:tcPr marL="91440" marR="91440">
                    <a:lnL w="28080">
                      <a:solidFill>
                        <a:srgbClr val="404040"/>
                      </a:solidFill>
                    </a:lnL>
                    <a:lnR w="18720">
                      <a:noFill/>
                    </a:lnR>
                    <a:lnT w="28080">
                      <a:solidFill>
                        <a:srgbClr val="404040"/>
                      </a:solidFill>
                    </a:lnT>
                    <a:lnB w="12240">
                      <a:noFill/>
                    </a:lnB>
                    <a:noFill/>
                  </a:tcPr>
                </a:tc>
                <a:tc>
                  <a:tcPr marL="91440" marR="91440">
                    <a:lnL w="18720">
                      <a:noFill/>
                    </a:lnL>
                    <a:lnR w="18720">
                      <a:noFill/>
                    </a:lnR>
                    <a:lnT w="28080">
                      <a:solidFill>
                        <a:srgbClr val="404040"/>
                      </a:solidFill>
                    </a:lnT>
                    <a:lnB w="12240">
                      <a:noFill/>
                    </a:lnB>
                    <a:noFill/>
                  </a:tcPr>
                </a:tc>
                <a:tc>
                  <a:tcPr marL="91440" marR="91440">
                    <a:lnL w="18720">
                      <a:noFill/>
                    </a:lnL>
                    <a:lnR w="28080">
                      <a:solidFill>
                        <a:srgbClr val="404040"/>
                      </a:solidFill>
                    </a:lnR>
                    <a:lnT w="28080">
                      <a:solidFill>
                        <a:srgbClr val="404040"/>
                      </a:solidFill>
                    </a:lnT>
                    <a:lnB w="12240">
                      <a:noFill/>
                    </a:lnB>
                    <a:noFill/>
                  </a:tcPr>
                </a:tc>
              </a:tr>
              <a:tr h="1022760">
                <a:tc>
                  <a:tcPr marL="91440" marR="91440">
                    <a:lnL w="28080">
                      <a:solidFill>
                        <a:srgbClr val="404040"/>
                      </a:solidFill>
                    </a:lnL>
                    <a:lnR w="1872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404040"/>
                          </a:solidFill>
                          <a:latin typeface="Arial"/>
                          <a:ea typeface="Arial Unicode MS"/>
                        </a:rPr>
                        <a:t>PowerPoint 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1440" marR="91440">
                    <a:lnL w="18720">
                      <a:noFill/>
                    </a:lnL>
                    <a:lnR w="1872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cPr marL="91440" marR="91440">
                    <a:lnL w="18720">
                      <a:noFill/>
                    </a:lnL>
                    <a:lnR w="28080">
                      <a:solidFill>
                        <a:srgbClr val="404040"/>
                      </a:solidFill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</a:tr>
              <a:tr h="820800">
                <a:tc>
                  <a:tcPr marL="91440" marR="91440">
                    <a:lnL w="28080">
                      <a:solidFill>
                        <a:srgbClr val="404040"/>
                      </a:solidFill>
                    </a:lnL>
                    <a:lnR w="18720">
                      <a:noFill/>
                    </a:lnR>
                    <a:lnT w="12240">
                      <a:noFill/>
                    </a:lnT>
                    <a:lnB w="18720">
                      <a:noFill/>
                    </a:lnB>
                    <a:noFill/>
                  </a:tcPr>
                </a:tc>
                <a:tc>
                  <a:tcPr marL="91440" marR="91440">
                    <a:lnL w="18720">
                      <a:noFill/>
                    </a:lnL>
                    <a:lnR w="18720">
                      <a:noFill/>
                    </a:lnR>
                    <a:lnT w="12240">
                      <a:noFill/>
                    </a:lnT>
                    <a:lnB w="18720">
                      <a:noFill/>
                    </a:lnB>
                    <a:noFill/>
                  </a:tcPr>
                </a:tc>
                <a:tc>
                  <a:tcPr marL="91440" marR="91440">
                    <a:lnL w="18720">
                      <a:noFill/>
                    </a:lnL>
                    <a:lnR w="28080">
                      <a:solidFill>
                        <a:srgbClr val="404040"/>
                      </a:solidFill>
                    </a:lnR>
                    <a:lnT w="12240">
                      <a:noFill/>
                    </a:lnT>
                    <a:lnB w="18720">
                      <a:noFill/>
                    </a:lnB>
                    <a:noFill/>
                  </a:tcPr>
                </a:tc>
              </a:tr>
              <a:tr h="11101320">
                <a:tc>
                  <a:tcPr marL="91440" marR="91440">
                    <a:lnL w="28080">
                      <a:solidFill>
                        <a:srgbClr val="404040"/>
                      </a:solidFill>
                    </a:lnL>
                    <a:lnR w="18720">
                      <a:noFill/>
                    </a:lnR>
                    <a:lnT w="18720">
                      <a:noFill/>
                    </a:lnT>
                    <a:lnB w="18720">
                      <a:noFill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404040"/>
                          </a:solidFill>
                          <a:latin typeface="Arial"/>
                          <a:ea typeface="Arial Unicode MS"/>
                        </a:rPr>
                        <a:t>Get a modern PowerPoint  Presentation that is beautifully designed. You can simply impress your audience and add a unique zing and appeal to your Presentations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1440" marR="91440">
                    <a:lnL w="18720">
                      <a:noFill/>
                    </a:lnL>
                    <a:lnR w="18720">
                      <a:noFill/>
                    </a:lnR>
                    <a:lnT w="18720">
                      <a:noFill/>
                    </a:lnT>
                    <a:lnB w="18720">
                      <a:noFill/>
                    </a:lnB>
                    <a:noFill/>
                  </a:tcPr>
                </a:tc>
                <a:tc>
                  <a:tcPr marL="91440" marR="91440">
                    <a:lnL w="18720">
                      <a:noFill/>
                    </a:lnL>
                    <a:lnR w="28080">
                      <a:solidFill>
                        <a:srgbClr val="404040"/>
                      </a:solidFill>
                    </a:lnR>
                    <a:lnT w="18720">
                      <a:noFill/>
                    </a:lnT>
                    <a:lnB w="18720">
                      <a:noFill/>
                    </a:lnB>
                    <a:noFill/>
                  </a:tcPr>
                </a:tc>
              </a:tr>
              <a:tr h="428040">
                <a:tc>
                  <a:tcPr marL="91440" marR="91440">
                    <a:lnL w="28080">
                      <a:solidFill>
                        <a:srgbClr val="404040"/>
                      </a:solidFill>
                    </a:lnL>
                    <a:lnR w="18720">
                      <a:noFill/>
                    </a:lnR>
                    <a:lnT w="18720">
                      <a:noFill/>
                    </a:lnT>
                    <a:lnB w="28080">
                      <a:solidFill>
                        <a:srgbClr val="404040"/>
                      </a:solidFill>
                    </a:lnB>
                    <a:noFill/>
                  </a:tcPr>
                </a:tc>
                <a:tc>
                  <a:tcPr marL="91440" marR="91440">
                    <a:lnL w="18720">
                      <a:noFill/>
                    </a:lnL>
                    <a:lnR w="18720">
                      <a:noFill/>
                    </a:lnR>
                    <a:lnT w="18720">
                      <a:noFill/>
                    </a:lnT>
                    <a:lnB w="28080">
                      <a:solidFill>
                        <a:srgbClr val="404040"/>
                      </a:solidFill>
                    </a:lnB>
                    <a:noFill/>
                  </a:tcPr>
                </a:tc>
                <a:tc>
                  <a:tcPr marL="91440" marR="91440">
                    <a:lnL w="18720">
                      <a:noFill/>
                    </a:lnL>
                    <a:lnR w="28080">
                      <a:solidFill>
                        <a:srgbClr val="404040"/>
                      </a:solidFill>
                    </a:lnR>
                    <a:lnT w="18720">
                      <a:noFill/>
                    </a:lnT>
                    <a:lnB w="28080">
                      <a:solidFill>
                        <a:srgbClr val="404040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349" name="Table 6"/>
          <p:cNvGraphicFramePr/>
          <p:nvPr/>
        </p:nvGraphicFramePr>
        <p:xfrm>
          <a:off x="9154080" y="1889640"/>
          <a:ext cx="2547000" cy="3803760"/>
        </p:xfrm>
        <a:graphic>
          <a:graphicData uri="http://schemas.openxmlformats.org/drawingml/2006/table">
            <a:tbl>
              <a:tblPr/>
              <a:tblGrid>
                <a:gridCol w="480600"/>
                <a:gridCol w="1586160"/>
                <a:gridCol w="480240"/>
              </a:tblGrid>
              <a:tr h="1445040">
                <a:tc>
                  <a:tcPr marL="91440" marR="91440">
                    <a:lnL w="28080">
                      <a:solidFill>
                        <a:srgbClr val="404040"/>
                      </a:solidFill>
                    </a:lnL>
                    <a:lnR w="18720">
                      <a:noFill/>
                    </a:lnR>
                    <a:lnT w="28080">
                      <a:solidFill>
                        <a:srgbClr val="404040"/>
                      </a:solidFill>
                    </a:lnT>
                    <a:lnB w="12240">
                      <a:noFill/>
                    </a:lnB>
                    <a:noFill/>
                  </a:tcPr>
                </a:tc>
                <a:tc>
                  <a:tcPr marL="91440" marR="91440">
                    <a:lnL w="18720">
                      <a:noFill/>
                    </a:lnL>
                    <a:lnR w="18720">
                      <a:noFill/>
                    </a:lnR>
                    <a:lnT w="28080">
                      <a:solidFill>
                        <a:srgbClr val="404040"/>
                      </a:solidFill>
                    </a:lnT>
                    <a:lnB w="12240">
                      <a:noFill/>
                    </a:lnB>
                    <a:noFill/>
                  </a:tcPr>
                </a:tc>
                <a:tc>
                  <a:tcPr marL="91440" marR="91440">
                    <a:lnL w="18720">
                      <a:noFill/>
                    </a:lnL>
                    <a:lnR w="28080">
                      <a:solidFill>
                        <a:srgbClr val="404040"/>
                      </a:solidFill>
                    </a:lnR>
                    <a:lnT w="28080">
                      <a:solidFill>
                        <a:srgbClr val="404040"/>
                      </a:solidFill>
                    </a:lnT>
                    <a:lnB w="12240">
                      <a:noFill/>
                    </a:lnB>
                    <a:noFill/>
                  </a:tcPr>
                </a:tc>
              </a:tr>
              <a:tr h="1022760">
                <a:tc>
                  <a:tcPr marL="91440" marR="91440">
                    <a:lnL w="28080">
                      <a:solidFill>
                        <a:srgbClr val="404040"/>
                      </a:solidFill>
                    </a:lnL>
                    <a:lnR w="1872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404040"/>
                          </a:solidFill>
                          <a:latin typeface="Arial"/>
                          <a:ea typeface="Arial Unicode MS"/>
                        </a:rPr>
                        <a:t>PowerPoint 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1440" marR="91440">
                    <a:lnL w="18720">
                      <a:noFill/>
                    </a:lnL>
                    <a:lnR w="1872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cPr marL="91440" marR="91440">
                    <a:lnL w="18720">
                      <a:noFill/>
                    </a:lnL>
                    <a:lnR w="28080">
                      <a:solidFill>
                        <a:srgbClr val="404040"/>
                      </a:solidFill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</a:tr>
              <a:tr h="820800">
                <a:tc>
                  <a:tcPr marL="91440" marR="91440">
                    <a:lnL w="28080">
                      <a:solidFill>
                        <a:srgbClr val="404040"/>
                      </a:solidFill>
                    </a:lnL>
                    <a:lnR w="18720">
                      <a:noFill/>
                    </a:lnR>
                    <a:lnT w="12240">
                      <a:noFill/>
                    </a:lnT>
                    <a:lnB w="18720">
                      <a:noFill/>
                    </a:lnB>
                    <a:noFill/>
                  </a:tcPr>
                </a:tc>
                <a:tc>
                  <a:tcPr marL="91440" marR="91440">
                    <a:lnL w="18720">
                      <a:noFill/>
                    </a:lnL>
                    <a:lnR w="18720">
                      <a:noFill/>
                    </a:lnR>
                    <a:lnT w="12240">
                      <a:noFill/>
                    </a:lnT>
                    <a:lnB w="18720">
                      <a:noFill/>
                    </a:lnB>
                    <a:noFill/>
                  </a:tcPr>
                </a:tc>
                <a:tc>
                  <a:tcPr marL="91440" marR="91440">
                    <a:lnL w="18720">
                      <a:noFill/>
                    </a:lnL>
                    <a:lnR w="28080">
                      <a:solidFill>
                        <a:srgbClr val="404040"/>
                      </a:solidFill>
                    </a:lnR>
                    <a:lnT w="12240">
                      <a:noFill/>
                    </a:lnT>
                    <a:lnB w="18720">
                      <a:noFill/>
                    </a:lnB>
                    <a:noFill/>
                  </a:tcPr>
                </a:tc>
              </a:tr>
              <a:tr h="11101320">
                <a:tc>
                  <a:tcPr marL="91440" marR="91440">
                    <a:lnL w="28080">
                      <a:solidFill>
                        <a:srgbClr val="404040"/>
                      </a:solidFill>
                    </a:lnL>
                    <a:lnR w="18720">
                      <a:noFill/>
                    </a:lnR>
                    <a:lnT w="18720">
                      <a:noFill/>
                    </a:lnT>
                    <a:lnB w="18720">
                      <a:noFill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404040"/>
                          </a:solidFill>
                          <a:latin typeface="Arial"/>
                          <a:ea typeface="Arial Unicode MS"/>
                        </a:rPr>
                        <a:t>Get a modern PowerPoint  Presentation that is beautifully designed. You can simply impress your audience and add a unique zing and appeal to your Presentations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1440" marR="91440">
                    <a:lnL w="18720">
                      <a:noFill/>
                    </a:lnL>
                    <a:lnR w="18720">
                      <a:noFill/>
                    </a:lnR>
                    <a:lnT w="18720">
                      <a:noFill/>
                    </a:lnT>
                    <a:lnB w="18720">
                      <a:noFill/>
                    </a:lnB>
                    <a:noFill/>
                  </a:tcPr>
                </a:tc>
                <a:tc>
                  <a:tcPr marL="91440" marR="91440">
                    <a:lnL w="18720">
                      <a:noFill/>
                    </a:lnL>
                    <a:lnR w="28080">
                      <a:solidFill>
                        <a:srgbClr val="404040"/>
                      </a:solidFill>
                    </a:lnR>
                    <a:lnT w="18720">
                      <a:noFill/>
                    </a:lnT>
                    <a:lnB w="18720">
                      <a:noFill/>
                    </a:lnB>
                    <a:noFill/>
                  </a:tcPr>
                </a:tc>
              </a:tr>
              <a:tr h="428040">
                <a:tc>
                  <a:tcPr marL="91440" marR="91440">
                    <a:lnL w="28080">
                      <a:solidFill>
                        <a:srgbClr val="404040"/>
                      </a:solidFill>
                    </a:lnL>
                    <a:lnR w="18720">
                      <a:noFill/>
                    </a:lnR>
                    <a:lnT w="18720">
                      <a:noFill/>
                    </a:lnT>
                    <a:lnB w="28080">
                      <a:solidFill>
                        <a:srgbClr val="404040"/>
                      </a:solidFill>
                    </a:lnB>
                    <a:noFill/>
                  </a:tcPr>
                </a:tc>
                <a:tc>
                  <a:tcPr marL="91440" marR="91440">
                    <a:lnL w="18720">
                      <a:noFill/>
                    </a:lnL>
                    <a:lnR w="18720">
                      <a:noFill/>
                    </a:lnR>
                    <a:lnT w="18720">
                      <a:noFill/>
                    </a:lnT>
                    <a:lnB w="28080">
                      <a:solidFill>
                        <a:srgbClr val="404040"/>
                      </a:solidFill>
                    </a:lnB>
                    <a:noFill/>
                  </a:tcPr>
                </a:tc>
                <a:tc>
                  <a:tcPr marL="91440" marR="91440">
                    <a:lnL w="18720">
                      <a:noFill/>
                    </a:lnL>
                    <a:lnR w="28080">
                      <a:solidFill>
                        <a:srgbClr val="404040"/>
                      </a:solidFill>
                    </a:lnR>
                    <a:lnT w="18720">
                      <a:noFill/>
                    </a:lnT>
                    <a:lnB w="28080">
                      <a:solidFill>
                        <a:srgbClr val="40404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50" name="CustomShape 7"/>
          <p:cNvSpPr/>
          <p:nvPr/>
        </p:nvSpPr>
        <p:spPr>
          <a:xfrm rot="16200000">
            <a:off x="2038680" y="2148480"/>
            <a:ext cx="502920" cy="466560"/>
          </a:xfrm>
          <a:custGeom>
            <a:avLst/>
            <a:gdLst/>
            <a:ahLst/>
            <a:rect l="l" t="t" r="r" b="b"/>
            <a:pathLst>
              <a:path w="3185463" h="3187558">
                <a:moveTo>
                  <a:pt x="764000" y="2343999"/>
                </a:moveTo>
                <a:cubicBezTo>
                  <a:pt x="566798" y="2256389"/>
                  <a:pt x="385374" y="2134753"/>
                  <a:pt x="230072" y="1981662"/>
                </a:cubicBezTo>
                <a:cubicBezTo>
                  <a:pt x="297001" y="2223876"/>
                  <a:pt x="428049" y="2439341"/>
                  <a:pt x="603989" y="2608945"/>
                </a:cubicBezTo>
                <a:cubicBezTo>
                  <a:pt x="667739" y="2525681"/>
                  <a:pt x="720588" y="2436567"/>
                  <a:pt x="764000" y="2343999"/>
                </a:cubicBezTo>
                <a:close/>
                <a:moveTo>
                  <a:pt x="783530" y="862903"/>
                </a:moveTo>
                <a:cubicBezTo>
                  <a:pt x="737619" y="760936"/>
                  <a:pt x="681240" y="662513"/>
                  <a:pt x="611676" y="571152"/>
                </a:cubicBezTo>
                <a:cubicBezTo>
                  <a:pt x="419218" y="754019"/>
                  <a:pt x="279227" y="991173"/>
                  <a:pt x="215545" y="1258034"/>
                </a:cubicBezTo>
                <a:cubicBezTo>
                  <a:pt x="378729" y="1090139"/>
                  <a:pt x="571934" y="956907"/>
                  <a:pt x="783530" y="862903"/>
                </a:cubicBezTo>
                <a:close/>
                <a:moveTo>
                  <a:pt x="935657" y="1673146"/>
                </a:moveTo>
                <a:lnTo>
                  <a:pt x="227023" y="1673146"/>
                </a:lnTo>
                <a:cubicBezTo>
                  <a:pt x="393068" y="1882941"/>
                  <a:pt x="605618" y="2045968"/>
                  <a:pt x="844267" y="2153109"/>
                </a:cubicBezTo>
                <a:cubicBezTo>
                  <a:pt x="897907" y="1997390"/>
                  <a:pt x="928862" y="1835739"/>
                  <a:pt x="935657" y="1673146"/>
                </a:cubicBezTo>
                <a:close/>
                <a:moveTo>
                  <a:pt x="935928" y="1493146"/>
                </a:moveTo>
                <a:cubicBezTo>
                  <a:pt x="928922" y="1345638"/>
                  <a:pt x="902278" y="1198995"/>
                  <a:pt x="856775" y="1056956"/>
                </a:cubicBezTo>
                <a:cubicBezTo>
                  <a:pt x="636768" y="1156959"/>
                  <a:pt x="439487" y="1304654"/>
                  <a:pt x="281464" y="1493146"/>
                </a:cubicBezTo>
                <a:close/>
                <a:moveTo>
                  <a:pt x="1469785" y="2515107"/>
                </a:moveTo>
                <a:cubicBezTo>
                  <a:pt x="1283000" y="2508124"/>
                  <a:pt x="1100523" y="2472287"/>
                  <a:pt x="927628" y="2411229"/>
                </a:cubicBezTo>
                <a:cubicBezTo>
                  <a:pt x="876831" y="2520843"/>
                  <a:pt x="814172" y="2626182"/>
                  <a:pt x="738220" y="2724387"/>
                </a:cubicBezTo>
                <a:cubicBezTo>
                  <a:pt x="944637" y="2881665"/>
                  <a:pt x="1196120" y="2982471"/>
                  <a:pt x="1469785" y="3005418"/>
                </a:cubicBezTo>
                <a:close/>
                <a:moveTo>
                  <a:pt x="1469785" y="1673146"/>
                </a:moveTo>
                <a:lnTo>
                  <a:pt x="1112275" y="1673146"/>
                </a:lnTo>
                <a:cubicBezTo>
                  <a:pt x="1105327" y="1858153"/>
                  <a:pt x="1070032" y="2042144"/>
                  <a:pt x="1008001" y="2219039"/>
                </a:cubicBezTo>
                <a:cubicBezTo>
                  <a:pt x="1155519" y="2270408"/>
                  <a:pt x="1310845" y="2300826"/>
                  <a:pt x="1469785" y="2307834"/>
                </a:cubicBezTo>
                <a:close/>
                <a:moveTo>
                  <a:pt x="1469785" y="898989"/>
                </a:moveTo>
                <a:cubicBezTo>
                  <a:pt x="1315103" y="907762"/>
                  <a:pt x="1164166" y="938783"/>
                  <a:pt x="1020939" y="990066"/>
                </a:cubicBezTo>
                <a:cubicBezTo>
                  <a:pt x="1074574" y="1153655"/>
                  <a:pt x="1105461" y="1322925"/>
                  <a:pt x="1112368" y="1493146"/>
                </a:cubicBezTo>
                <a:lnTo>
                  <a:pt x="1469785" y="1493146"/>
                </a:lnTo>
                <a:close/>
                <a:moveTo>
                  <a:pt x="1469785" y="182141"/>
                </a:moveTo>
                <a:cubicBezTo>
                  <a:pt x="1199839" y="204777"/>
                  <a:pt x="951477" y="303168"/>
                  <a:pt x="746615" y="456764"/>
                </a:cubicBezTo>
                <a:cubicBezTo>
                  <a:pt x="828296" y="562801"/>
                  <a:pt x="894225" y="677310"/>
                  <a:pt x="947434" y="796072"/>
                </a:cubicBezTo>
                <a:cubicBezTo>
                  <a:pt x="1113886" y="736067"/>
                  <a:pt x="1289644" y="700323"/>
                  <a:pt x="1469785" y="691530"/>
                </a:cubicBezTo>
                <a:close/>
                <a:moveTo>
                  <a:pt x="2150063" y="992171"/>
                </a:moveTo>
                <a:cubicBezTo>
                  <a:pt x="1990712" y="935501"/>
                  <a:pt x="1822242" y="902595"/>
                  <a:pt x="1649785" y="897224"/>
                </a:cubicBezTo>
                <a:lnTo>
                  <a:pt x="1649785" y="1493146"/>
                </a:lnTo>
                <a:lnTo>
                  <a:pt x="2063712" y="1493146"/>
                </a:lnTo>
                <a:cubicBezTo>
                  <a:pt x="2069089" y="1323887"/>
                  <a:pt x="2098366" y="1155330"/>
                  <a:pt x="2150063" y="992171"/>
                </a:cubicBezTo>
                <a:close/>
                <a:moveTo>
                  <a:pt x="2168848" y="2199110"/>
                </a:moveTo>
                <a:cubicBezTo>
                  <a:pt x="2108555" y="2028681"/>
                  <a:pt x="2073581" y="1851532"/>
                  <a:pt x="2065295" y="1673146"/>
                </a:cubicBezTo>
                <a:lnTo>
                  <a:pt x="1649785" y="1673146"/>
                </a:lnTo>
                <a:lnTo>
                  <a:pt x="1649785" y="2307299"/>
                </a:lnTo>
                <a:cubicBezTo>
                  <a:pt x="1829404" y="2299517"/>
                  <a:pt x="2004315" y="2261965"/>
                  <a:pt x="2168848" y="2199110"/>
                </a:cubicBezTo>
                <a:close/>
                <a:moveTo>
                  <a:pt x="2422394" y="446879"/>
                </a:moveTo>
                <a:cubicBezTo>
                  <a:pt x="2204309" y="287209"/>
                  <a:pt x="1938140" y="189883"/>
                  <a:pt x="1649785" y="178919"/>
                </a:cubicBezTo>
                <a:lnTo>
                  <a:pt x="1649785" y="689876"/>
                </a:lnTo>
                <a:cubicBezTo>
                  <a:pt x="1846998" y="695154"/>
                  <a:pt x="2039668" y="732502"/>
                  <a:pt x="2221721" y="797410"/>
                </a:cubicBezTo>
                <a:cubicBezTo>
                  <a:pt x="2275056" y="675360"/>
                  <a:pt x="2341760" y="557662"/>
                  <a:pt x="2422394" y="446879"/>
                </a:cubicBezTo>
                <a:close/>
                <a:moveTo>
                  <a:pt x="2447278" y="2722123"/>
                </a:moveTo>
                <a:cubicBezTo>
                  <a:pt x="2366121" y="2618714"/>
                  <a:pt x="2299534" y="2507403"/>
                  <a:pt x="2246145" y="2391362"/>
                </a:cubicBezTo>
                <a:cubicBezTo>
                  <a:pt x="2057375" y="2464119"/>
                  <a:pt x="1856285" y="2506958"/>
                  <a:pt x="1649785" y="2514779"/>
                </a:cubicBezTo>
                <a:lnTo>
                  <a:pt x="1649785" y="3008639"/>
                </a:lnTo>
                <a:cubicBezTo>
                  <a:pt x="1949198" y="2997255"/>
                  <a:pt x="2224691" y="2892757"/>
                  <a:pt x="2447278" y="2722123"/>
                </a:cubicBezTo>
                <a:close/>
                <a:moveTo>
                  <a:pt x="2878934" y="1493146"/>
                </a:moveTo>
                <a:cubicBezTo>
                  <a:pt x="2723190" y="1307255"/>
                  <a:pt x="2529440" y="1161128"/>
                  <a:pt x="2313862" y="1060620"/>
                </a:cubicBezTo>
                <a:cubicBezTo>
                  <a:pt x="2270535" y="1201714"/>
                  <a:pt x="2245604" y="1347104"/>
                  <a:pt x="2240109" y="1493146"/>
                </a:cubicBezTo>
                <a:close/>
                <a:moveTo>
                  <a:pt x="2890636" y="1673146"/>
                </a:moveTo>
                <a:lnTo>
                  <a:pt x="2241814" y="1673146"/>
                </a:lnTo>
                <a:cubicBezTo>
                  <a:pt x="2249736" y="1827102"/>
                  <a:pt x="2279520" y="1979973"/>
                  <a:pt x="2329964" y="2127513"/>
                </a:cubicBezTo>
                <a:cubicBezTo>
                  <a:pt x="2545677" y="2019923"/>
                  <a:pt x="2738160" y="1866413"/>
                  <a:pt x="2890636" y="1673146"/>
                </a:cubicBezTo>
                <a:close/>
                <a:moveTo>
                  <a:pt x="2973035" y="1284386"/>
                </a:moveTo>
                <a:cubicBezTo>
                  <a:pt x="2912066" y="1001840"/>
                  <a:pt x="2765308" y="751379"/>
                  <a:pt x="2561381" y="561108"/>
                </a:cubicBezTo>
                <a:cubicBezTo>
                  <a:pt x="2489321" y="656437"/>
                  <a:pt x="2431363" y="759225"/>
                  <a:pt x="2384553" y="865647"/>
                </a:cubicBezTo>
                <a:cubicBezTo>
                  <a:pt x="2604520" y="964977"/>
                  <a:pt x="2804622" y="1106677"/>
                  <a:pt x="2973035" y="1284386"/>
                </a:cubicBezTo>
                <a:close/>
                <a:moveTo>
                  <a:pt x="2974277" y="1897328"/>
                </a:moveTo>
                <a:cubicBezTo>
                  <a:pt x="2812488" y="2073933"/>
                  <a:pt x="2619878" y="2216690"/>
                  <a:pt x="2407486" y="2319665"/>
                </a:cubicBezTo>
                <a:cubicBezTo>
                  <a:pt x="2454169" y="2420503"/>
                  <a:pt x="2511856" y="2517376"/>
                  <a:pt x="2582047" y="2607468"/>
                </a:cubicBezTo>
                <a:cubicBezTo>
                  <a:pt x="2776399" y="2417974"/>
                  <a:pt x="2916061" y="2172750"/>
                  <a:pt x="2974277" y="1897328"/>
                </a:cubicBezTo>
                <a:close/>
                <a:moveTo>
                  <a:pt x="3185463" y="1593779"/>
                </a:moveTo>
                <a:cubicBezTo>
                  <a:pt x="3185463" y="2473999"/>
                  <a:pt x="2471904" y="3187558"/>
                  <a:pt x="1591684" y="3187558"/>
                </a:cubicBezTo>
                <a:cubicBezTo>
                  <a:pt x="738111" y="3187558"/>
                  <a:pt x="41261" y="2516549"/>
                  <a:pt x="1913" y="1673146"/>
                </a:cubicBezTo>
                <a:lnTo>
                  <a:pt x="0" y="1673146"/>
                </a:lnTo>
                <a:lnTo>
                  <a:pt x="0" y="1493146"/>
                </a:lnTo>
                <a:lnTo>
                  <a:pt x="2750" y="1493146"/>
                </a:lnTo>
                <a:cubicBezTo>
                  <a:pt x="50490" y="700174"/>
                  <a:pt x="679654" y="64473"/>
                  <a:pt x="1469785" y="6156"/>
                </a:cubicBezTo>
                <a:lnTo>
                  <a:pt x="1469785" y="0"/>
                </a:lnTo>
                <a:lnTo>
                  <a:pt x="1591684" y="0"/>
                </a:lnTo>
                <a:lnTo>
                  <a:pt x="1649785" y="0"/>
                </a:lnTo>
                <a:lnTo>
                  <a:pt x="1649785" y="2934"/>
                </a:lnTo>
                <a:cubicBezTo>
                  <a:pt x="2503127" y="31654"/>
                  <a:pt x="3185463" y="733032"/>
                  <a:pt x="3185463" y="1593779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51" name="CustomShape 8"/>
          <p:cNvSpPr/>
          <p:nvPr/>
        </p:nvSpPr>
        <p:spPr>
          <a:xfrm>
            <a:off x="7464600" y="2189520"/>
            <a:ext cx="425160" cy="382680"/>
          </a:xfrm>
          <a:custGeom>
            <a:avLst/>
            <a:gdLst/>
            <a:ahLst/>
            <a:rect l="l" t="t" r="r" b="b"/>
            <a:pathLst>
              <a:path w="3186824" h="2663936">
                <a:moveTo>
                  <a:pt x="2624444" y="2376100"/>
                </a:moveTo>
                <a:lnTo>
                  <a:pt x="2624444" y="2520100"/>
                </a:lnTo>
                <a:lnTo>
                  <a:pt x="2952463" y="2520100"/>
                </a:lnTo>
                <a:lnTo>
                  <a:pt x="2952463" y="2376100"/>
                </a:lnTo>
                <a:close/>
                <a:moveTo>
                  <a:pt x="210911" y="2376100"/>
                </a:moveTo>
                <a:lnTo>
                  <a:pt x="210911" y="2520100"/>
                </a:lnTo>
                <a:lnTo>
                  <a:pt x="538930" y="2520100"/>
                </a:lnTo>
                <a:lnTo>
                  <a:pt x="538930" y="2376100"/>
                </a:lnTo>
                <a:close/>
                <a:moveTo>
                  <a:pt x="2624444" y="2095269"/>
                </a:moveTo>
                <a:lnTo>
                  <a:pt x="2624444" y="2239269"/>
                </a:lnTo>
                <a:lnTo>
                  <a:pt x="2952463" y="2239269"/>
                </a:lnTo>
                <a:lnTo>
                  <a:pt x="2952463" y="2095269"/>
                </a:lnTo>
                <a:close/>
                <a:moveTo>
                  <a:pt x="210911" y="2095269"/>
                </a:moveTo>
                <a:lnTo>
                  <a:pt x="210911" y="2239269"/>
                </a:lnTo>
                <a:lnTo>
                  <a:pt x="538930" y="2239269"/>
                </a:lnTo>
                <a:lnTo>
                  <a:pt x="538930" y="2095269"/>
                </a:lnTo>
                <a:close/>
                <a:moveTo>
                  <a:pt x="2624444" y="1814436"/>
                </a:moveTo>
                <a:lnTo>
                  <a:pt x="2624444" y="1958436"/>
                </a:lnTo>
                <a:lnTo>
                  <a:pt x="2952463" y="1958436"/>
                </a:lnTo>
                <a:lnTo>
                  <a:pt x="2952463" y="1814436"/>
                </a:lnTo>
                <a:close/>
                <a:moveTo>
                  <a:pt x="210911" y="1814436"/>
                </a:moveTo>
                <a:lnTo>
                  <a:pt x="210911" y="1958436"/>
                </a:lnTo>
                <a:lnTo>
                  <a:pt x="538930" y="1958436"/>
                </a:lnTo>
                <a:lnTo>
                  <a:pt x="538930" y="1814436"/>
                </a:lnTo>
                <a:close/>
                <a:moveTo>
                  <a:pt x="2624444" y="1533603"/>
                </a:moveTo>
                <a:lnTo>
                  <a:pt x="2624444" y="1677603"/>
                </a:lnTo>
                <a:lnTo>
                  <a:pt x="2952463" y="1677603"/>
                </a:lnTo>
                <a:lnTo>
                  <a:pt x="2952463" y="1533603"/>
                </a:lnTo>
                <a:close/>
                <a:moveTo>
                  <a:pt x="210911" y="1533603"/>
                </a:moveTo>
                <a:lnTo>
                  <a:pt x="210911" y="1677603"/>
                </a:lnTo>
                <a:lnTo>
                  <a:pt x="538930" y="1677603"/>
                </a:lnTo>
                <a:lnTo>
                  <a:pt x="538930" y="1533603"/>
                </a:lnTo>
                <a:close/>
                <a:moveTo>
                  <a:pt x="2624444" y="1252770"/>
                </a:moveTo>
                <a:lnTo>
                  <a:pt x="2624444" y="1396770"/>
                </a:lnTo>
                <a:lnTo>
                  <a:pt x="2952463" y="1396770"/>
                </a:lnTo>
                <a:lnTo>
                  <a:pt x="2952463" y="1252770"/>
                </a:lnTo>
                <a:close/>
                <a:moveTo>
                  <a:pt x="210911" y="1252770"/>
                </a:moveTo>
                <a:lnTo>
                  <a:pt x="210911" y="1396770"/>
                </a:lnTo>
                <a:lnTo>
                  <a:pt x="538930" y="1396770"/>
                </a:lnTo>
                <a:lnTo>
                  <a:pt x="538930" y="1252770"/>
                </a:lnTo>
                <a:close/>
                <a:moveTo>
                  <a:pt x="2624444" y="971937"/>
                </a:moveTo>
                <a:lnTo>
                  <a:pt x="2624444" y="1115937"/>
                </a:lnTo>
                <a:lnTo>
                  <a:pt x="2952463" y="1115937"/>
                </a:lnTo>
                <a:lnTo>
                  <a:pt x="2952463" y="971937"/>
                </a:lnTo>
                <a:close/>
                <a:moveTo>
                  <a:pt x="210911" y="971937"/>
                </a:moveTo>
                <a:lnTo>
                  <a:pt x="210911" y="1115937"/>
                </a:lnTo>
                <a:lnTo>
                  <a:pt x="538930" y="1115937"/>
                </a:lnTo>
                <a:lnTo>
                  <a:pt x="538930" y="971937"/>
                </a:lnTo>
                <a:close/>
                <a:moveTo>
                  <a:pt x="2624444" y="691104"/>
                </a:moveTo>
                <a:lnTo>
                  <a:pt x="2624444" y="835104"/>
                </a:lnTo>
                <a:lnTo>
                  <a:pt x="2952463" y="835104"/>
                </a:lnTo>
                <a:lnTo>
                  <a:pt x="2952463" y="691104"/>
                </a:lnTo>
                <a:close/>
                <a:moveTo>
                  <a:pt x="210911" y="691104"/>
                </a:moveTo>
                <a:lnTo>
                  <a:pt x="210911" y="835104"/>
                </a:lnTo>
                <a:lnTo>
                  <a:pt x="538930" y="835104"/>
                </a:lnTo>
                <a:lnTo>
                  <a:pt x="538930" y="691104"/>
                </a:lnTo>
                <a:close/>
                <a:moveTo>
                  <a:pt x="988006" y="552354"/>
                </a:moveTo>
                <a:lnTo>
                  <a:pt x="988006" y="2111583"/>
                </a:lnTo>
                <a:lnTo>
                  <a:pt x="2332169" y="1331969"/>
                </a:lnTo>
                <a:close/>
                <a:moveTo>
                  <a:pt x="2624444" y="410271"/>
                </a:moveTo>
                <a:lnTo>
                  <a:pt x="2624444" y="554271"/>
                </a:lnTo>
                <a:lnTo>
                  <a:pt x="2952463" y="554271"/>
                </a:lnTo>
                <a:lnTo>
                  <a:pt x="2952463" y="410271"/>
                </a:lnTo>
                <a:close/>
                <a:moveTo>
                  <a:pt x="210911" y="410271"/>
                </a:moveTo>
                <a:lnTo>
                  <a:pt x="210911" y="554271"/>
                </a:lnTo>
                <a:lnTo>
                  <a:pt x="538930" y="554271"/>
                </a:lnTo>
                <a:lnTo>
                  <a:pt x="538930" y="410271"/>
                </a:lnTo>
                <a:close/>
                <a:moveTo>
                  <a:pt x="2624444" y="129438"/>
                </a:moveTo>
                <a:lnTo>
                  <a:pt x="2624444" y="273438"/>
                </a:lnTo>
                <a:lnTo>
                  <a:pt x="2952463" y="273438"/>
                </a:lnTo>
                <a:lnTo>
                  <a:pt x="2952463" y="129438"/>
                </a:lnTo>
                <a:close/>
                <a:moveTo>
                  <a:pt x="210911" y="129438"/>
                </a:moveTo>
                <a:lnTo>
                  <a:pt x="210911" y="273438"/>
                </a:lnTo>
                <a:lnTo>
                  <a:pt x="538930" y="273438"/>
                </a:lnTo>
                <a:lnTo>
                  <a:pt x="538930" y="129438"/>
                </a:lnTo>
                <a:close/>
                <a:moveTo>
                  <a:pt x="0" y="0"/>
                </a:moveTo>
                <a:lnTo>
                  <a:pt x="3186824" y="0"/>
                </a:lnTo>
                <a:lnTo>
                  <a:pt x="3186824" y="2663936"/>
                </a:lnTo>
                <a:lnTo>
                  <a:pt x="0" y="2663936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52" name="CustomShape 9"/>
          <p:cNvSpPr/>
          <p:nvPr/>
        </p:nvSpPr>
        <p:spPr>
          <a:xfrm rot="2700000">
            <a:off x="10249200" y="2054160"/>
            <a:ext cx="324360" cy="618480"/>
          </a:xfrm>
          <a:custGeom>
            <a:avLst/>
            <a:gdLst/>
            <a:ah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53" name="CustomShape 10"/>
          <p:cNvSpPr/>
          <p:nvPr/>
        </p:nvSpPr>
        <p:spPr>
          <a:xfrm>
            <a:off x="4764600" y="2190240"/>
            <a:ext cx="459000" cy="381600"/>
          </a:xfrm>
          <a:custGeom>
            <a:avLst/>
            <a:gdLst/>
            <a:ahLst/>
            <a:rect l="l" t="t" r="r" b="b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1354" name="" descr=""/>
          <p:cNvPicPr/>
          <p:nvPr/>
        </p:nvPicPr>
        <p:blipFill>
          <a:blip r:embed="rId1"/>
          <a:stretch/>
        </p:blipFill>
        <p:spPr>
          <a:xfrm>
            <a:off x="144720" y="147960"/>
            <a:ext cx="3374640" cy="690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5" name="CustomShape 1"/>
          <p:cNvSpPr/>
          <p:nvPr/>
        </p:nvSpPr>
        <p:spPr>
          <a:xfrm>
            <a:off x="5088240" y="1924920"/>
            <a:ext cx="7459920" cy="4929840"/>
          </a:xfrm>
          <a:custGeom>
            <a:avLst/>
            <a:gdLst/>
            <a:ahLst/>
            <a:rect l="l" t="t" r="r" b="b"/>
            <a:pathLst>
              <a:path w="5720" h="3503">
                <a:moveTo>
                  <a:pt x="3058" y="2983"/>
                </a:moveTo>
                <a:lnTo>
                  <a:pt x="3055" y="2989"/>
                </a:lnTo>
                <a:lnTo>
                  <a:pt x="3049" y="2992"/>
                </a:lnTo>
                <a:lnTo>
                  <a:pt x="3046" y="2996"/>
                </a:lnTo>
                <a:lnTo>
                  <a:pt x="3044" y="2998"/>
                </a:lnTo>
                <a:lnTo>
                  <a:pt x="3040" y="3000"/>
                </a:lnTo>
                <a:lnTo>
                  <a:pt x="3038" y="3003"/>
                </a:lnTo>
                <a:lnTo>
                  <a:pt x="3044" y="3009"/>
                </a:lnTo>
                <a:lnTo>
                  <a:pt x="3048" y="3016"/>
                </a:lnTo>
                <a:lnTo>
                  <a:pt x="3049" y="3023"/>
                </a:lnTo>
                <a:lnTo>
                  <a:pt x="3062" y="3020"/>
                </a:lnTo>
                <a:lnTo>
                  <a:pt x="3058" y="3009"/>
                </a:lnTo>
                <a:lnTo>
                  <a:pt x="3057" y="2998"/>
                </a:lnTo>
                <a:lnTo>
                  <a:pt x="3058" y="2989"/>
                </a:lnTo>
                <a:lnTo>
                  <a:pt x="3058" y="2983"/>
                </a:lnTo>
                <a:close/>
                <a:moveTo>
                  <a:pt x="4769" y="2972"/>
                </a:moveTo>
                <a:lnTo>
                  <a:pt x="4769" y="2976"/>
                </a:lnTo>
                <a:lnTo>
                  <a:pt x="4775" y="2981"/>
                </a:lnTo>
                <a:lnTo>
                  <a:pt x="4777" y="2987"/>
                </a:lnTo>
                <a:lnTo>
                  <a:pt x="4782" y="2992"/>
                </a:lnTo>
                <a:lnTo>
                  <a:pt x="4784" y="2994"/>
                </a:lnTo>
                <a:lnTo>
                  <a:pt x="4784" y="2994"/>
                </a:lnTo>
                <a:lnTo>
                  <a:pt x="4784" y="2994"/>
                </a:lnTo>
                <a:lnTo>
                  <a:pt x="4784" y="2994"/>
                </a:lnTo>
                <a:lnTo>
                  <a:pt x="4784" y="2994"/>
                </a:lnTo>
                <a:lnTo>
                  <a:pt x="4786" y="2996"/>
                </a:lnTo>
                <a:lnTo>
                  <a:pt x="4786" y="2972"/>
                </a:lnTo>
                <a:lnTo>
                  <a:pt x="4769" y="2972"/>
                </a:lnTo>
                <a:close/>
                <a:moveTo>
                  <a:pt x="3617" y="2861"/>
                </a:moveTo>
                <a:lnTo>
                  <a:pt x="3613" y="2869"/>
                </a:lnTo>
                <a:lnTo>
                  <a:pt x="3609" y="2874"/>
                </a:lnTo>
                <a:lnTo>
                  <a:pt x="3604" y="2880"/>
                </a:lnTo>
                <a:lnTo>
                  <a:pt x="3597" y="2885"/>
                </a:lnTo>
                <a:lnTo>
                  <a:pt x="3597" y="2889"/>
                </a:lnTo>
                <a:lnTo>
                  <a:pt x="3637" y="2889"/>
                </a:lnTo>
                <a:lnTo>
                  <a:pt x="3640" y="2887"/>
                </a:lnTo>
                <a:lnTo>
                  <a:pt x="3642" y="2885"/>
                </a:lnTo>
                <a:lnTo>
                  <a:pt x="3648" y="2885"/>
                </a:lnTo>
                <a:lnTo>
                  <a:pt x="3653" y="2885"/>
                </a:lnTo>
                <a:lnTo>
                  <a:pt x="3655" y="2881"/>
                </a:lnTo>
                <a:lnTo>
                  <a:pt x="3657" y="2880"/>
                </a:lnTo>
                <a:lnTo>
                  <a:pt x="3658" y="2880"/>
                </a:lnTo>
                <a:lnTo>
                  <a:pt x="3660" y="2876"/>
                </a:lnTo>
                <a:lnTo>
                  <a:pt x="3660" y="2872"/>
                </a:lnTo>
                <a:lnTo>
                  <a:pt x="3648" y="2870"/>
                </a:lnTo>
                <a:lnTo>
                  <a:pt x="3638" y="2867"/>
                </a:lnTo>
                <a:lnTo>
                  <a:pt x="3629" y="2863"/>
                </a:lnTo>
                <a:lnTo>
                  <a:pt x="3617" y="2861"/>
                </a:lnTo>
                <a:close/>
                <a:moveTo>
                  <a:pt x="3875" y="2803"/>
                </a:moveTo>
                <a:lnTo>
                  <a:pt x="3875" y="2807"/>
                </a:lnTo>
                <a:lnTo>
                  <a:pt x="3875" y="2809"/>
                </a:lnTo>
                <a:lnTo>
                  <a:pt x="3877" y="2810"/>
                </a:lnTo>
                <a:lnTo>
                  <a:pt x="3877" y="2812"/>
                </a:lnTo>
                <a:lnTo>
                  <a:pt x="3878" y="2814"/>
                </a:lnTo>
                <a:lnTo>
                  <a:pt x="3878" y="2803"/>
                </a:lnTo>
                <a:lnTo>
                  <a:pt x="3875" y="2803"/>
                </a:lnTo>
                <a:close/>
                <a:moveTo>
                  <a:pt x="5124" y="1856"/>
                </a:moveTo>
                <a:lnTo>
                  <a:pt x="5120" y="1861"/>
                </a:lnTo>
                <a:lnTo>
                  <a:pt x="5118" y="1867"/>
                </a:lnTo>
                <a:lnTo>
                  <a:pt x="5115" y="1870"/>
                </a:lnTo>
                <a:lnTo>
                  <a:pt x="5111" y="1872"/>
                </a:lnTo>
                <a:lnTo>
                  <a:pt x="5106" y="1874"/>
                </a:lnTo>
                <a:lnTo>
                  <a:pt x="5100" y="1876"/>
                </a:lnTo>
                <a:lnTo>
                  <a:pt x="5095" y="1880"/>
                </a:lnTo>
                <a:lnTo>
                  <a:pt x="5095" y="1881"/>
                </a:lnTo>
                <a:lnTo>
                  <a:pt x="5097" y="1881"/>
                </a:lnTo>
                <a:lnTo>
                  <a:pt x="5097" y="1881"/>
                </a:lnTo>
                <a:lnTo>
                  <a:pt x="5097" y="1881"/>
                </a:lnTo>
                <a:lnTo>
                  <a:pt x="5097" y="1881"/>
                </a:lnTo>
                <a:lnTo>
                  <a:pt x="5098" y="1883"/>
                </a:lnTo>
                <a:lnTo>
                  <a:pt x="5098" y="1887"/>
                </a:lnTo>
                <a:lnTo>
                  <a:pt x="5109" y="1880"/>
                </a:lnTo>
                <a:lnTo>
                  <a:pt x="5120" y="1874"/>
                </a:lnTo>
                <a:lnTo>
                  <a:pt x="5135" y="1870"/>
                </a:lnTo>
                <a:lnTo>
                  <a:pt x="5137" y="1874"/>
                </a:lnTo>
                <a:lnTo>
                  <a:pt x="5138" y="1878"/>
                </a:lnTo>
                <a:lnTo>
                  <a:pt x="5140" y="1878"/>
                </a:lnTo>
                <a:lnTo>
                  <a:pt x="5140" y="1880"/>
                </a:lnTo>
                <a:lnTo>
                  <a:pt x="5144" y="1881"/>
                </a:lnTo>
                <a:lnTo>
                  <a:pt x="5148" y="1883"/>
                </a:lnTo>
                <a:lnTo>
                  <a:pt x="5148" y="1870"/>
                </a:lnTo>
                <a:lnTo>
                  <a:pt x="5153" y="1872"/>
                </a:lnTo>
                <a:lnTo>
                  <a:pt x="5157" y="1872"/>
                </a:lnTo>
                <a:lnTo>
                  <a:pt x="5160" y="1874"/>
                </a:lnTo>
                <a:lnTo>
                  <a:pt x="5164" y="1876"/>
                </a:lnTo>
                <a:lnTo>
                  <a:pt x="5160" y="1863"/>
                </a:lnTo>
                <a:lnTo>
                  <a:pt x="5148" y="1863"/>
                </a:lnTo>
                <a:lnTo>
                  <a:pt x="5137" y="1860"/>
                </a:lnTo>
                <a:lnTo>
                  <a:pt x="5124" y="1856"/>
                </a:lnTo>
                <a:close/>
                <a:moveTo>
                  <a:pt x="5011" y="1594"/>
                </a:moveTo>
                <a:lnTo>
                  <a:pt x="5011" y="1596"/>
                </a:lnTo>
                <a:lnTo>
                  <a:pt x="5013" y="1598"/>
                </a:lnTo>
                <a:lnTo>
                  <a:pt x="5015" y="1600"/>
                </a:lnTo>
                <a:lnTo>
                  <a:pt x="5017" y="1600"/>
                </a:lnTo>
                <a:lnTo>
                  <a:pt x="5020" y="1601"/>
                </a:lnTo>
                <a:lnTo>
                  <a:pt x="5020" y="1600"/>
                </a:lnTo>
                <a:lnTo>
                  <a:pt x="5018" y="1598"/>
                </a:lnTo>
                <a:lnTo>
                  <a:pt x="5015" y="1596"/>
                </a:lnTo>
                <a:lnTo>
                  <a:pt x="5013" y="1594"/>
                </a:lnTo>
                <a:lnTo>
                  <a:pt x="5011" y="1594"/>
                </a:lnTo>
                <a:close/>
                <a:moveTo>
                  <a:pt x="120" y="1520"/>
                </a:moveTo>
                <a:lnTo>
                  <a:pt x="120" y="1523"/>
                </a:lnTo>
                <a:lnTo>
                  <a:pt x="118" y="1527"/>
                </a:lnTo>
                <a:lnTo>
                  <a:pt x="118" y="1527"/>
                </a:lnTo>
                <a:lnTo>
                  <a:pt x="118" y="1527"/>
                </a:lnTo>
                <a:lnTo>
                  <a:pt x="118" y="1529"/>
                </a:lnTo>
                <a:lnTo>
                  <a:pt x="120" y="1530"/>
                </a:lnTo>
                <a:lnTo>
                  <a:pt x="122" y="1534"/>
                </a:lnTo>
                <a:lnTo>
                  <a:pt x="124" y="1536"/>
                </a:lnTo>
                <a:lnTo>
                  <a:pt x="126" y="1538"/>
                </a:lnTo>
                <a:lnTo>
                  <a:pt x="128" y="1540"/>
                </a:lnTo>
                <a:lnTo>
                  <a:pt x="128" y="1534"/>
                </a:lnTo>
                <a:lnTo>
                  <a:pt x="126" y="1530"/>
                </a:lnTo>
                <a:lnTo>
                  <a:pt x="126" y="1527"/>
                </a:lnTo>
                <a:lnTo>
                  <a:pt x="126" y="1525"/>
                </a:lnTo>
                <a:lnTo>
                  <a:pt x="124" y="1523"/>
                </a:lnTo>
                <a:lnTo>
                  <a:pt x="120" y="1520"/>
                </a:lnTo>
                <a:close/>
                <a:moveTo>
                  <a:pt x="5017" y="1509"/>
                </a:moveTo>
                <a:lnTo>
                  <a:pt x="5018" y="1510"/>
                </a:lnTo>
                <a:lnTo>
                  <a:pt x="5018" y="1510"/>
                </a:lnTo>
                <a:lnTo>
                  <a:pt x="5020" y="1512"/>
                </a:lnTo>
                <a:lnTo>
                  <a:pt x="5020" y="1512"/>
                </a:lnTo>
                <a:lnTo>
                  <a:pt x="5024" y="1512"/>
                </a:lnTo>
                <a:lnTo>
                  <a:pt x="5022" y="1512"/>
                </a:lnTo>
                <a:lnTo>
                  <a:pt x="5022" y="1510"/>
                </a:lnTo>
                <a:lnTo>
                  <a:pt x="5020" y="1510"/>
                </a:lnTo>
                <a:lnTo>
                  <a:pt x="5018" y="1510"/>
                </a:lnTo>
                <a:lnTo>
                  <a:pt x="5017" y="1509"/>
                </a:lnTo>
                <a:close/>
                <a:moveTo>
                  <a:pt x="4991" y="1492"/>
                </a:moveTo>
                <a:lnTo>
                  <a:pt x="4995" y="1510"/>
                </a:lnTo>
                <a:lnTo>
                  <a:pt x="5000" y="1523"/>
                </a:lnTo>
                <a:lnTo>
                  <a:pt x="5006" y="1536"/>
                </a:lnTo>
                <a:lnTo>
                  <a:pt x="5011" y="1549"/>
                </a:lnTo>
                <a:lnTo>
                  <a:pt x="5015" y="1549"/>
                </a:lnTo>
                <a:lnTo>
                  <a:pt x="5017" y="1532"/>
                </a:lnTo>
                <a:lnTo>
                  <a:pt x="5008" y="1521"/>
                </a:lnTo>
                <a:lnTo>
                  <a:pt x="5002" y="1509"/>
                </a:lnTo>
                <a:lnTo>
                  <a:pt x="5000" y="1492"/>
                </a:lnTo>
                <a:lnTo>
                  <a:pt x="4991" y="1492"/>
                </a:lnTo>
                <a:close/>
                <a:moveTo>
                  <a:pt x="120" y="1467"/>
                </a:moveTo>
                <a:lnTo>
                  <a:pt x="122" y="1469"/>
                </a:lnTo>
                <a:lnTo>
                  <a:pt x="124" y="1470"/>
                </a:lnTo>
                <a:lnTo>
                  <a:pt x="126" y="1470"/>
                </a:lnTo>
                <a:lnTo>
                  <a:pt x="128" y="1469"/>
                </a:lnTo>
                <a:lnTo>
                  <a:pt x="131" y="1467"/>
                </a:lnTo>
                <a:lnTo>
                  <a:pt x="120" y="1467"/>
                </a:lnTo>
                <a:close/>
                <a:moveTo>
                  <a:pt x="4993" y="1429"/>
                </a:moveTo>
                <a:lnTo>
                  <a:pt x="4988" y="1452"/>
                </a:lnTo>
                <a:lnTo>
                  <a:pt x="4991" y="1456"/>
                </a:lnTo>
                <a:lnTo>
                  <a:pt x="4993" y="1460"/>
                </a:lnTo>
                <a:lnTo>
                  <a:pt x="4997" y="1465"/>
                </a:lnTo>
                <a:lnTo>
                  <a:pt x="5004" y="1465"/>
                </a:lnTo>
                <a:lnTo>
                  <a:pt x="5004" y="1461"/>
                </a:lnTo>
                <a:lnTo>
                  <a:pt x="4997" y="1452"/>
                </a:lnTo>
                <a:lnTo>
                  <a:pt x="4997" y="1441"/>
                </a:lnTo>
                <a:lnTo>
                  <a:pt x="5000" y="1429"/>
                </a:lnTo>
                <a:lnTo>
                  <a:pt x="4993" y="1429"/>
                </a:lnTo>
                <a:close/>
                <a:moveTo>
                  <a:pt x="3935" y="785"/>
                </a:moveTo>
                <a:lnTo>
                  <a:pt x="3935" y="789"/>
                </a:lnTo>
                <a:lnTo>
                  <a:pt x="3937" y="792"/>
                </a:lnTo>
                <a:lnTo>
                  <a:pt x="3937" y="794"/>
                </a:lnTo>
                <a:lnTo>
                  <a:pt x="3937" y="794"/>
                </a:lnTo>
                <a:lnTo>
                  <a:pt x="3937" y="794"/>
                </a:lnTo>
                <a:lnTo>
                  <a:pt x="3938" y="796"/>
                </a:lnTo>
                <a:lnTo>
                  <a:pt x="3942" y="798"/>
                </a:lnTo>
                <a:lnTo>
                  <a:pt x="3942" y="785"/>
                </a:lnTo>
                <a:lnTo>
                  <a:pt x="3935" y="785"/>
                </a:lnTo>
                <a:close/>
                <a:moveTo>
                  <a:pt x="3809" y="703"/>
                </a:moveTo>
                <a:lnTo>
                  <a:pt x="3806" y="712"/>
                </a:lnTo>
                <a:lnTo>
                  <a:pt x="3808" y="709"/>
                </a:lnTo>
                <a:lnTo>
                  <a:pt x="3809" y="707"/>
                </a:lnTo>
                <a:lnTo>
                  <a:pt x="3809" y="705"/>
                </a:lnTo>
                <a:lnTo>
                  <a:pt x="3809" y="705"/>
                </a:lnTo>
                <a:lnTo>
                  <a:pt x="3809" y="703"/>
                </a:lnTo>
                <a:close/>
                <a:moveTo>
                  <a:pt x="3918" y="660"/>
                </a:moveTo>
                <a:lnTo>
                  <a:pt x="3911" y="670"/>
                </a:lnTo>
                <a:lnTo>
                  <a:pt x="3900" y="676"/>
                </a:lnTo>
                <a:lnTo>
                  <a:pt x="3888" y="680"/>
                </a:lnTo>
                <a:lnTo>
                  <a:pt x="3875" y="680"/>
                </a:lnTo>
                <a:lnTo>
                  <a:pt x="3864" y="683"/>
                </a:lnTo>
                <a:lnTo>
                  <a:pt x="3853" y="692"/>
                </a:lnTo>
                <a:lnTo>
                  <a:pt x="3853" y="694"/>
                </a:lnTo>
                <a:lnTo>
                  <a:pt x="3853" y="696"/>
                </a:lnTo>
                <a:lnTo>
                  <a:pt x="3853" y="698"/>
                </a:lnTo>
                <a:lnTo>
                  <a:pt x="3853" y="700"/>
                </a:lnTo>
                <a:lnTo>
                  <a:pt x="3851" y="701"/>
                </a:lnTo>
                <a:lnTo>
                  <a:pt x="3849" y="703"/>
                </a:lnTo>
                <a:lnTo>
                  <a:pt x="3844" y="710"/>
                </a:lnTo>
                <a:lnTo>
                  <a:pt x="3838" y="716"/>
                </a:lnTo>
                <a:lnTo>
                  <a:pt x="3831" y="720"/>
                </a:lnTo>
                <a:lnTo>
                  <a:pt x="3826" y="725"/>
                </a:lnTo>
                <a:lnTo>
                  <a:pt x="3820" y="732"/>
                </a:lnTo>
                <a:lnTo>
                  <a:pt x="3804" y="732"/>
                </a:lnTo>
                <a:lnTo>
                  <a:pt x="3806" y="716"/>
                </a:lnTo>
                <a:lnTo>
                  <a:pt x="3800" y="716"/>
                </a:lnTo>
                <a:lnTo>
                  <a:pt x="3789" y="725"/>
                </a:lnTo>
                <a:lnTo>
                  <a:pt x="3778" y="730"/>
                </a:lnTo>
                <a:lnTo>
                  <a:pt x="3768" y="740"/>
                </a:lnTo>
                <a:lnTo>
                  <a:pt x="3764" y="752"/>
                </a:lnTo>
                <a:lnTo>
                  <a:pt x="3760" y="767"/>
                </a:lnTo>
                <a:lnTo>
                  <a:pt x="3757" y="781"/>
                </a:lnTo>
                <a:lnTo>
                  <a:pt x="3753" y="783"/>
                </a:lnTo>
                <a:lnTo>
                  <a:pt x="3749" y="787"/>
                </a:lnTo>
                <a:lnTo>
                  <a:pt x="3746" y="790"/>
                </a:lnTo>
                <a:lnTo>
                  <a:pt x="3742" y="792"/>
                </a:lnTo>
                <a:lnTo>
                  <a:pt x="3740" y="796"/>
                </a:lnTo>
                <a:lnTo>
                  <a:pt x="3735" y="832"/>
                </a:lnTo>
                <a:lnTo>
                  <a:pt x="3724" y="838"/>
                </a:lnTo>
                <a:lnTo>
                  <a:pt x="3715" y="849"/>
                </a:lnTo>
                <a:lnTo>
                  <a:pt x="3708" y="863"/>
                </a:lnTo>
                <a:lnTo>
                  <a:pt x="3702" y="878"/>
                </a:lnTo>
                <a:lnTo>
                  <a:pt x="3711" y="878"/>
                </a:lnTo>
                <a:lnTo>
                  <a:pt x="3711" y="872"/>
                </a:lnTo>
                <a:lnTo>
                  <a:pt x="3718" y="863"/>
                </a:lnTo>
                <a:lnTo>
                  <a:pt x="3726" y="852"/>
                </a:lnTo>
                <a:lnTo>
                  <a:pt x="3731" y="843"/>
                </a:lnTo>
                <a:lnTo>
                  <a:pt x="3740" y="838"/>
                </a:lnTo>
                <a:lnTo>
                  <a:pt x="3757" y="832"/>
                </a:lnTo>
                <a:lnTo>
                  <a:pt x="3760" y="841"/>
                </a:lnTo>
                <a:lnTo>
                  <a:pt x="3764" y="849"/>
                </a:lnTo>
                <a:lnTo>
                  <a:pt x="3769" y="854"/>
                </a:lnTo>
                <a:lnTo>
                  <a:pt x="3771" y="865"/>
                </a:lnTo>
                <a:lnTo>
                  <a:pt x="3762" y="881"/>
                </a:lnTo>
                <a:lnTo>
                  <a:pt x="3758" y="898"/>
                </a:lnTo>
                <a:lnTo>
                  <a:pt x="3760" y="912"/>
                </a:lnTo>
                <a:lnTo>
                  <a:pt x="3762" y="927"/>
                </a:lnTo>
                <a:lnTo>
                  <a:pt x="3760" y="941"/>
                </a:lnTo>
                <a:lnTo>
                  <a:pt x="3758" y="943"/>
                </a:lnTo>
                <a:lnTo>
                  <a:pt x="3755" y="947"/>
                </a:lnTo>
                <a:lnTo>
                  <a:pt x="3751" y="950"/>
                </a:lnTo>
                <a:lnTo>
                  <a:pt x="3748" y="952"/>
                </a:lnTo>
                <a:lnTo>
                  <a:pt x="3746" y="956"/>
                </a:lnTo>
                <a:lnTo>
                  <a:pt x="3744" y="958"/>
                </a:lnTo>
                <a:lnTo>
                  <a:pt x="3744" y="1001"/>
                </a:lnTo>
                <a:lnTo>
                  <a:pt x="3742" y="1020"/>
                </a:lnTo>
                <a:lnTo>
                  <a:pt x="3742" y="1043"/>
                </a:lnTo>
                <a:lnTo>
                  <a:pt x="3740" y="1069"/>
                </a:lnTo>
                <a:lnTo>
                  <a:pt x="3737" y="1089"/>
                </a:lnTo>
                <a:lnTo>
                  <a:pt x="3735" y="1103"/>
                </a:lnTo>
                <a:lnTo>
                  <a:pt x="3738" y="1109"/>
                </a:lnTo>
                <a:lnTo>
                  <a:pt x="3742" y="1114"/>
                </a:lnTo>
                <a:lnTo>
                  <a:pt x="3748" y="1120"/>
                </a:lnTo>
                <a:lnTo>
                  <a:pt x="3751" y="1125"/>
                </a:lnTo>
                <a:lnTo>
                  <a:pt x="3755" y="1130"/>
                </a:lnTo>
                <a:lnTo>
                  <a:pt x="3751" y="1163"/>
                </a:lnTo>
                <a:lnTo>
                  <a:pt x="3755" y="1187"/>
                </a:lnTo>
                <a:lnTo>
                  <a:pt x="3760" y="1212"/>
                </a:lnTo>
                <a:lnTo>
                  <a:pt x="3769" y="1236"/>
                </a:lnTo>
                <a:lnTo>
                  <a:pt x="3778" y="1258"/>
                </a:lnTo>
                <a:lnTo>
                  <a:pt x="3791" y="1272"/>
                </a:lnTo>
                <a:lnTo>
                  <a:pt x="3797" y="1276"/>
                </a:lnTo>
                <a:lnTo>
                  <a:pt x="3802" y="1278"/>
                </a:lnTo>
                <a:lnTo>
                  <a:pt x="3806" y="1278"/>
                </a:lnTo>
                <a:lnTo>
                  <a:pt x="3811" y="1276"/>
                </a:lnTo>
                <a:lnTo>
                  <a:pt x="3829" y="1270"/>
                </a:lnTo>
                <a:lnTo>
                  <a:pt x="3848" y="1261"/>
                </a:lnTo>
                <a:lnTo>
                  <a:pt x="3860" y="1252"/>
                </a:lnTo>
                <a:lnTo>
                  <a:pt x="3866" y="1241"/>
                </a:lnTo>
                <a:lnTo>
                  <a:pt x="3873" y="1223"/>
                </a:lnTo>
                <a:lnTo>
                  <a:pt x="3882" y="1200"/>
                </a:lnTo>
                <a:lnTo>
                  <a:pt x="3889" y="1176"/>
                </a:lnTo>
                <a:lnTo>
                  <a:pt x="3895" y="1150"/>
                </a:lnTo>
                <a:lnTo>
                  <a:pt x="3898" y="1129"/>
                </a:lnTo>
                <a:lnTo>
                  <a:pt x="3897" y="1110"/>
                </a:lnTo>
                <a:lnTo>
                  <a:pt x="3886" y="1078"/>
                </a:lnTo>
                <a:lnTo>
                  <a:pt x="3873" y="1047"/>
                </a:lnTo>
                <a:lnTo>
                  <a:pt x="3857" y="1018"/>
                </a:lnTo>
                <a:lnTo>
                  <a:pt x="3849" y="1018"/>
                </a:lnTo>
                <a:lnTo>
                  <a:pt x="3846" y="1005"/>
                </a:lnTo>
                <a:lnTo>
                  <a:pt x="3849" y="996"/>
                </a:lnTo>
                <a:lnTo>
                  <a:pt x="3853" y="985"/>
                </a:lnTo>
                <a:lnTo>
                  <a:pt x="3858" y="974"/>
                </a:lnTo>
                <a:lnTo>
                  <a:pt x="3857" y="961"/>
                </a:lnTo>
                <a:lnTo>
                  <a:pt x="3855" y="961"/>
                </a:lnTo>
                <a:lnTo>
                  <a:pt x="3853" y="960"/>
                </a:lnTo>
                <a:lnTo>
                  <a:pt x="3851" y="958"/>
                </a:lnTo>
                <a:lnTo>
                  <a:pt x="3848" y="956"/>
                </a:lnTo>
                <a:lnTo>
                  <a:pt x="3846" y="954"/>
                </a:lnTo>
                <a:lnTo>
                  <a:pt x="3844" y="954"/>
                </a:lnTo>
                <a:lnTo>
                  <a:pt x="3844" y="940"/>
                </a:lnTo>
                <a:lnTo>
                  <a:pt x="3851" y="927"/>
                </a:lnTo>
                <a:lnTo>
                  <a:pt x="3858" y="916"/>
                </a:lnTo>
                <a:lnTo>
                  <a:pt x="3866" y="905"/>
                </a:lnTo>
                <a:lnTo>
                  <a:pt x="3862" y="845"/>
                </a:lnTo>
                <a:lnTo>
                  <a:pt x="3877" y="838"/>
                </a:lnTo>
                <a:lnTo>
                  <a:pt x="3880" y="829"/>
                </a:lnTo>
                <a:lnTo>
                  <a:pt x="3880" y="820"/>
                </a:lnTo>
                <a:lnTo>
                  <a:pt x="3882" y="812"/>
                </a:lnTo>
                <a:lnTo>
                  <a:pt x="3886" y="805"/>
                </a:lnTo>
                <a:lnTo>
                  <a:pt x="3902" y="805"/>
                </a:lnTo>
                <a:lnTo>
                  <a:pt x="3909" y="781"/>
                </a:lnTo>
                <a:lnTo>
                  <a:pt x="3922" y="769"/>
                </a:lnTo>
                <a:lnTo>
                  <a:pt x="3938" y="758"/>
                </a:lnTo>
                <a:lnTo>
                  <a:pt x="3953" y="747"/>
                </a:lnTo>
                <a:lnTo>
                  <a:pt x="3968" y="736"/>
                </a:lnTo>
                <a:lnTo>
                  <a:pt x="3962" y="723"/>
                </a:lnTo>
                <a:lnTo>
                  <a:pt x="3964" y="709"/>
                </a:lnTo>
                <a:lnTo>
                  <a:pt x="3971" y="698"/>
                </a:lnTo>
                <a:lnTo>
                  <a:pt x="3980" y="689"/>
                </a:lnTo>
                <a:lnTo>
                  <a:pt x="3991" y="685"/>
                </a:lnTo>
                <a:lnTo>
                  <a:pt x="3991" y="680"/>
                </a:lnTo>
                <a:lnTo>
                  <a:pt x="3978" y="676"/>
                </a:lnTo>
                <a:lnTo>
                  <a:pt x="3966" y="670"/>
                </a:lnTo>
                <a:lnTo>
                  <a:pt x="3955" y="665"/>
                </a:lnTo>
                <a:lnTo>
                  <a:pt x="3938" y="661"/>
                </a:lnTo>
                <a:lnTo>
                  <a:pt x="3918" y="660"/>
                </a:lnTo>
                <a:close/>
                <a:moveTo>
                  <a:pt x="295" y="238"/>
                </a:moveTo>
                <a:lnTo>
                  <a:pt x="297" y="238"/>
                </a:lnTo>
                <a:lnTo>
                  <a:pt x="298" y="240"/>
                </a:lnTo>
                <a:lnTo>
                  <a:pt x="298" y="240"/>
                </a:lnTo>
                <a:lnTo>
                  <a:pt x="300" y="240"/>
                </a:lnTo>
                <a:lnTo>
                  <a:pt x="304" y="241"/>
                </a:lnTo>
                <a:lnTo>
                  <a:pt x="302" y="240"/>
                </a:lnTo>
                <a:lnTo>
                  <a:pt x="300" y="240"/>
                </a:lnTo>
                <a:lnTo>
                  <a:pt x="300" y="240"/>
                </a:lnTo>
                <a:lnTo>
                  <a:pt x="298" y="238"/>
                </a:lnTo>
                <a:lnTo>
                  <a:pt x="295" y="238"/>
                </a:lnTo>
                <a:close/>
                <a:moveTo>
                  <a:pt x="458" y="209"/>
                </a:moveTo>
                <a:lnTo>
                  <a:pt x="458" y="216"/>
                </a:lnTo>
                <a:lnTo>
                  <a:pt x="457" y="220"/>
                </a:lnTo>
                <a:lnTo>
                  <a:pt x="455" y="221"/>
                </a:lnTo>
                <a:lnTo>
                  <a:pt x="453" y="225"/>
                </a:lnTo>
                <a:lnTo>
                  <a:pt x="451" y="229"/>
                </a:lnTo>
                <a:lnTo>
                  <a:pt x="458" y="229"/>
                </a:lnTo>
                <a:lnTo>
                  <a:pt x="458" y="221"/>
                </a:lnTo>
                <a:lnTo>
                  <a:pt x="460" y="218"/>
                </a:lnTo>
                <a:lnTo>
                  <a:pt x="462" y="216"/>
                </a:lnTo>
                <a:lnTo>
                  <a:pt x="462" y="214"/>
                </a:lnTo>
                <a:lnTo>
                  <a:pt x="460" y="212"/>
                </a:lnTo>
                <a:lnTo>
                  <a:pt x="458" y="209"/>
                </a:lnTo>
                <a:close/>
                <a:moveTo>
                  <a:pt x="466" y="172"/>
                </a:moveTo>
                <a:lnTo>
                  <a:pt x="464" y="176"/>
                </a:lnTo>
                <a:lnTo>
                  <a:pt x="462" y="178"/>
                </a:lnTo>
                <a:lnTo>
                  <a:pt x="460" y="181"/>
                </a:lnTo>
                <a:lnTo>
                  <a:pt x="460" y="183"/>
                </a:lnTo>
                <a:lnTo>
                  <a:pt x="460" y="187"/>
                </a:lnTo>
                <a:lnTo>
                  <a:pt x="458" y="192"/>
                </a:lnTo>
                <a:lnTo>
                  <a:pt x="468" y="198"/>
                </a:lnTo>
                <a:lnTo>
                  <a:pt x="466" y="192"/>
                </a:lnTo>
                <a:lnTo>
                  <a:pt x="466" y="189"/>
                </a:lnTo>
                <a:lnTo>
                  <a:pt x="466" y="185"/>
                </a:lnTo>
                <a:lnTo>
                  <a:pt x="466" y="181"/>
                </a:lnTo>
                <a:lnTo>
                  <a:pt x="468" y="178"/>
                </a:lnTo>
                <a:lnTo>
                  <a:pt x="468" y="174"/>
                </a:lnTo>
                <a:lnTo>
                  <a:pt x="466" y="172"/>
                </a:lnTo>
                <a:close/>
                <a:moveTo>
                  <a:pt x="513" y="0"/>
                </a:moveTo>
                <a:lnTo>
                  <a:pt x="529" y="10"/>
                </a:lnTo>
                <a:lnTo>
                  <a:pt x="553" y="20"/>
                </a:lnTo>
                <a:lnTo>
                  <a:pt x="580" y="25"/>
                </a:lnTo>
                <a:lnTo>
                  <a:pt x="608" y="29"/>
                </a:lnTo>
                <a:lnTo>
                  <a:pt x="635" y="34"/>
                </a:lnTo>
                <a:lnTo>
                  <a:pt x="657" y="40"/>
                </a:lnTo>
                <a:lnTo>
                  <a:pt x="740" y="65"/>
                </a:lnTo>
                <a:lnTo>
                  <a:pt x="824" y="85"/>
                </a:lnTo>
                <a:lnTo>
                  <a:pt x="911" y="101"/>
                </a:lnTo>
                <a:lnTo>
                  <a:pt x="998" y="118"/>
                </a:lnTo>
                <a:lnTo>
                  <a:pt x="1088" y="138"/>
                </a:lnTo>
                <a:lnTo>
                  <a:pt x="1158" y="152"/>
                </a:lnTo>
                <a:lnTo>
                  <a:pt x="1233" y="165"/>
                </a:lnTo>
                <a:lnTo>
                  <a:pt x="1309" y="178"/>
                </a:lnTo>
                <a:lnTo>
                  <a:pt x="1386" y="192"/>
                </a:lnTo>
                <a:lnTo>
                  <a:pt x="1457" y="210"/>
                </a:lnTo>
                <a:lnTo>
                  <a:pt x="1549" y="218"/>
                </a:lnTo>
                <a:lnTo>
                  <a:pt x="1602" y="229"/>
                </a:lnTo>
                <a:lnTo>
                  <a:pt x="1660" y="236"/>
                </a:lnTo>
                <a:lnTo>
                  <a:pt x="1717" y="243"/>
                </a:lnTo>
                <a:lnTo>
                  <a:pt x="1771" y="254"/>
                </a:lnTo>
                <a:lnTo>
                  <a:pt x="1904" y="261"/>
                </a:lnTo>
                <a:lnTo>
                  <a:pt x="1949" y="270"/>
                </a:lnTo>
                <a:lnTo>
                  <a:pt x="2000" y="276"/>
                </a:lnTo>
                <a:lnTo>
                  <a:pt x="2053" y="280"/>
                </a:lnTo>
                <a:lnTo>
                  <a:pt x="2104" y="283"/>
                </a:lnTo>
                <a:lnTo>
                  <a:pt x="2149" y="290"/>
                </a:lnTo>
                <a:lnTo>
                  <a:pt x="2228" y="290"/>
                </a:lnTo>
                <a:lnTo>
                  <a:pt x="2262" y="296"/>
                </a:lnTo>
                <a:lnTo>
                  <a:pt x="2300" y="294"/>
                </a:lnTo>
                <a:lnTo>
                  <a:pt x="2338" y="294"/>
                </a:lnTo>
                <a:lnTo>
                  <a:pt x="2378" y="294"/>
                </a:lnTo>
                <a:lnTo>
                  <a:pt x="2417" y="300"/>
                </a:lnTo>
                <a:lnTo>
                  <a:pt x="2437" y="301"/>
                </a:lnTo>
                <a:lnTo>
                  <a:pt x="2458" y="301"/>
                </a:lnTo>
                <a:lnTo>
                  <a:pt x="2484" y="300"/>
                </a:lnTo>
                <a:lnTo>
                  <a:pt x="2506" y="303"/>
                </a:lnTo>
                <a:lnTo>
                  <a:pt x="2548" y="309"/>
                </a:lnTo>
                <a:lnTo>
                  <a:pt x="2595" y="310"/>
                </a:lnTo>
                <a:lnTo>
                  <a:pt x="2642" y="310"/>
                </a:lnTo>
                <a:lnTo>
                  <a:pt x="2691" y="310"/>
                </a:lnTo>
                <a:lnTo>
                  <a:pt x="2762" y="314"/>
                </a:lnTo>
                <a:lnTo>
                  <a:pt x="2835" y="312"/>
                </a:lnTo>
                <a:lnTo>
                  <a:pt x="2908" y="312"/>
                </a:lnTo>
                <a:lnTo>
                  <a:pt x="2978" y="312"/>
                </a:lnTo>
                <a:lnTo>
                  <a:pt x="2978" y="260"/>
                </a:lnTo>
                <a:lnTo>
                  <a:pt x="3011" y="263"/>
                </a:lnTo>
                <a:lnTo>
                  <a:pt x="3013" y="267"/>
                </a:lnTo>
                <a:lnTo>
                  <a:pt x="3015" y="269"/>
                </a:lnTo>
                <a:lnTo>
                  <a:pt x="3015" y="270"/>
                </a:lnTo>
                <a:lnTo>
                  <a:pt x="3017" y="272"/>
                </a:lnTo>
                <a:lnTo>
                  <a:pt x="3020" y="272"/>
                </a:lnTo>
                <a:lnTo>
                  <a:pt x="3024" y="276"/>
                </a:lnTo>
                <a:lnTo>
                  <a:pt x="3026" y="303"/>
                </a:lnTo>
                <a:lnTo>
                  <a:pt x="3029" y="329"/>
                </a:lnTo>
                <a:lnTo>
                  <a:pt x="3035" y="349"/>
                </a:lnTo>
                <a:lnTo>
                  <a:pt x="3060" y="354"/>
                </a:lnTo>
                <a:lnTo>
                  <a:pt x="3084" y="358"/>
                </a:lnTo>
                <a:lnTo>
                  <a:pt x="3106" y="365"/>
                </a:lnTo>
                <a:lnTo>
                  <a:pt x="3124" y="376"/>
                </a:lnTo>
                <a:lnTo>
                  <a:pt x="3155" y="367"/>
                </a:lnTo>
                <a:lnTo>
                  <a:pt x="3182" y="365"/>
                </a:lnTo>
                <a:lnTo>
                  <a:pt x="3208" y="370"/>
                </a:lnTo>
                <a:lnTo>
                  <a:pt x="3229" y="381"/>
                </a:lnTo>
                <a:lnTo>
                  <a:pt x="3249" y="401"/>
                </a:lnTo>
                <a:lnTo>
                  <a:pt x="3260" y="394"/>
                </a:lnTo>
                <a:lnTo>
                  <a:pt x="3273" y="394"/>
                </a:lnTo>
                <a:lnTo>
                  <a:pt x="3286" y="400"/>
                </a:lnTo>
                <a:lnTo>
                  <a:pt x="3300" y="407"/>
                </a:lnTo>
                <a:lnTo>
                  <a:pt x="3315" y="416"/>
                </a:lnTo>
                <a:lnTo>
                  <a:pt x="3328" y="425"/>
                </a:lnTo>
                <a:lnTo>
                  <a:pt x="3338" y="429"/>
                </a:lnTo>
                <a:lnTo>
                  <a:pt x="3355" y="416"/>
                </a:lnTo>
                <a:lnTo>
                  <a:pt x="3373" y="405"/>
                </a:lnTo>
                <a:lnTo>
                  <a:pt x="3397" y="401"/>
                </a:lnTo>
                <a:lnTo>
                  <a:pt x="3397" y="405"/>
                </a:lnTo>
                <a:lnTo>
                  <a:pt x="3397" y="407"/>
                </a:lnTo>
                <a:lnTo>
                  <a:pt x="3398" y="409"/>
                </a:lnTo>
                <a:lnTo>
                  <a:pt x="3398" y="410"/>
                </a:lnTo>
                <a:lnTo>
                  <a:pt x="3400" y="412"/>
                </a:lnTo>
                <a:lnTo>
                  <a:pt x="3408" y="414"/>
                </a:lnTo>
                <a:lnTo>
                  <a:pt x="3426" y="416"/>
                </a:lnTo>
                <a:lnTo>
                  <a:pt x="3449" y="418"/>
                </a:lnTo>
                <a:lnTo>
                  <a:pt x="3475" y="420"/>
                </a:lnTo>
                <a:lnTo>
                  <a:pt x="3498" y="420"/>
                </a:lnTo>
                <a:lnTo>
                  <a:pt x="3520" y="421"/>
                </a:lnTo>
                <a:lnTo>
                  <a:pt x="3533" y="421"/>
                </a:lnTo>
                <a:lnTo>
                  <a:pt x="3537" y="438"/>
                </a:lnTo>
                <a:lnTo>
                  <a:pt x="3518" y="443"/>
                </a:lnTo>
                <a:lnTo>
                  <a:pt x="3498" y="450"/>
                </a:lnTo>
                <a:lnTo>
                  <a:pt x="3480" y="461"/>
                </a:lnTo>
                <a:lnTo>
                  <a:pt x="3464" y="469"/>
                </a:lnTo>
                <a:lnTo>
                  <a:pt x="3444" y="478"/>
                </a:lnTo>
                <a:lnTo>
                  <a:pt x="3422" y="483"/>
                </a:lnTo>
                <a:lnTo>
                  <a:pt x="3404" y="494"/>
                </a:lnTo>
                <a:lnTo>
                  <a:pt x="3380" y="514"/>
                </a:lnTo>
                <a:lnTo>
                  <a:pt x="3360" y="538"/>
                </a:lnTo>
                <a:lnTo>
                  <a:pt x="3340" y="563"/>
                </a:lnTo>
                <a:lnTo>
                  <a:pt x="3317" y="589"/>
                </a:lnTo>
                <a:lnTo>
                  <a:pt x="3289" y="610"/>
                </a:lnTo>
                <a:lnTo>
                  <a:pt x="3289" y="614"/>
                </a:lnTo>
                <a:lnTo>
                  <a:pt x="3295" y="614"/>
                </a:lnTo>
                <a:lnTo>
                  <a:pt x="3297" y="616"/>
                </a:lnTo>
                <a:lnTo>
                  <a:pt x="3297" y="616"/>
                </a:lnTo>
                <a:lnTo>
                  <a:pt x="3298" y="618"/>
                </a:lnTo>
                <a:lnTo>
                  <a:pt x="3298" y="618"/>
                </a:lnTo>
                <a:lnTo>
                  <a:pt x="3302" y="618"/>
                </a:lnTo>
                <a:lnTo>
                  <a:pt x="3311" y="614"/>
                </a:lnTo>
                <a:lnTo>
                  <a:pt x="3326" y="607"/>
                </a:lnTo>
                <a:lnTo>
                  <a:pt x="3344" y="598"/>
                </a:lnTo>
                <a:lnTo>
                  <a:pt x="3362" y="590"/>
                </a:lnTo>
                <a:lnTo>
                  <a:pt x="3380" y="583"/>
                </a:lnTo>
                <a:lnTo>
                  <a:pt x="3393" y="580"/>
                </a:lnTo>
                <a:lnTo>
                  <a:pt x="3400" y="578"/>
                </a:lnTo>
                <a:lnTo>
                  <a:pt x="3406" y="581"/>
                </a:lnTo>
                <a:lnTo>
                  <a:pt x="3409" y="583"/>
                </a:lnTo>
                <a:lnTo>
                  <a:pt x="3411" y="585"/>
                </a:lnTo>
                <a:lnTo>
                  <a:pt x="3411" y="589"/>
                </a:lnTo>
                <a:lnTo>
                  <a:pt x="3411" y="594"/>
                </a:lnTo>
                <a:lnTo>
                  <a:pt x="3411" y="603"/>
                </a:lnTo>
                <a:lnTo>
                  <a:pt x="3409" y="607"/>
                </a:lnTo>
                <a:lnTo>
                  <a:pt x="3406" y="612"/>
                </a:lnTo>
                <a:lnTo>
                  <a:pt x="3404" y="618"/>
                </a:lnTo>
                <a:lnTo>
                  <a:pt x="3408" y="618"/>
                </a:lnTo>
                <a:lnTo>
                  <a:pt x="3417" y="618"/>
                </a:lnTo>
                <a:lnTo>
                  <a:pt x="3426" y="621"/>
                </a:lnTo>
                <a:lnTo>
                  <a:pt x="3437" y="623"/>
                </a:lnTo>
                <a:lnTo>
                  <a:pt x="3448" y="623"/>
                </a:lnTo>
                <a:lnTo>
                  <a:pt x="3462" y="614"/>
                </a:lnTo>
                <a:lnTo>
                  <a:pt x="3473" y="603"/>
                </a:lnTo>
                <a:lnTo>
                  <a:pt x="3486" y="590"/>
                </a:lnTo>
                <a:lnTo>
                  <a:pt x="3497" y="583"/>
                </a:lnTo>
                <a:lnTo>
                  <a:pt x="3542" y="578"/>
                </a:lnTo>
                <a:lnTo>
                  <a:pt x="3558" y="567"/>
                </a:lnTo>
                <a:lnTo>
                  <a:pt x="3571" y="550"/>
                </a:lnTo>
                <a:lnTo>
                  <a:pt x="3586" y="534"/>
                </a:lnTo>
                <a:lnTo>
                  <a:pt x="3602" y="521"/>
                </a:lnTo>
                <a:lnTo>
                  <a:pt x="3638" y="563"/>
                </a:lnTo>
                <a:lnTo>
                  <a:pt x="3648" y="558"/>
                </a:lnTo>
                <a:lnTo>
                  <a:pt x="3660" y="556"/>
                </a:lnTo>
                <a:lnTo>
                  <a:pt x="3675" y="558"/>
                </a:lnTo>
                <a:lnTo>
                  <a:pt x="3691" y="558"/>
                </a:lnTo>
                <a:lnTo>
                  <a:pt x="3695" y="561"/>
                </a:lnTo>
                <a:lnTo>
                  <a:pt x="3700" y="565"/>
                </a:lnTo>
                <a:lnTo>
                  <a:pt x="3704" y="565"/>
                </a:lnTo>
                <a:lnTo>
                  <a:pt x="3708" y="567"/>
                </a:lnTo>
                <a:lnTo>
                  <a:pt x="3711" y="570"/>
                </a:lnTo>
                <a:lnTo>
                  <a:pt x="3720" y="580"/>
                </a:lnTo>
                <a:lnTo>
                  <a:pt x="3726" y="589"/>
                </a:lnTo>
                <a:lnTo>
                  <a:pt x="3731" y="598"/>
                </a:lnTo>
                <a:lnTo>
                  <a:pt x="3740" y="603"/>
                </a:lnTo>
                <a:lnTo>
                  <a:pt x="3757" y="607"/>
                </a:lnTo>
                <a:lnTo>
                  <a:pt x="3762" y="605"/>
                </a:lnTo>
                <a:lnTo>
                  <a:pt x="3766" y="603"/>
                </a:lnTo>
                <a:lnTo>
                  <a:pt x="3771" y="603"/>
                </a:lnTo>
                <a:lnTo>
                  <a:pt x="3775" y="603"/>
                </a:lnTo>
                <a:lnTo>
                  <a:pt x="3780" y="605"/>
                </a:lnTo>
                <a:lnTo>
                  <a:pt x="3786" y="607"/>
                </a:lnTo>
                <a:lnTo>
                  <a:pt x="3797" y="590"/>
                </a:lnTo>
                <a:lnTo>
                  <a:pt x="3809" y="580"/>
                </a:lnTo>
                <a:lnTo>
                  <a:pt x="3824" y="574"/>
                </a:lnTo>
                <a:lnTo>
                  <a:pt x="3840" y="570"/>
                </a:lnTo>
                <a:lnTo>
                  <a:pt x="3860" y="567"/>
                </a:lnTo>
                <a:lnTo>
                  <a:pt x="3882" y="563"/>
                </a:lnTo>
                <a:lnTo>
                  <a:pt x="3897" y="558"/>
                </a:lnTo>
                <a:lnTo>
                  <a:pt x="3909" y="550"/>
                </a:lnTo>
                <a:lnTo>
                  <a:pt x="3924" y="545"/>
                </a:lnTo>
                <a:lnTo>
                  <a:pt x="3944" y="543"/>
                </a:lnTo>
                <a:lnTo>
                  <a:pt x="3944" y="583"/>
                </a:lnTo>
                <a:lnTo>
                  <a:pt x="3964" y="581"/>
                </a:lnTo>
                <a:lnTo>
                  <a:pt x="3980" y="580"/>
                </a:lnTo>
                <a:lnTo>
                  <a:pt x="3995" y="578"/>
                </a:lnTo>
                <a:lnTo>
                  <a:pt x="4013" y="576"/>
                </a:lnTo>
                <a:lnTo>
                  <a:pt x="4017" y="587"/>
                </a:lnTo>
                <a:lnTo>
                  <a:pt x="4022" y="603"/>
                </a:lnTo>
                <a:lnTo>
                  <a:pt x="4029" y="616"/>
                </a:lnTo>
                <a:lnTo>
                  <a:pt x="4037" y="621"/>
                </a:lnTo>
                <a:lnTo>
                  <a:pt x="4048" y="625"/>
                </a:lnTo>
                <a:lnTo>
                  <a:pt x="4058" y="630"/>
                </a:lnTo>
                <a:lnTo>
                  <a:pt x="4069" y="636"/>
                </a:lnTo>
                <a:lnTo>
                  <a:pt x="4077" y="643"/>
                </a:lnTo>
                <a:lnTo>
                  <a:pt x="4082" y="656"/>
                </a:lnTo>
                <a:lnTo>
                  <a:pt x="4066" y="660"/>
                </a:lnTo>
                <a:lnTo>
                  <a:pt x="4046" y="660"/>
                </a:lnTo>
                <a:lnTo>
                  <a:pt x="4024" y="660"/>
                </a:lnTo>
                <a:lnTo>
                  <a:pt x="4004" y="660"/>
                </a:lnTo>
                <a:lnTo>
                  <a:pt x="4004" y="680"/>
                </a:lnTo>
                <a:lnTo>
                  <a:pt x="4048" y="700"/>
                </a:lnTo>
                <a:lnTo>
                  <a:pt x="4093" y="716"/>
                </a:lnTo>
                <a:lnTo>
                  <a:pt x="4142" y="729"/>
                </a:lnTo>
                <a:lnTo>
                  <a:pt x="4146" y="740"/>
                </a:lnTo>
                <a:lnTo>
                  <a:pt x="4149" y="747"/>
                </a:lnTo>
                <a:lnTo>
                  <a:pt x="4151" y="756"/>
                </a:lnTo>
                <a:lnTo>
                  <a:pt x="4155" y="769"/>
                </a:lnTo>
                <a:lnTo>
                  <a:pt x="4151" y="770"/>
                </a:lnTo>
                <a:lnTo>
                  <a:pt x="4149" y="772"/>
                </a:lnTo>
                <a:lnTo>
                  <a:pt x="4149" y="774"/>
                </a:lnTo>
                <a:lnTo>
                  <a:pt x="4148" y="776"/>
                </a:lnTo>
                <a:lnTo>
                  <a:pt x="4148" y="778"/>
                </a:lnTo>
                <a:lnTo>
                  <a:pt x="4146" y="781"/>
                </a:lnTo>
                <a:lnTo>
                  <a:pt x="4157" y="794"/>
                </a:lnTo>
                <a:lnTo>
                  <a:pt x="4164" y="810"/>
                </a:lnTo>
                <a:lnTo>
                  <a:pt x="4168" y="830"/>
                </a:lnTo>
                <a:lnTo>
                  <a:pt x="4169" y="852"/>
                </a:lnTo>
                <a:lnTo>
                  <a:pt x="4169" y="874"/>
                </a:lnTo>
                <a:lnTo>
                  <a:pt x="4158" y="874"/>
                </a:lnTo>
                <a:lnTo>
                  <a:pt x="4153" y="887"/>
                </a:lnTo>
                <a:lnTo>
                  <a:pt x="4151" y="901"/>
                </a:lnTo>
                <a:lnTo>
                  <a:pt x="4146" y="914"/>
                </a:lnTo>
                <a:lnTo>
                  <a:pt x="4138" y="921"/>
                </a:lnTo>
                <a:lnTo>
                  <a:pt x="4133" y="927"/>
                </a:lnTo>
                <a:lnTo>
                  <a:pt x="4128" y="929"/>
                </a:lnTo>
                <a:lnTo>
                  <a:pt x="4124" y="934"/>
                </a:lnTo>
                <a:lnTo>
                  <a:pt x="4122" y="943"/>
                </a:lnTo>
                <a:lnTo>
                  <a:pt x="4120" y="960"/>
                </a:lnTo>
                <a:lnTo>
                  <a:pt x="4126" y="960"/>
                </a:lnTo>
                <a:lnTo>
                  <a:pt x="4129" y="961"/>
                </a:lnTo>
                <a:lnTo>
                  <a:pt x="4135" y="961"/>
                </a:lnTo>
                <a:lnTo>
                  <a:pt x="4140" y="963"/>
                </a:lnTo>
                <a:lnTo>
                  <a:pt x="4157" y="940"/>
                </a:lnTo>
                <a:lnTo>
                  <a:pt x="4177" y="918"/>
                </a:lnTo>
                <a:lnTo>
                  <a:pt x="4204" y="901"/>
                </a:lnTo>
                <a:lnTo>
                  <a:pt x="4235" y="894"/>
                </a:lnTo>
                <a:lnTo>
                  <a:pt x="4240" y="901"/>
                </a:lnTo>
                <a:lnTo>
                  <a:pt x="4246" y="907"/>
                </a:lnTo>
                <a:lnTo>
                  <a:pt x="4253" y="912"/>
                </a:lnTo>
                <a:lnTo>
                  <a:pt x="4258" y="916"/>
                </a:lnTo>
                <a:lnTo>
                  <a:pt x="4262" y="923"/>
                </a:lnTo>
                <a:lnTo>
                  <a:pt x="4268" y="936"/>
                </a:lnTo>
                <a:lnTo>
                  <a:pt x="4268" y="950"/>
                </a:lnTo>
                <a:lnTo>
                  <a:pt x="4271" y="967"/>
                </a:lnTo>
                <a:lnTo>
                  <a:pt x="4275" y="981"/>
                </a:lnTo>
                <a:lnTo>
                  <a:pt x="4282" y="1000"/>
                </a:lnTo>
                <a:lnTo>
                  <a:pt x="4288" y="1018"/>
                </a:lnTo>
                <a:lnTo>
                  <a:pt x="4295" y="1032"/>
                </a:lnTo>
                <a:lnTo>
                  <a:pt x="4302" y="1032"/>
                </a:lnTo>
                <a:lnTo>
                  <a:pt x="4306" y="1041"/>
                </a:lnTo>
                <a:lnTo>
                  <a:pt x="4306" y="1056"/>
                </a:lnTo>
                <a:lnTo>
                  <a:pt x="4304" y="1072"/>
                </a:lnTo>
                <a:lnTo>
                  <a:pt x="4300" y="1085"/>
                </a:lnTo>
                <a:lnTo>
                  <a:pt x="4298" y="1092"/>
                </a:lnTo>
                <a:lnTo>
                  <a:pt x="4297" y="1100"/>
                </a:lnTo>
                <a:lnTo>
                  <a:pt x="4293" y="1105"/>
                </a:lnTo>
                <a:lnTo>
                  <a:pt x="4289" y="1109"/>
                </a:lnTo>
                <a:lnTo>
                  <a:pt x="4282" y="1110"/>
                </a:lnTo>
                <a:lnTo>
                  <a:pt x="4275" y="1112"/>
                </a:lnTo>
                <a:lnTo>
                  <a:pt x="4273" y="1109"/>
                </a:lnTo>
                <a:lnTo>
                  <a:pt x="4273" y="1105"/>
                </a:lnTo>
                <a:lnTo>
                  <a:pt x="4273" y="1103"/>
                </a:lnTo>
                <a:lnTo>
                  <a:pt x="4271" y="1101"/>
                </a:lnTo>
                <a:lnTo>
                  <a:pt x="4269" y="1100"/>
                </a:lnTo>
                <a:lnTo>
                  <a:pt x="4269" y="1109"/>
                </a:lnTo>
                <a:lnTo>
                  <a:pt x="4268" y="1112"/>
                </a:lnTo>
                <a:lnTo>
                  <a:pt x="4262" y="1116"/>
                </a:lnTo>
                <a:lnTo>
                  <a:pt x="4258" y="1120"/>
                </a:lnTo>
                <a:lnTo>
                  <a:pt x="4253" y="1123"/>
                </a:lnTo>
                <a:lnTo>
                  <a:pt x="4249" y="1129"/>
                </a:lnTo>
                <a:lnTo>
                  <a:pt x="4229" y="1145"/>
                </a:lnTo>
                <a:lnTo>
                  <a:pt x="4229" y="1185"/>
                </a:lnTo>
                <a:lnTo>
                  <a:pt x="4224" y="1194"/>
                </a:lnTo>
                <a:lnTo>
                  <a:pt x="4218" y="1201"/>
                </a:lnTo>
                <a:lnTo>
                  <a:pt x="4213" y="1210"/>
                </a:lnTo>
                <a:lnTo>
                  <a:pt x="4209" y="1225"/>
                </a:lnTo>
                <a:lnTo>
                  <a:pt x="4233" y="1229"/>
                </a:lnTo>
                <a:lnTo>
                  <a:pt x="4251" y="1234"/>
                </a:lnTo>
                <a:lnTo>
                  <a:pt x="4269" y="1240"/>
                </a:lnTo>
                <a:lnTo>
                  <a:pt x="4288" y="1245"/>
                </a:lnTo>
                <a:lnTo>
                  <a:pt x="4309" y="1249"/>
                </a:lnTo>
                <a:lnTo>
                  <a:pt x="4322" y="1240"/>
                </a:lnTo>
                <a:lnTo>
                  <a:pt x="4333" y="1234"/>
                </a:lnTo>
                <a:lnTo>
                  <a:pt x="4342" y="1234"/>
                </a:lnTo>
                <a:lnTo>
                  <a:pt x="4351" y="1234"/>
                </a:lnTo>
                <a:lnTo>
                  <a:pt x="4362" y="1234"/>
                </a:lnTo>
                <a:lnTo>
                  <a:pt x="4375" y="1229"/>
                </a:lnTo>
                <a:lnTo>
                  <a:pt x="4389" y="1218"/>
                </a:lnTo>
                <a:lnTo>
                  <a:pt x="4404" y="1200"/>
                </a:lnTo>
                <a:lnTo>
                  <a:pt x="4417" y="1183"/>
                </a:lnTo>
                <a:lnTo>
                  <a:pt x="4433" y="1169"/>
                </a:lnTo>
                <a:lnTo>
                  <a:pt x="4464" y="1152"/>
                </a:lnTo>
                <a:lnTo>
                  <a:pt x="4497" y="1132"/>
                </a:lnTo>
                <a:lnTo>
                  <a:pt x="4531" y="1110"/>
                </a:lnTo>
                <a:lnTo>
                  <a:pt x="4562" y="1087"/>
                </a:lnTo>
                <a:lnTo>
                  <a:pt x="4591" y="1061"/>
                </a:lnTo>
                <a:lnTo>
                  <a:pt x="4613" y="1032"/>
                </a:lnTo>
                <a:lnTo>
                  <a:pt x="4629" y="1000"/>
                </a:lnTo>
                <a:lnTo>
                  <a:pt x="4626" y="996"/>
                </a:lnTo>
                <a:lnTo>
                  <a:pt x="4624" y="990"/>
                </a:lnTo>
                <a:lnTo>
                  <a:pt x="4622" y="983"/>
                </a:lnTo>
                <a:lnTo>
                  <a:pt x="4620" y="976"/>
                </a:lnTo>
                <a:lnTo>
                  <a:pt x="4604" y="976"/>
                </a:lnTo>
                <a:lnTo>
                  <a:pt x="4600" y="940"/>
                </a:lnTo>
                <a:lnTo>
                  <a:pt x="4624" y="927"/>
                </a:lnTo>
                <a:lnTo>
                  <a:pt x="4648" y="916"/>
                </a:lnTo>
                <a:lnTo>
                  <a:pt x="4669" y="910"/>
                </a:lnTo>
                <a:lnTo>
                  <a:pt x="4695" y="907"/>
                </a:lnTo>
                <a:lnTo>
                  <a:pt x="4722" y="907"/>
                </a:lnTo>
                <a:lnTo>
                  <a:pt x="4755" y="912"/>
                </a:lnTo>
                <a:lnTo>
                  <a:pt x="4771" y="905"/>
                </a:lnTo>
                <a:lnTo>
                  <a:pt x="4784" y="900"/>
                </a:lnTo>
                <a:lnTo>
                  <a:pt x="4798" y="896"/>
                </a:lnTo>
                <a:lnTo>
                  <a:pt x="4817" y="896"/>
                </a:lnTo>
                <a:lnTo>
                  <a:pt x="4831" y="876"/>
                </a:lnTo>
                <a:lnTo>
                  <a:pt x="4848" y="852"/>
                </a:lnTo>
                <a:lnTo>
                  <a:pt x="4860" y="827"/>
                </a:lnTo>
                <a:lnTo>
                  <a:pt x="4866" y="800"/>
                </a:lnTo>
                <a:lnTo>
                  <a:pt x="4858" y="789"/>
                </a:lnTo>
                <a:lnTo>
                  <a:pt x="4851" y="776"/>
                </a:lnTo>
                <a:lnTo>
                  <a:pt x="4846" y="760"/>
                </a:lnTo>
                <a:lnTo>
                  <a:pt x="4842" y="743"/>
                </a:lnTo>
                <a:lnTo>
                  <a:pt x="4862" y="725"/>
                </a:lnTo>
                <a:lnTo>
                  <a:pt x="4877" y="705"/>
                </a:lnTo>
                <a:lnTo>
                  <a:pt x="4889" y="683"/>
                </a:lnTo>
                <a:lnTo>
                  <a:pt x="4900" y="660"/>
                </a:lnTo>
                <a:lnTo>
                  <a:pt x="4913" y="636"/>
                </a:lnTo>
                <a:lnTo>
                  <a:pt x="4929" y="614"/>
                </a:lnTo>
                <a:lnTo>
                  <a:pt x="4949" y="598"/>
                </a:lnTo>
                <a:lnTo>
                  <a:pt x="4968" y="589"/>
                </a:lnTo>
                <a:lnTo>
                  <a:pt x="4989" y="583"/>
                </a:lnTo>
                <a:lnTo>
                  <a:pt x="5013" y="581"/>
                </a:lnTo>
                <a:lnTo>
                  <a:pt x="5037" y="578"/>
                </a:lnTo>
                <a:lnTo>
                  <a:pt x="5060" y="572"/>
                </a:lnTo>
                <a:lnTo>
                  <a:pt x="5126" y="550"/>
                </a:lnTo>
                <a:lnTo>
                  <a:pt x="5191" y="532"/>
                </a:lnTo>
                <a:lnTo>
                  <a:pt x="5262" y="516"/>
                </a:lnTo>
                <a:lnTo>
                  <a:pt x="5262" y="480"/>
                </a:lnTo>
                <a:lnTo>
                  <a:pt x="5275" y="478"/>
                </a:lnTo>
                <a:lnTo>
                  <a:pt x="5286" y="474"/>
                </a:lnTo>
                <a:lnTo>
                  <a:pt x="5295" y="467"/>
                </a:lnTo>
                <a:lnTo>
                  <a:pt x="5298" y="456"/>
                </a:lnTo>
                <a:lnTo>
                  <a:pt x="5302" y="454"/>
                </a:lnTo>
                <a:lnTo>
                  <a:pt x="5304" y="454"/>
                </a:lnTo>
                <a:lnTo>
                  <a:pt x="5308" y="456"/>
                </a:lnTo>
                <a:lnTo>
                  <a:pt x="5309" y="456"/>
                </a:lnTo>
                <a:lnTo>
                  <a:pt x="5311" y="458"/>
                </a:lnTo>
                <a:lnTo>
                  <a:pt x="5315" y="456"/>
                </a:lnTo>
                <a:lnTo>
                  <a:pt x="5313" y="440"/>
                </a:lnTo>
                <a:lnTo>
                  <a:pt x="5320" y="423"/>
                </a:lnTo>
                <a:lnTo>
                  <a:pt x="5329" y="405"/>
                </a:lnTo>
                <a:lnTo>
                  <a:pt x="5337" y="387"/>
                </a:lnTo>
                <a:lnTo>
                  <a:pt x="5335" y="376"/>
                </a:lnTo>
                <a:lnTo>
                  <a:pt x="5333" y="361"/>
                </a:lnTo>
                <a:lnTo>
                  <a:pt x="5331" y="343"/>
                </a:lnTo>
                <a:lnTo>
                  <a:pt x="5331" y="325"/>
                </a:lnTo>
                <a:lnTo>
                  <a:pt x="5333" y="309"/>
                </a:lnTo>
                <a:lnTo>
                  <a:pt x="5333" y="307"/>
                </a:lnTo>
                <a:lnTo>
                  <a:pt x="5337" y="305"/>
                </a:lnTo>
                <a:lnTo>
                  <a:pt x="5338" y="301"/>
                </a:lnTo>
                <a:lnTo>
                  <a:pt x="5342" y="298"/>
                </a:lnTo>
                <a:lnTo>
                  <a:pt x="5344" y="296"/>
                </a:lnTo>
                <a:lnTo>
                  <a:pt x="5346" y="294"/>
                </a:lnTo>
                <a:lnTo>
                  <a:pt x="5344" y="281"/>
                </a:lnTo>
                <a:lnTo>
                  <a:pt x="5338" y="267"/>
                </a:lnTo>
                <a:lnTo>
                  <a:pt x="5337" y="252"/>
                </a:lnTo>
                <a:lnTo>
                  <a:pt x="5344" y="232"/>
                </a:lnTo>
                <a:lnTo>
                  <a:pt x="5353" y="212"/>
                </a:lnTo>
                <a:lnTo>
                  <a:pt x="5362" y="196"/>
                </a:lnTo>
                <a:lnTo>
                  <a:pt x="5368" y="181"/>
                </a:lnTo>
                <a:lnTo>
                  <a:pt x="5369" y="169"/>
                </a:lnTo>
                <a:lnTo>
                  <a:pt x="5371" y="156"/>
                </a:lnTo>
                <a:lnTo>
                  <a:pt x="5377" y="145"/>
                </a:lnTo>
                <a:lnTo>
                  <a:pt x="5384" y="136"/>
                </a:lnTo>
                <a:lnTo>
                  <a:pt x="5395" y="130"/>
                </a:lnTo>
                <a:lnTo>
                  <a:pt x="5400" y="129"/>
                </a:lnTo>
                <a:lnTo>
                  <a:pt x="5406" y="129"/>
                </a:lnTo>
                <a:lnTo>
                  <a:pt x="5411" y="129"/>
                </a:lnTo>
                <a:lnTo>
                  <a:pt x="5418" y="127"/>
                </a:lnTo>
                <a:lnTo>
                  <a:pt x="5424" y="127"/>
                </a:lnTo>
                <a:lnTo>
                  <a:pt x="5426" y="132"/>
                </a:lnTo>
                <a:lnTo>
                  <a:pt x="5426" y="136"/>
                </a:lnTo>
                <a:lnTo>
                  <a:pt x="5424" y="141"/>
                </a:lnTo>
                <a:lnTo>
                  <a:pt x="5424" y="145"/>
                </a:lnTo>
                <a:lnTo>
                  <a:pt x="5424" y="149"/>
                </a:lnTo>
                <a:lnTo>
                  <a:pt x="5424" y="150"/>
                </a:lnTo>
                <a:lnTo>
                  <a:pt x="5428" y="154"/>
                </a:lnTo>
                <a:lnTo>
                  <a:pt x="5433" y="156"/>
                </a:lnTo>
                <a:lnTo>
                  <a:pt x="5451" y="138"/>
                </a:lnTo>
                <a:lnTo>
                  <a:pt x="5478" y="125"/>
                </a:lnTo>
                <a:lnTo>
                  <a:pt x="5509" y="118"/>
                </a:lnTo>
                <a:lnTo>
                  <a:pt x="5522" y="125"/>
                </a:lnTo>
                <a:lnTo>
                  <a:pt x="5537" y="132"/>
                </a:lnTo>
                <a:lnTo>
                  <a:pt x="5551" y="140"/>
                </a:lnTo>
                <a:lnTo>
                  <a:pt x="5558" y="150"/>
                </a:lnTo>
                <a:lnTo>
                  <a:pt x="5573" y="178"/>
                </a:lnTo>
                <a:lnTo>
                  <a:pt x="5584" y="209"/>
                </a:lnTo>
                <a:lnTo>
                  <a:pt x="5595" y="241"/>
                </a:lnTo>
                <a:lnTo>
                  <a:pt x="5604" y="269"/>
                </a:lnTo>
                <a:lnTo>
                  <a:pt x="5606" y="283"/>
                </a:lnTo>
                <a:lnTo>
                  <a:pt x="5608" y="298"/>
                </a:lnTo>
                <a:lnTo>
                  <a:pt x="5611" y="312"/>
                </a:lnTo>
                <a:lnTo>
                  <a:pt x="5618" y="321"/>
                </a:lnTo>
                <a:lnTo>
                  <a:pt x="5629" y="325"/>
                </a:lnTo>
                <a:lnTo>
                  <a:pt x="5642" y="327"/>
                </a:lnTo>
                <a:lnTo>
                  <a:pt x="5651" y="330"/>
                </a:lnTo>
                <a:lnTo>
                  <a:pt x="5658" y="345"/>
                </a:lnTo>
                <a:lnTo>
                  <a:pt x="5662" y="363"/>
                </a:lnTo>
                <a:lnTo>
                  <a:pt x="5668" y="380"/>
                </a:lnTo>
                <a:lnTo>
                  <a:pt x="5673" y="378"/>
                </a:lnTo>
                <a:lnTo>
                  <a:pt x="5678" y="376"/>
                </a:lnTo>
                <a:lnTo>
                  <a:pt x="5684" y="376"/>
                </a:lnTo>
                <a:lnTo>
                  <a:pt x="5693" y="374"/>
                </a:lnTo>
                <a:lnTo>
                  <a:pt x="5697" y="381"/>
                </a:lnTo>
                <a:lnTo>
                  <a:pt x="5702" y="387"/>
                </a:lnTo>
                <a:lnTo>
                  <a:pt x="5708" y="392"/>
                </a:lnTo>
                <a:lnTo>
                  <a:pt x="5717" y="396"/>
                </a:lnTo>
                <a:lnTo>
                  <a:pt x="5717" y="409"/>
                </a:lnTo>
                <a:lnTo>
                  <a:pt x="5718" y="423"/>
                </a:lnTo>
                <a:lnTo>
                  <a:pt x="5720" y="443"/>
                </a:lnTo>
                <a:lnTo>
                  <a:pt x="5704" y="454"/>
                </a:lnTo>
                <a:lnTo>
                  <a:pt x="5686" y="469"/>
                </a:lnTo>
                <a:lnTo>
                  <a:pt x="5668" y="483"/>
                </a:lnTo>
                <a:lnTo>
                  <a:pt x="5653" y="501"/>
                </a:lnTo>
                <a:lnTo>
                  <a:pt x="5646" y="521"/>
                </a:lnTo>
                <a:lnTo>
                  <a:pt x="5633" y="520"/>
                </a:lnTo>
                <a:lnTo>
                  <a:pt x="5624" y="516"/>
                </a:lnTo>
                <a:lnTo>
                  <a:pt x="5613" y="512"/>
                </a:lnTo>
                <a:lnTo>
                  <a:pt x="5609" y="516"/>
                </a:lnTo>
                <a:lnTo>
                  <a:pt x="5606" y="520"/>
                </a:lnTo>
                <a:lnTo>
                  <a:pt x="5600" y="521"/>
                </a:lnTo>
                <a:lnTo>
                  <a:pt x="5597" y="525"/>
                </a:lnTo>
                <a:lnTo>
                  <a:pt x="5600" y="530"/>
                </a:lnTo>
                <a:lnTo>
                  <a:pt x="5602" y="536"/>
                </a:lnTo>
                <a:lnTo>
                  <a:pt x="5604" y="541"/>
                </a:lnTo>
                <a:lnTo>
                  <a:pt x="5604" y="549"/>
                </a:lnTo>
                <a:lnTo>
                  <a:pt x="5560" y="545"/>
                </a:lnTo>
                <a:lnTo>
                  <a:pt x="5558" y="561"/>
                </a:lnTo>
                <a:lnTo>
                  <a:pt x="5558" y="576"/>
                </a:lnTo>
                <a:lnTo>
                  <a:pt x="5558" y="594"/>
                </a:lnTo>
                <a:lnTo>
                  <a:pt x="5555" y="598"/>
                </a:lnTo>
                <a:lnTo>
                  <a:pt x="5551" y="600"/>
                </a:lnTo>
                <a:lnTo>
                  <a:pt x="5548" y="603"/>
                </a:lnTo>
                <a:lnTo>
                  <a:pt x="5546" y="605"/>
                </a:lnTo>
                <a:lnTo>
                  <a:pt x="5540" y="609"/>
                </a:lnTo>
                <a:lnTo>
                  <a:pt x="5535" y="610"/>
                </a:lnTo>
                <a:lnTo>
                  <a:pt x="5533" y="609"/>
                </a:lnTo>
                <a:lnTo>
                  <a:pt x="5531" y="609"/>
                </a:lnTo>
                <a:lnTo>
                  <a:pt x="5531" y="607"/>
                </a:lnTo>
                <a:lnTo>
                  <a:pt x="5529" y="607"/>
                </a:lnTo>
                <a:lnTo>
                  <a:pt x="5526" y="605"/>
                </a:lnTo>
                <a:lnTo>
                  <a:pt x="5524" y="621"/>
                </a:lnTo>
                <a:lnTo>
                  <a:pt x="5517" y="632"/>
                </a:lnTo>
                <a:lnTo>
                  <a:pt x="5509" y="640"/>
                </a:lnTo>
                <a:lnTo>
                  <a:pt x="5502" y="649"/>
                </a:lnTo>
                <a:lnTo>
                  <a:pt x="5493" y="658"/>
                </a:lnTo>
                <a:lnTo>
                  <a:pt x="5484" y="656"/>
                </a:lnTo>
                <a:lnTo>
                  <a:pt x="5478" y="656"/>
                </a:lnTo>
                <a:lnTo>
                  <a:pt x="5471" y="656"/>
                </a:lnTo>
                <a:lnTo>
                  <a:pt x="5460" y="654"/>
                </a:lnTo>
                <a:lnTo>
                  <a:pt x="5460" y="667"/>
                </a:lnTo>
                <a:lnTo>
                  <a:pt x="5462" y="678"/>
                </a:lnTo>
                <a:lnTo>
                  <a:pt x="5458" y="694"/>
                </a:lnTo>
                <a:lnTo>
                  <a:pt x="5453" y="714"/>
                </a:lnTo>
                <a:lnTo>
                  <a:pt x="5446" y="736"/>
                </a:lnTo>
                <a:lnTo>
                  <a:pt x="5440" y="761"/>
                </a:lnTo>
                <a:lnTo>
                  <a:pt x="5437" y="785"/>
                </a:lnTo>
                <a:lnTo>
                  <a:pt x="5438" y="809"/>
                </a:lnTo>
                <a:lnTo>
                  <a:pt x="5462" y="809"/>
                </a:lnTo>
                <a:lnTo>
                  <a:pt x="5462" y="829"/>
                </a:lnTo>
                <a:lnTo>
                  <a:pt x="5457" y="830"/>
                </a:lnTo>
                <a:lnTo>
                  <a:pt x="5451" y="834"/>
                </a:lnTo>
                <a:lnTo>
                  <a:pt x="5446" y="838"/>
                </a:lnTo>
                <a:lnTo>
                  <a:pt x="5442" y="841"/>
                </a:lnTo>
                <a:lnTo>
                  <a:pt x="5438" y="845"/>
                </a:lnTo>
                <a:lnTo>
                  <a:pt x="5438" y="869"/>
                </a:lnTo>
                <a:lnTo>
                  <a:pt x="5455" y="869"/>
                </a:lnTo>
                <a:lnTo>
                  <a:pt x="5466" y="876"/>
                </a:lnTo>
                <a:lnTo>
                  <a:pt x="5477" y="887"/>
                </a:lnTo>
                <a:lnTo>
                  <a:pt x="5486" y="900"/>
                </a:lnTo>
                <a:lnTo>
                  <a:pt x="5495" y="910"/>
                </a:lnTo>
                <a:lnTo>
                  <a:pt x="5508" y="921"/>
                </a:lnTo>
                <a:lnTo>
                  <a:pt x="5522" y="925"/>
                </a:lnTo>
                <a:lnTo>
                  <a:pt x="5528" y="921"/>
                </a:lnTo>
                <a:lnTo>
                  <a:pt x="5531" y="916"/>
                </a:lnTo>
                <a:lnTo>
                  <a:pt x="5533" y="912"/>
                </a:lnTo>
                <a:lnTo>
                  <a:pt x="5537" y="909"/>
                </a:lnTo>
                <a:lnTo>
                  <a:pt x="5540" y="901"/>
                </a:lnTo>
                <a:lnTo>
                  <a:pt x="5528" y="896"/>
                </a:lnTo>
                <a:lnTo>
                  <a:pt x="5517" y="890"/>
                </a:lnTo>
                <a:lnTo>
                  <a:pt x="5502" y="885"/>
                </a:lnTo>
                <a:lnTo>
                  <a:pt x="5504" y="872"/>
                </a:lnTo>
                <a:lnTo>
                  <a:pt x="5513" y="872"/>
                </a:lnTo>
                <a:lnTo>
                  <a:pt x="5520" y="872"/>
                </a:lnTo>
                <a:lnTo>
                  <a:pt x="5526" y="872"/>
                </a:lnTo>
                <a:lnTo>
                  <a:pt x="5537" y="874"/>
                </a:lnTo>
                <a:lnTo>
                  <a:pt x="5544" y="885"/>
                </a:lnTo>
                <a:lnTo>
                  <a:pt x="5553" y="896"/>
                </a:lnTo>
                <a:lnTo>
                  <a:pt x="5560" y="909"/>
                </a:lnTo>
                <a:lnTo>
                  <a:pt x="5564" y="925"/>
                </a:lnTo>
                <a:lnTo>
                  <a:pt x="5546" y="940"/>
                </a:lnTo>
                <a:lnTo>
                  <a:pt x="5526" y="952"/>
                </a:lnTo>
                <a:lnTo>
                  <a:pt x="5506" y="965"/>
                </a:lnTo>
                <a:lnTo>
                  <a:pt x="5482" y="970"/>
                </a:lnTo>
                <a:lnTo>
                  <a:pt x="5482" y="954"/>
                </a:lnTo>
                <a:lnTo>
                  <a:pt x="5478" y="954"/>
                </a:lnTo>
                <a:lnTo>
                  <a:pt x="5478" y="961"/>
                </a:lnTo>
                <a:lnTo>
                  <a:pt x="5468" y="969"/>
                </a:lnTo>
                <a:lnTo>
                  <a:pt x="5462" y="978"/>
                </a:lnTo>
                <a:lnTo>
                  <a:pt x="5455" y="985"/>
                </a:lnTo>
                <a:lnTo>
                  <a:pt x="5446" y="990"/>
                </a:lnTo>
                <a:lnTo>
                  <a:pt x="5433" y="994"/>
                </a:lnTo>
                <a:lnTo>
                  <a:pt x="5433" y="987"/>
                </a:lnTo>
                <a:lnTo>
                  <a:pt x="5429" y="983"/>
                </a:lnTo>
                <a:lnTo>
                  <a:pt x="5428" y="980"/>
                </a:lnTo>
                <a:lnTo>
                  <a:pt x="5426" y="976"/>
                </a:lnTo>
                <a:lnTo>
                  <a:pt x="5426" y="972"/>
                </a:lnTo>
                <a:lnTo>
                  <a:pt x="5424" y="967"/>
                </a:lnTo>
                <a:lnTo>
                  <a:pt x="5420" y="967"/>
                </a:lnTo>
                <a:lnTo>
                  <a:pt x="5418" y="967"/>
                </a:lnTo>
                <a:lnTo>
                  <a:pt x="5417" y="967"/>
                </a:lnTo>
                <a:lnTo>
                  <a:pt x="5415" y="969"/>
                </a:lnTo>
                <a:lnTo>
                  <a:pt x="5413" y="970"/>
                </a:lnTo>
                <a:lnTo>
                  <a:pt x="5418" y="983"/>
                </a:lnTo>
                <a:lnTo>
                  <a:pt x="5422" y="996"/>
                </a:lnTo>
                <a:lnTo>
                  <a:pt x="5420" y="1010"/>
                </a:lnTo>
                <a:lnTo>
                  <a:pt x="5386" y="1029"/>
                </a:lnTo>
                <a:lnTo>
                  <a:pt x="5349" y="1047"/>
                </a:lnTo>
                <a:lnTo>
                  <a:pt x="5311" y="1069"/>
                </a:lnTo>
                <a:lnTo>
                  <a:pt x="5275" y="1090"/>
                </a:lnTo>
                <a:lnTo>
                  <a:pt x="5242" y="1116"/>
                </a:lnTo>
                <a:lnTo>
                  <a:pt x="5218" y="1143"/>
                </a:lnTo>
                <a:lnTo>
                  <a:pt x="5215" y="1167"/>
                </a:lnTo>
                <a:lnTo>
                  <a:pt x="5206" y="1176"/>
                </a:lnTo>
                <a:lnTo>
                  <a:pt x="5197" y="1183"/>
                </a:lnTo>
                <a:lnTo>
                  <a:pt x="5188" y="1189"/>
                </a:lnTo>
                <a:lnTo>
                  <a:pt x="5180" y="1200"/>
                </a:lnTo>
                <a:lnTo>
                  <a:pt x="5177" y="1216"/>
                </a:lnTo>
                <a:lnTo>
                  <a:pt x="5209" y="1216"/>
                </a:lnTo>
                <a:lnTo>
                  <a:pt x="5209" y="1223"/>
                </a:lnTo>
                <a:lnTo>
                  <a:pt x="5213" y="1234"/>
                </a:lnTo>
                <a:lnTo>
                  <a:pt x="5213" y="1249"/>
                </a:lnTo>
                <a:lnTo>
                  <a:pt x="5213" y="1263"/>
                </a:lnTo>
                <a:lnTo>
                  <a:pt x="5215" y="1290"/>
                </a:lnTo>
                <a:lnTo>
                  <a:pt x="5217" y="1312"/>
                </a:lnTo>
                <a:lnTo>
                  <a:pt x="5213" y="1332"/>
                </a:lnTo>
                <a:lnTo>
                  <a:pt x="5208" y="1345"/>
                </a:lnTo>
                <a:lnTo>
                  <a:pt x="5200" y="1354"/>
                </a:lnTo>
                <a:lnTo>
                  <a:pt x="5197" y="1367"/>
                </a:lnTo>
                <a:lnTo>
                  <a:pt x="5193" y="1385"/>
                </a:lnTo>
                <a:lnTo>
                  <a:pt x="5188" y="1385"/>
                </a:lnTo>
                <a:lnTo>
                  <a:pt x="5186" y="1387"/>
                </a:lnTo>
                <a:lnTo>
                  <a:pt x="5184" y="1387"/>
                </a:lnTo>
                <a:lnTo>
                  <a:pt x="5184" y="1387"/>
                </a:lnTo>
                <a:lnTo>
                  <a:pt x="5182" y="1387"/>
                </a:lnTo>
                <a:lnTo>
                  <a:pt x="5182" y="1389"/>
                </a:lnTo>
                <a:lnTo>
                  <a:pt x="5180" y="1392"/>
                </a:lnTo>
                <a:lnTo>
                  <a:pt x="5182" y="1401"/>
                </a:lnTo>
                <a:lnTo>
                  <a:pt x="5178" y="1414"/>
                </a:lnTo>
                <a:lnTo>
                  <a:pt x="5173" y="1427"/>
                </a:lnTo>
                <a:lnTo>
                  <a:pt x="5164" y="1440"/>
                </a:lnTo>
                <a:lnTo>
                  <a:pt x="5153" y="1449"/>
                </a:lnTo>
                <a:lnTo>
                  <a:pt x="5142" y="1452"/>
                </a:lnTo>
                <a:lnTo>
                  <a:pt x="5142" y="1449"/>
                </a:lnTo>
                <a:lnTo>
                  <a:pt x="5138" y="1449"/>
                </a:lnTo>
                <a:lnTo>
                  <a:pt x="5140" y="1434"/>
                </a:lnTo>
                <a:lnTo>
                  <a:pt x="5138" y="1425"/>
                </a:lnTo>
                <a:lnTo>
                  <a:pt x="5131" y="1418"/>
                </a:lnTo>
                <a:lnTo>
                  <a:pt x="5120" y="1421"/>
                </a:lnTo>
                <a:lnTo>
                  <a:pt x="5113" y="1421"/>
                </a:lnTo>
                <a:lnTo>
                  <a:pt x="5104" y="1416"/>
                </a:lnTo>
                <a:lnTo>
                  <a:pt x="5095" y="1409"/>
                </a:lnTo>
                <a:lnTo>
                  <a:pt x="5095" y="1412"/>
                </a:lnTo>
                <a:lnTo>
                  <a:pt x="5102" y="1425"/>
                </a:lnTo>
                <a:lnTo>
                  <a:pt x="5108" y="1438"/>
                </a:lnTo>
                <a:lnTo>
                  <a:pt x="5115" y="1449"/>
                </a:lnTo>
                <a:lnTo>
                  <a:pt x="5126" y="1458"/>
                </a:lnTo>
                <a:lnTo>
                  <a:pt x="5131" y="1460"/>
                </a:lnTo>
                <a:lnTo>
                  <a:pt x="5137" y="1461"/>
                </a:lnTo>
                <a:lnTo>
                  <a:pt x="5142" y="1463"/>
                </a:lnTo>
                <a:lnTo>
                  <a:pt x="5148" y="1465"/>
                </a:lnTo>
                <a:lnTo>
                  <a:pt x="5148" y="1481"/>
                </a:lnTo>
                <a:lnTo>
                  <a:pt x="5149" y="1490"/>
                </a:lnTo>
                <a:lnTo>
                  <a:pt x="5151" y="1496"/>
                </a:lnTo>
                <a:lnTo>
                  <a:pt x="5155" y="1500"/>
                </a:lnTo>
                <a:lnTo>
                  <a:pt x="5158" y="1505"/>
                </a:lnTo>
                <a:lnTo>
                  <a:pt x="5162" y="1518"/>
                </a:lnTo>
                <a:lnTo>
                  <a:pt x="5158" y="1518"/>
                </a:lnTo>
                <a:lnTo>
                  <a:pt x="5155" y="1520"/>
                </a:lnTo>
                <a:lnTo>
                  <a:pt x="5155" y="1520"/>
                </a:lnTo>
                <a:lnTo>
                  <a:pt x="5153" y="1520"/>
                </a:lnTo>
                <a:lnTo>
                  <a:pt x="5153" y="1520"/>
                </a:lnTo>
                <a:lnTo>
                  <a:pt x="5153" y="1521"/>
                </a:lnTo>
                <a:lnTo>
                  <a:pt x="5151" y="1525"/>
                </a:lnTo>
                <a:lnTo>
                  <a:pt x="5151" y="1529"/>
                </a:lnTo>
                <a:lnTo>
                  <a:pt x="5153" y="1532"/>
                </a:lnTo>
                <a:lnTo>
                  <a:pt x="5155" y="1538"/>
                </a:lnTo>
                <a:lnTo>
                  <a:pt x="5155" y="1545"/>
                </a:lnTo>
                <a:lnTo>
                  <a:pt x="5155" y="1550"/>
                </a:lnTo>
                <a:lnTo>
                  <a:pt x="5151" y="1554"/>
                </a:lnTo>
                <a:lnTo>
                  <a:pt x="5148" y="1558"/>
                </a:lnTo>
                <a:lnTo>
                  <a:pt x="5144" y="1561"/>
                </a:lnTo>
                <a:lnTo>
                  <a:pt x="5140" y="1567"/>
                </a:lnTo>
                <a:lnTo>
                  <a:pt x="5137" y="1570"/>
                </a:lnTo>
                <a:lnTo>
                  <a:pt x="5133" y="1574"/>
                </a:lnTo>
                <a:lnTo>
                  <a:pt x="5129" y="1589"/>
                </a:lnTo>
                <a:lnTo>
                  <a:pt x="5128" y="1609"/>
                </a:lnTo>
                <a:lnTo>
                  <a:pt x="5126" y="1630"/>
                </a:lnTo>
                <a:lnTo>
                  <a:pt x="5124" y="1650"/>
                </a:lnTo>
                <a:lnTo>
                  <a:pt x="5120" y="1667"/>
                </a:lnTo>
                <a:lnTo>
                  <a:pt x="5108" y="1667"/>
                </a:lnTo>
                <a:lnTo>
                  <a:pt x="5108" y="1683"/>
                </a:lnTo>
                <a:lnTo>
                  <a:pt x="5106" y="1700"/>
                </a:lnTo>
                <a:lnTo>
                  <a:pt x="5100" y="1714"/>
                </a:lnTo>
                <a:lnTo>
                  <a:pt x="5098" y="1716"/>
                </a:lnTo>
                <a:lnTo>
                  <a:pt x="5097" y="1716"/>
                </a:lnTo>
                <a:lnTo>
                  <a:pt x="5095" y="1718"/>
                </a:lnTo>
                <a:lnTo>
                  <a:pt x="5091" y="1718"/>
                </a:lnTo>
                <a:lnTo>
                  <a:pt x="5088" y="1718"/>
                </a:lnTo>
                <a:lnTo>
                  <a:pt x="5082" y="1703"/>
                </a:lnTo>
                <a:lnTo>
                  <a:pt x="5078" y="1689"/>
                </a:lnTo>
                <a:lnTo>
                  <a:pt x="5077" y="1672"/>
                </a:lnTo>
                <a:lnTo>
                  <a:pt x="5077" y="1650"/>
                </a:lnTo>
                <a:lnTo>
                  <a:pt x="5082" y="1638"/>
                </a:lnTo>
                <a:lnTo>
                  <a:pt x="5088" y="1620"/>
                </a:lnTo>
                <a:lnTo>
                  <a:pt x="5093" y="1605"/>
                </a:lnTo>
                <a:lnTo>
                  <a:pt x="5073" y="1605"/>
                </a:lnTo>
                <a:lnTo>
                  <a:pt x="5073" y="1600"/>
                </a:lnTo>
                <a:lnTo>
                  <a:pt x="5073" y="1594"/>
                </a:lnTo>
                <a:lnTo>
                  <a:pt x="5075" y="1590"/>
                </a:lnTo>
                <a:lnTo>
                  <a:pt x="5077" y="1585"/>
                </a:lnTo>
                <a:lnTo>
                  <a:pt x="5058" y="1580"/>
                </a:lnTo>
                <a:lnTo>
                  <a:pt x="5046" y="1570"/>
                </a:lnTo>
                <a:lnTo>
                  <a:pt x="5033" y="1563"/>
                </a:lnTo>
                <a:lnTo>
                  <a:pt x="5020" y="1561"/>
                </a:lnTo>
                <a:lnTo>
                  <a:pt x="5015" y="1561"/>
                </a:lnTo>
                <a:lnTo>
                  <a:pt x="5020" y="1567"/>
                </a:lnTo>
                <a:lnTo>
                  <a:pt x="5024" y="1570"/>
                </a:lnTo>
                <a:lnTo>
                  <a:pt x="5029" y="1576"/>
                </a:lnTo>
                <a:lnTo>
                  <a:pt x="5031" y="1581"/>
                </a:lnTo>
                <a:lnTo>
                  <a:pt x="5033" y="1587"/>
                </a:lnTo>
                <a:lnTo>
                  <a:pt x="5033" y="1590"/>
                </a:lnTo>
                <a:lnTo>
                  <a:pt x="5033" y="1594"/>
                </a:lnTo>
                <a:lnTo>
                  <a:pt x="5031" y="1598"/>
                </a:lnTo>
                <a:lnTo>
                  <a:pt x="5031" y="1600"/>
                </a:lnTo>
                <a:lnTo>
                  <a:pt x="5031" y="1603"/>
                </a:lnTo>
                <a:lnTo>
                  <a:pt x="5031" y="1605"/>
                </a:lnTo>
                <a:lnTo>
                  <a:pt x="5040" y="1614"/>
                </a:lnTo>
                <a:lnTo>
                  <a:pt x="5046" y="1621"/>
                </a:lnTo>
                <a:lnTo>
                  <a:pt x="5048" y="1632"/>
                </a:lnTo>
                <a:lnTo>
                  <a:pt x="5048" y="1650"/>
                </a:lnTo>
                <a:lnTo>
                  <a:pt x="5046" y="1652"/>
                </a:lnTo>
                <a:lnTo>
                  <a:pt x="5044" y="1656"/>
                </a:lnTo>
                <a:lnTo>
                  <a:pt x="5044" y="1660"/>
                </a:lnTo>
                <a:lnTo>
                  <a:pt x="5044" y="1667"/>
                </a:lnTo>
                <a:lnTo>
                  <a:pt x="5055" y="1667"/>
                </a:lnTo>
                <a:lnTo>
                  <a:pt x="5060" y="1676"/>
                </a:lnTo>
                <a:lnTo>
                  <a:pt x="5062" y="1687"/>
                </a:lnTo>
                <a:lnTo>
                  <a:pt x="5064" y="1701"/>
                </a:lnTo>
                <a:lnTo>
                  <a:pt x="5048" y="1701"/>
                </a:lnTo>
                <a:lnTo>
                  <a:pt x="5048" y="1707"/>
                </a:lnTo>
                <a:lnTo>
                  <a:pt x="5057" y="1712"/>
                </a:lnTo>
                <a:lnTo>
                  <a:pt x="5062" y="1718"/>
                </a:lnTo>
                <a:lnTo>
                  <a:pt x="5066" y="1725"/>
                </a:lnTo>
                <a:lnTo>
                  <a:pt x="5068" y="1738"/>
                </a:lnTo>
                <a:lnTo>
                  <a:pt x="5100" y="1738"/>
                </a:lnTo>
                <a:lnTo>
                  <a:pt x="5108" y="1750"/>
                </a:lnTo>
                <a:lnTo>
                  <a:pt x="5120" y="1763"/>
                </a:lnTo>
                <a:lnTo>
                  <a:pt x="5131" y="1776"/>
                </a:lnTo>
                <a:lnTo>
                  <a:pt x="5140" y="1787"/>
                </a:lnTo>
                <a:lnTo>
                  <a:pt x="5148" y="1805"/>
                </a:lnTo>
                <a:lnTo>
                  <a:pt x="5151" y="1825"/>
                </a:lnTo>
                <a:lnTo>
                  <a:pt x="5160" y="1843"/>
                </a:lnTo>
                <a:lnTo>
                  <a:pt x="5168" y="1854"/>
                </a:lnTo>
                <a:lnTo>
                  <a:pt x="5177" y="1861"/>
                </a:lnTo>
                <a:lnTo>
                  <a:pt x="5186" y="1870"/>
                </a:lnTo>
                <a:lnTo>
                  <a:pt x="5193" y="1883"/>
                </a:lnTo>
                <a:lnTo>
                  <a:pt x="5197" y="1900"/>
                </a:lnTo>
                <a:lnTo>
                  <a:pt x="5180" y="1900"/>
                </a:lnTo>
                <a:lnTo>
                  <a:pt x="5180" y="1887"/>
                </a:lnTo>
                <a:lnTo>
                  <a:pt x="5168" y="1880"/>
                </a:lnTo>
                <a:lnTo>
                  <a:pt x="5168" y="1883"/>
                </a:lnTo>
                <a:lnTo>
                  <a:pt x="5175" y="1894"/>
                </a:lnTo>
                <a:lnTo>
                  <a:pt x="5178" y="1907"/>
                </a:lnTo>
                <a:lnTo>
                  <a:pt x="5180" y="1923"/>
                </a:lnTo>
                <a:lnTo>
                  <a:pt x="5169" y="1936"/>
                </a:lnTo>
                <a:lnTo>
                  <a:pt x="5162" y="1947"/>
                </a:lnTo>
                <a:lnTo>
                  <a:pt x="5155" y="1960"/>
                </a:lnTo>
                <a:lnTo>
                  <a:pt x="5146" y="1970"/>
                </a:lnTo>
                <a:lnTo>
                  <a:pt x="5133" y="1976"/>
                </a:lnTo>
                <a:lnTo>
                  <a:pt x="5115" y="1980"/>
                </a:lnTo>
                <a:lnTo>
                  <a:pt x="5109" y="1976"/>
                </a:lnTo>
                <a:lnTo>
                  <a:pt x="5104" y="1974"/>
                </a:lnTo>
                <a:lnTo>
                  <a:pt x="5097" y="1972"/>
                </a:lnTo>
                <a:lnTo>
                  <a:pt x="5089" y="1970"/>
                </a:lnTo>
                <a:lnTo>
                  <a:pt x="5089" y="1976"/>
                </a:lnTo>
                <a:lnTo>
                  <a:pt x="5093" y="1976"/>
                </a:lnTo>
                <a:lnTo>
                  <a:pt x="5098" y="1978"/>
                </a:lnTo>
                <a:lnTo>
                  <a:pt x="5102" y="1981"/>
                </a:lnTo>
                <a:lnTo>
                  <a:pt x="5108" y="1983"/>
                </a:lnTo>
                <a:lnTo>
                  <a:pt x="5111" y="1987"/>
                </a:lnTo>
                <a:lnTo>
                  <a:pt x="5113" y="1992"/>
                </a:lnTo>
                <a:lnTo>
                  <a:pt x="5109" y="1994"/>
                </a:lnTo>
                <a:lnTo>
                  <a:pt x="5106" y="1998"/>
                </a:lnTo>
                <a:lnTo>
                  <a:pt x="5104" y="2000"/>
                </a:lnTo>
                <a:lnTo>
                  <a:pt x="5104" y="2003"/>
                </a:lnTo>
                <a:lnTo>
                  <a:pt x="5102" y="2009"/>
                </a:lnTo>
                <a:lnTo>
                  <a:pt x="5102" y="2016"/>
                </a:lnTo>
                <a:lnTo>
                  <a:pt x="5106" y="2016"/>
                </a:lnTo>
                <a:lnTo>
                  <a:pt x="5113" y="2010"/>
                </a:lnTo>
                <a:lnTo>
                  <a:pt x="5122" y="2010"/>
                </a:lnTo>
                <a:lnTo>
                  <a:pt x="5138" y="2012"/>
                </a:lnTo>
                <a:lnTo>
                  <a:pt x="5138" y="2040"/>
                </a:lnTo>
                <a:lnTo>
                  <a:pt x="5133" y="2045"/>
                </a:lnTo>
                <a:lnTo>
                  <a:pt x="5128" y="2052"/>
                </a:lnTo>
                <a:lnTo>
                  <a:pt x="5124" y="2058"/>
                </a:lnTo>
                <a:lnTo>
                  <a:pt x="5117" y="2063"/>
                </a:lnTo>
                <a:lnTo>
                  <a:pt x="5102" y="2070"/>
                </a:lnTo>
                <a:lnTo>
                  <a:pt x="5082" y="2074"/>
                </a:lnTo>
                <a:lnTo>
                  <a:pt x="5062" y="2078"/>
                </a:lnTo>
                <a:lnTo>
                  <a:pt x="5048" y="2083"/>
                </a:lnTo>
                <a:lnTo>
                  <a:pt x="5044" y="2087"/>
                </a:lnTo>
                <a:lnTo>
                  <a:pt x="5037" y="2096"/>
                </a:lnTo>
                <a:lnTo>
                  <a:pt x="5028" y="2107"/>
                </a:lnTo>
                <a:lnTo>
                  <a:pt x="5018" y="2120"/>
                </a:lnTo>
                <a:lnTo>
                  <a:pt x="5009" y="2132"/>
                </a:lnTo>
                <a:lnTo>
                  <a:pt x="5002" y="2141"/>
                </a:lnTo>
                <a:lnTo>
                  <a:pt x="4998" y="2147"/>
                </a:lnTo>
                <a:lnTo>
                  <a:pt x="4995" y="2147"/>
                </a:lnTo>
                <a:lnTo>
                  <a:pt x="4988" y="2165"/>
                </a:lnTo>
                <a:lnTo>
                  <a:pt x="4984" y="2180"/>
                </a:lnTo>
                <a:lnTo>
                  <a:pt x="4982" y="2194"/>
                </a:lnTo>
                <a:lnTo>
                  <a:pt x="4977" y="2205"/>
                </a:lnTo>
                <a:lnTo>
                  <a:pt x="4968" y="2212"/>
                </a:lnTo>
                <a:lnTo>
                  <a:pt x="4953" y="2218"/>
                </a:lnTo>
                <a:lnTo>
                  <a:pt x="4929" y="2220"/>
                </a:lnTo>
                <a:lnTo>
                  <a:pt x="4913" y="2230"/>
                </a:lnTo>
                <a:lnTo>
                  <a:pt x="4895" y="2241"/>
                </a:lnTo>
                <a:lnTo>
                  <a:pt x="4877" y="2252"/>
                </a:lnTo>
                <a:lnTo>
                  <a:pt x="4862" y="2265"/>
                </a:lnTo>
                <a:lnTo>
                  <a:pt x="4851" y="2283"/>
                </a:lnTo>
                <a:lnTo>
                  <a:pt x="4851" y="2330"/>
                </a:lnTo>
                <a:lnTo>
                  <a:pt x="4849" y="2332"/>
                </a:lnTo>
                <a:lnTo>
                  <a:pt x="4846" y="2336"/>
                </a:lnTo>
                <a:lnTo>
                  <a:pt x="4842" y="2338"/>
                </a:lnTo>
                <a:lnTo>
                  <a:pt x="4838" y="2341"/>
                </a:lnTo>
                <a:lnTo>
                  <a:pt x="4835" y="2347"/>
                </a:lnTo>
                <a:lnTo>
                  <a:pt x="4831" y="2354"/>
                </a:lnTo>
                <a:lnTo>
                  <a:pt x="4820" y="2354"/>
                </a:lnTo>
                <a:lnTo>
                  <a:pt x="4811" y="2350"/>
                </a:lnTo>
                <a:lnTo>
                  <a:pt x="4804" y="2349"/>
                </a:lnTo>
                <a:lnTo>
                  <a:pt x="4797" y="2347"/>
                </a:lnTo>
                <a:lnTo>
                  <a:pt x="4793" y="2350"/>
                </a:lnTo>
                <a:lnTo>
                  <a:pt x="4791" y="2358"/>
                </a:lnTo>
                <a:lnTo>
                  <a:pt x="4778" y="2358"/>
                </a:lnTo>
                <a:lnTo>
                  <a:pt x="4769" y="2380"/>
                </a:lnTo>
                <a:lnTo>
                  <a:pt x="4753" y="2400"/>
                </a:lnTo>
                <a:lnTo>
                  <a:pt x="4733" y="2414"/>
                </a:lnTo>
                <a:lnTo>
                  <a:pt x="4709" y="2421"/>
                </a:lnTo>
                <a:lnTo>
                  <a:pt x="4704" y="2430"/>
                </a:lnTo>
                <a:lnTo>
                  <a:pt x="4704" y="2438"/>
                </a:lnTo>
                <a:lnTo>
                  <a:pt x="4704" y="2443"/>
                </a:lnTo>
                <a:lnTo>
                  <a:pt x="4704" y="2449"/>
                </a:lnTo>
                <a:lnTo>
                  <a:pt x="4702" y="2454"/>
                </a:lnTo>
                <a:lnTo>
                  <a:pt x="4693" y="2456"/>
                </a:lnTo>
                <a:lnTo>
                  <a:pt x="4677" y="2458"/>
                </a:lnTo>
                <a:lnTo>
                  <a:pt x="4677" y="2454"/>
                </a:lnTo>
                <a:lnTo>
                  <a:pt x="4673" y="2454"/>
                </a:lnTo>
                <a:lnTo>
                  <a:pt x="4673" y="2458"/>
                </a:lnTo>
                <a:lnTo>
                  <a:pt x="4677" y="2460"/>
                </a:lnTo>
                <a:lnTo>
                  <a:pt x="4678" y="2461"/>
                </a:lnTo>
                <a:lnTo>
                  <a:pt x="4680" y="2463"/>
                </a:lnTo>
                <a:lnTo>
                  <a:pt x="4680" y="2465"/>
                </a:lnTo>
                <a:lnTo>
                  <a:pt x="4680" y="2467"/>
                </a:lnTo>
                <a:lnTo>
                  <a:pt x="4680" y="2469"/>
                </a:lnTo>
                <a:lnTo>
                  <a:pt x="4678" y="2472"/>
                </a:lnTo>
                <a:lnTo>
                  <a:pt x="4677" y="2474"/>
                </a:lnTo>
                <a:lnTo>
                  <a:pt x="4673" y="2478"/>
                </a:lnTo>
                <a:lnTo>
                  <a:pt x="4671" y="2480"/>
                </a:lnTo>
                <a:lnTo>
                  <a:pt x="4669" y="2481"/>
                </a:lnTo>
                <a:lnTo>
                  <a:pt x="4668" y="2481"/>
                </a:lnTo>
                <a:lnTo>
                  <a:pt x="4671" y="2501"/>
                </a:lnTo>
                <a:lnTo>
                  <a:pt x="4669" y="2505"/>
                </a:lnTo>
                <a:lnTo>
                  <a:pt x="4664" y="2509"/>
                </a:lnTo>
                <a:lnTo>
                  <a:pt x="4657" y="2514"/>
                </a:lnTo>
                <a:lnTo>
                  <a:pt x="4651" y="2518"/>
                </a:lnTo>
                <a:lnTo>
                  <a:pt x="4648" y="2521"/>
                </a:lnTo>
                <a:lnTo>
                  <a:pt x="4644" y="2534"/>
                </a:lnTo>
                <a:lnTo>
                  <a:pt x="4642" y="2550"/>
                </a:lnTo>
                <a:lnTo>
                  <a:pt x="4644" y="2565"/>
                </a:lnTo>
                <a:lnTo>
                  <a:pt x="4644" y="2578"/>
                </a:lnTo>
                <a:lnTo>
                  <a:pt x="4642" y="2580"/>
                </a:lnTo>
                <a:lnTo>
                  <a:pt x="4638" y="2581"/>
                </a:lnTo>
                <a:lnTo>
                  <a:pt x="4635" y="2585"/>
                </a:lnTo>
                <a:lnTo>
                  <a:pt x="4631" y="2589"/>
                </a:lnTo>
                <a:lnTo>
                  <a:pt x="4629" y="2590"/>
                </a:lnTo>
                <a:lnTo>
                  <a:pt x="4628" y="2592"/>
                </a:lnTo>
                <a:lnTo>
                  <a:pt x="4628" y="2596"/>
                </a:lnTo>
                <a:lnTo>
                  <a:pt x="4631" y="2596"/>
                </a:lnTo>
                <a:lnTo>
                  <a:pt x="4633" y="2605"/>
                </a:lnTo>
                <a:lnTo>
                  <a:pt x="4635" y="2621"/>
                </a:lnTo>
                <a:lnTo>
                  <a:pt x="4635" y="2640"/>
                </a:lnTo>
                <a:lnTo>
                  <a:pt x="4635" y="2660"/>
                </a:lnTo>
                <a:lnTo>
                  <a:pt x="4635" y="2674"/>
                </a:lnTo>
                <a:lnTo>
                  <a:pt x="4635" y="2681"/>
                </a:lnTo>
                <a:lnTo>
                  <a:pt x="4649" y="2703"/>
                </a:lnTo>
                <a:lnTo>
                  <a:pt x="4664" y="2734"/>
                </a:lnTo>
                <a:lnTo>
                  <a:pt x="4675" y="2767"/>
                </a:lnTo>
                <a:lnTo>
                  <a:pt x="4688" y="2801"/>
                </a:lnTo>
                <a:lnTo>
                  <a:pt x="4700" y="2832"/>
                </a:lnTo>
                <a:lnTo>
                  <a:pt x="4715" y="2860"/>
                </a:lnTo>
                <a:lnTo>
                  <a:pt x="4728" y="2880"/>
                </a:lnTo>
                <a:lnTo>
                  <a:pt x="4748" y="2901"/>
                </a:lnTo>
                <a:lnTo>
                  <a:pt x="4768" y="2923"/>
                </a:lnTo>
                <a:lnTo>
                  <a:pt x="4786" y="2947"/>
                </a:lnTo>
                <a:lnTo>
                  <a:pt x="4800" y="2970"/>
                </a:lnTo>
                <a:lnTo>
                  <a:pt x="4806" y="2992"/>
                </a:lnTo>
                <a:lnTo>
                  <a:pt x="4802" y="2998"/>
                </a:lnTo>
                <a:lnTo>
                  <a:pt x="4802" y="3009"/>
                </a:lnTo>
                <a:lnTo>
                  <a:pt x="4806" y="3020"/>
                </a:lnTo>
                <a:lnTo>
                  <a:pt x="4811" y="3032"/>
                </a:lnTo>
                <a:lnTo>
                  <a:pt x="4817" y="3043"/>
                </a:lnTo>
                <a:lnTo>
                  <a:pt x="4822" y="3052"/>
                </a:lnTo>
                <a:lnTo>
                  <a:pt x="4835" y="3076"/>
                </a:lnTo>
                <a:lnTo>
                  <a:pt x="4846" y="3101"/>
                </a:lnTo>
                <a:lnTo>
                  <a:pt x="4858" y="3123"/>
                </a:lnTo>
                <a:lnTo>
                  <a:pt x="4871" y="3143"/>
                </a:lnTo>
                <a:lnTo>
                  <a:pt x="4886" y="3163"/>
                </a:lnTo>
                <a:lnTo>
                  <a:pt x="4900" y="3185"/>
                </a:lnTo>
                <a:lnTo>
                  <a:pt x="4909" y="3209"/>
                </a:lnTo>
                <a:lnTo>
                  <a:pt x="4911" y="3241"/>
                </a:lnTo>
                <a:lnTo>
                  <a:pt x="4913" y="3280"/>
                </a:lnTo>
                <a:lnTo>
                  <a:pt x="4915" y="3318"/>
                </a:lnTo>
                <a:lnTo>
                  <a:pt x="4917" y="3350"/>
                </a:lnTo>
                <a:lnTo>
                  <a:pt x="4915" y="3354"/>
                </a:lnTo>
                <a:lnTo>
                  <a:pt x="4913" y="3358"/>
                </a:lnTo>
                <a:lnTo>
                  <a:pt x="4909" y="3361"/>
                </a:lnTo>
                <a:lnTo>
                  <a:pt x="4906" y="3365"/>
                </a:lnTo>
                <a:lnTo>
                  <a:pt x="4902" y="3369"/>
                </a:lnTo>
                <a:lnTo>
                  <a:pt x="4900" y="3370"/>
                </a:lnTo>
                <a:lnTo>
                  <a:pt x="4898" y="3381"/>
                </a:lnTo>
                <a:lnTo>
                  <a:pt x="4902" y="3390"/>
                </a:lnTo>
                <a:lnTo>
                  <a:pt x="4906" y="3400"/>
                </a:lnTo>
                <a:lnTo>
                  <a:pt x="4909" y="3407"/>
                </a:lnTo>
                <a:lnTo>
                  <a:pt x="4909" y="3414"/>
                </a:lnTo>
                <a:lnTo>
                  <a:pt x="4908" y="3416"/>
                </a:lnTo>
                <a:lnTo>
                  <a:pt x="4906" y="3418"/>
                </a:lnTo>
                <a:lnTo>
                  <a:pt x="4904" y="3418"/>
                </a:lnTo>
                <a:lnTo>
                  <a:pt x="4902" y="3418"/>
                </a:lnTo>
                <a:lnTo>
                  <a:pt x="4900" y="3420"/>
                </a:lnTo>
                <a:lnTo>
                  <a:pt x="4900" y="3421"/>
                </a:lnTo>
                <a:lnTo>
                  <a:pt x="4898" y="3425"/>
                </a:lnTo>
                <a:lnTo>
                  <a:pt x="4897" y="3430"/>
                </a:lnTo>
                <a:lnTo>
                  <a:pt x="4897" y="3438"/>
                </a:lnTo>
                <a:lnTo>
                  <a:pt x="4871" y="3441"/>
                </a:lnTo>
                <a:lnTo>
                  <a:pt x="4848" y="3450"/>
                </a:lnTo>
                <a:lnTo>
                  <a:pt x="4824" y="3460"/>
                </a:lnTo>
                <a:lnTo>
                  <a:pt x="4798" y="3465"/>
                </a:lnTo>
                <a:lnTo>
                  <a:pt x="4797" y="3460"/>
                </a:lnTo>
                <a:lnTo>
                  <a:pt x="4795" y="3456"/>
                </a:lnTo>
                <a:lnTo>
                  <a:pt x="4793" y="3452"/>
                </a:lnTo>
                <a:lnTo>
                  <a:pt x="4791" y="3449"/>
                </a:lnTo>
                <a:lnTo>
                  <a:pt x="4789" y="3443"/>
                </a:lnTo>
                <a:lnTo>
                  <a:pt x="4788" y="3438"/>
                </a:lnTo>
                <a:lnTo>
                  <a:pt x="4789" y="3436"/>
                </a:lnTo>
                <a:lnTo>
                  <a:pt x="4791" y="3434"/>
                </a:lnTo>
                <a:lnTo>
                  <a:pt x="4793" y="3432"/>
                </a:lnTo>
                <a:lnTo>
                  <a:pt x="4793" y="3430"/>
                </a:lnTo>
                <a:lnTo>
                  <a:pt x="4793" y="3429"/>
                </a:lnTo>
                <a:lnTo>
                  <a:pt x="4795" y="3425"/>
                </a:lnTo>
                <a:lnTo>
                  <a:pt x="4778" y="3410"/>
                </a:lnTo>
                <a:lnTo>
                  <a:pt x="4764" y="3390"/>
                </a:lnTo>
                <a:lnTo>
                  <a:pt x="4751" y="3369"/>
                </a:lnTo>
                <a:lnTo>
                  <a:pt x="4728" y="3369"/>
                </a:lnTo>
                <a:lnTo>
                  <a:pt x="4708" y="3365"/>
                </a:lnTo>
                <a:lnTo>
                  <a:pt x="4702" y="3350"/>
                </a:lnTo>
                <a:lnTo>
                  <a:pt x="4695" y="3330"/>
                </a:lnTo>
                <a:lnTo>
                  <a:pt x="4686" y="3310"/>
                </a:lnTo>
                <a:lnTo>
                  <a:pt x="4675" y="3292"/>
                </a:lnTo>
                <a:lnTo>
                  <a:pt x="4662" y="3280"/>
                </a:lnTo>
                <a:lnTo>
                  <a:pt x="4648" y="3272"/>
                </a:lnTo>
                <a:lnTo>
                  <a:pt x="4642" y="3238"/>
                </a:lnTo>
                <a:lnTo>
                  <a:pt x="4615" y="3238"/>
                </a:lnTo>
                <a:lnTo>
                  <a:pt x="4604" y="3220"/>
                </a:lnTo>
                <a:lnTo>
                  <a:pt x="4591" y="3198"/>
                </a:lnTo>
                <a:lnTo>
                  <a:pt x="4578" y="3172"/>
                </a:lnTo>
                <a:lnTo>
                  <a:pt x="4568" y="3149"/>
                </a:lnTo>
                <a:lnTo>
                  <a:pt x="4562" y="3129"/>
                </a:lnTo>
                <a:lnTo>
                  <a:pt x="4568" y="3130"/>
                </a:lnTo>
                <a:lnTo>
                  <a:pt x="4569" y="3130"/>
                </a:lnTo>
                <a:lnTo>
                  <a:pt x="4571" y="3130"/>
                </a:lnTo>
                <a:lnTo>
                  <a:pt x="4573" y="3130"/>
                </a:lnTo>
                <a:lnTo>
                  <a:pt x="4575" y="3130"/>
                </a:lnTo>
                <a:lnTo>
                  <a:pt x="4578" y="3130"/>
                </a:lnTo>
                <a:lnTo>
                  <a:pt x="4582" y="3130"/>
                </a:lnTo>
                <a:lnTo>
                  <a:pt x="4586" y="3116"/>
                </a:lnTo>
                <a:lnTo>
                  <a:pt x="4589" y="3107"/>
                </a:lnTo>
                <a:lnTo>
                  <a:pt x="4593" y="3100"/>
                </a:lnTo>
                <a:lnTo>
                  <a:pt x="4598" y="3090"/>
                </a:lnTo>
                <a:lnTo>
                  <a:pt x="4591" y="3090"/>
                </a:lnTo>
                <a:lnTo>
                  <a:pt x="4591" y="3094"/>
                </a:lnTo>
                <a:lnTo>
                  <a:pt x="4586" y="3103"/>
                </a:lnTo>
                <a:lnTo>
                  <a:pt x="4582" y="3110"/>
                </a:lnTo>
                <a:lnTo>
                  <a:pt x="4577" y="3116"/>
                </a:lnTo>
                <a:lnTo>
                  <a:pt x="4569" y="3120"/>
                </a:lnTo>
                <a:lnTo>
                  <a:pt x="4555" y="3121"/>
                </a:lnTo>
                <a:lnTo>
                  <a:pt x="4549" y="3112"/>
                </a:lnTo>
                <a:lnTo>
                  <a:pt x="4542" y="3105"/>
                </a:lnTo>
                <a:lnTo>
                  <a:pt x="4544" y="3081"/>
                </a:lnTo>
                <a:lnTo>
                  <a:pt x="4544" y="3056"/>
                </a:lnTo>
                <a:lnTo>
                  <a:pt x="4544" y="3029"/>
                </a:lnTo>
                <a:lnTo>
                  <a:pt x="4540" y="3001"/>
                </a:lnTo>
                <a:lnTo>
                  <a:pt x="4535" y="2978"/>
                </a:lnTo>
                <a:lnTo>
                  <a:pt x="4528" y="2958"/>
                </a:lnTo>
                <a:lnTo>
                  <a:pt x="4513" y="2943"/>
                </a:lnTo>
                <a:lnTo>
                  <a:pt x="4495" y="2934"/>
                </a:lnTo>
                <a:lnTo>
                  <a:pt x="4484" y="2934"/>
                </a:lnTo>
                <a:lnTo>
                  <a:pt x="4471" y="2927"/>
                </a:lnTo>
                <a:lnTo>
                  <a:pt x="4458" y="2916"/>
                </a:lnTo>
                <a:lnTo>
                  <a:pt x="4446" y="2901"/>
                </a:lnTo>
                <a:lnTo>
                  <a:pt x="4435" y="2889"/>
                </a:lnTo>
                <a:lnTo>
                  <a:pt x="4428" y="2878"/>
                </a:lnTo>
                <a:lnTo>
                  <a:pt x="4424" y="2876"/>
                </a:lnTo>
                <a:lnTo>
                  <a:pt x="4420" y="2874"/>
                </a:lnTo>
                <a:lnTo>
                  <a:pt x="4415" y="2874"/>
                </a:lnTo>
                <a:lnTo>
                  <a:pt x="4411" y="2872"/>
                </a:lnTo>
                <a:lnTo>
                  <a:pt x="4408" y="2870"/>
                </a:lnTo>
                <a:lnTo>
                  <a:pt x="4398" y="2854"/>
                </a:lnTo>
                <a:lnTo>
                  <a:pt x="4382" y="2841"/>
                </a:lnTo>
                <a:lnTo>
                  <a:pt x="4364" y="2836"/>
                </a:lnTo>
                <a:lnTo>
                  <a:pt x="4342" y="2832"/>
                </a:lnTo>
                <a:lnTo>
                  <a:pt x="4318" y="2834"/>
                </a:lnTo>
                <a:lnTo>
                  <a:pt x="4322" y="2858"/>
                </a:lnTo>
                <a:lnTo>
                  <a:pt x="4295" y="2869"/>
                </a:lnTo>
                <a:lnTo>
                  <a:pt x="4273" y="2880"/>
                </a:lnTo>
                <a:lnTo>
                  <a:pt x="4249" y="2890"/>
                </a:lnTo>
                <a:lnTo>
                  <a:pt x="4226" y="2900"/>
                </a:lnTo>
                <a:lnTo>
                  <a:pt x="4197" y="2905"/>
                </a:lnTo>
                <a:lnTo>
                  <a:pt x="4193" y="2901"/>
                </a:lnTo>
                <a:lnTo>
                  <a:pt x="4191" y="2898"/>
                </a:lnTo>
                <a:lnTo>
                  <a:pt x="4188" y="2896"/>
                </a:lnTo>
                <a:lnTo>
                  <a:pt x="4184" y="2892"/>
                </a:lnTo>
                <a:lnTo>
                  <a:pt x="4184" y="2869"/>
                </a:lnTo>
                <a:lnTo>
                  <a:pt x="4175" y="2861"/>
                </a:lnTo>
                <a:lnTo>
                  <a:pt x="4158" y="2852"/>
                </a:lnTo>
                <a:lnTo>
                  <a:pt x="4137" y="2843"/>
                </a:lnTo>
                <a:lnTo>
                  <a:pt x="4111" y="2834"/>
                </a:lnTo>
                <a:lnTo>
                  <a:pt x="4088" y="2825"/>
                </a:lnTo>
                <a:lnTo>
                  <a:pt x="4068" y="2820"/>
                </a:lnTo>
                <a:lnTo>
                  <a:pt x="4051" y="2816"/>
                </a:lnTo>
                <a:lnTo>
                  <a:pt x="4048" y="2816"/>
                </a:lnTo>
                <a:lnTo>
                  <a:pt x="4038" y="2820"/>
                </a:lnTo>
                <a:lnTo>
                  <a:pt x="4028" y="2823"/>
                </a:lnTo>
                <a:lnTo>
                  <a:pt x="4018" y="2825"/>
                </a:lnTo>
                <a:lnTo>
                  <a:pt x="4011" y="2827"/>
                </a:lnTo>
                <a:lnTo>
                  <a:pt x="4000" y="2829"/>
                </a:lnTo>
                <a:lnTo>
                  <a:pt x="3988" y="2829"/>
                </a:lnTo>
                <a:lnTo>
                  <a:pt x="3977" y="2827"/>
                </a:lnTo>
                <a:lnTo>
                  <a:pt x="3971" y="2827"/>
                </a:lnTo>
                <a:lnTo>
                  <a:pt x="3969" y="2830"/>
                </a:lnTo>
                <a:lnTo>
                  <a:pt x="3966" y="2832"/>
                </a:lnTo>
                <a:lnTo>
                  <a:pt x="3964" y="2838"/>
                </a:lnTo>
                <a:lnTo>
                  <a:pt x="3962" y="2841"/>
                </a:lnTo>
                <a:lnTo>
                  <a:pt x="3958" y="2843"/>
                </a:lnTo>
                <a:lnTo>
                  <a:pt x="3949" y="2847"/>
                </a:lnTo>
                <a:lnTo>
                  <a:pt x="3931" y="2852"/>
                </a:lnTo>
                <a:lnTo>
                  <a:pt x="3911" y="2858"/>
                </a:lnTo>
                <a:lnTo>
                  <a:pt x="3889" y="2861"/>
                </a:lnTo>
                <a:lnTo>
                  <a:pt x="3875" y="2863"/>
                </a:lnTo>
                <a:lnTo>
                  <a:pt x="3875" y="2858"/>
                </a:lnTo>
                <a:lnTo>
                  <a:pt x="3875" y="2856"/>
                </a:lnTo>
                <a:lnTo>
                  <a:pt x="3877" y="2854"/>
                </a:lnTo>
                <a:lnTo>
                  <a:pt x="3877" y="2852"/>
                </a:lnTo>
                <a:lnTo>
                  <a:pt x="3878" y="2850"/>
                </a:lnTo>
                <a:lnTo>
                  <a:pt x="3882" y="2849"/>
                </a:lnTo>
                <a:lnTo>
                  <a:pt x="3889" y="2847"/>
                </a:lnTo>
                <a:lnTo>
                  <a:pt x="3895" y="2845"/>
                </a:lnTo>
                <a:lnTo>
                  <a:pt x="3898" y="2843"/>
                </a:lnTo>
                <a:lnTo>
                  <a:pt x="3893" y="2840"/>
                </a:lnTo>
                <a:lnTo>
                  <a:pt x="3886" y="2836"/>
                </a:lnTo>
                <a:lnTo>
                  <a:pt x="3882" y="2830"/>
                </a:lnTo>
                <a:lnTo>
                  <a:pt x="3878" y="2825"/>
                </a:lnTo>
                <a:lnTo>
                  <a:pt x="3875" y="2820"/>
                </a:lnTo>
                <a:lnTo>
                  <a:pt x="3871" y="2820"/>
                </a:lnTo>
                <a:lnTo>
                  <a:pt x="3871" y="2847"/>
                </a:lnTo>
                <a:lnTo>
                  <a:pt x="3848" y="2845"/>
                </a:lnTo>
                <a:lnTo>
                  <a:pt x="3820" y="2845"/>
                </a:lnTo>
                <a:lnTo>
                  <a:pt x="3793" y="2847"/>
                </a:lnTo>
                <a:lnTo>
                  <a:pt x="3766" y="2849"/>
                </a:lnTo>
                <a:lnTo>
                  <a:pt x="3740" y="2854"/>
                </a:lnTo>
                <a:lnTo>
                  <a:pt x="3722" y="2861"/>
                </a:lnTo>
                <a:lnTo>
                  <a:pt x="3718" y="2863"/>
                </a:lnTo>
                <a:lnTo>
                  <a:pt x="3718" y="2867"/>
                </a:lnTo>
                <a:lnTo>
                  <a:pt x="3717" y="2870"/>
                </a:lnTo>
                <a:lnTo>
                  <a:pt x="3717" y="2876"/>
                </a:lnTo>
                <a:lnTo>
                  <a:pt x="3715" y="2878"/>
                </a:lnTo>
                <a:lnTo>
                  <a:pt x="3713" y="2881"/>
                </a:lnTo>
                <a:lnTo>
                  <a:pt x="3709" y="2883"/>
                </a:lnTo>
                <a:lnTo>
                  <a:pt x="3706" y="2885"/>
                </a:lnTo>
                <a:lnTo>
                  <a:pt x="3706" y="2885"/>
                </a:lnTo>
                <a:lnTo>
                  <a:pt x="3706" y="2885"/>
                </a:lnTo>
                <a:lnTo>
                  <a:pt x="3698" y="2889"/>
                </a:lnTo>
                <a:lnTo>
                  <a:pt x="3688" y="2894"/>
                </a:lnTo>
                <a:lnTo>
                  <a:pt x="3677" y="2898"/>
                </a:lnTo>
                <a:lnTo>
                  <a:pt x="3673" y="2901"/>
                </a:lnTo>
                <a:lnTo>
                  <a:pt x="3673" y="2905"/>
                </a:lnTo>
                <a:lnTo>
                  <a:pt x="3678" y="2905"/>
                </a:lnTo>
                <a:lnTo>
                  <a:pt x="3682" y="2907"/>
                </a:lnTo>
                <a:lnTo>
                  <a:pt x="3686" y="2907"/>
                </a:lnTo>
                <a:lnTo>
                  <a:pt x="3689" y="2909"/>
                </a:lnTo>
                <a:lnTo>
                  <a:pt x="3691" y="2901"/>
                </a:lnTo>
                <a:lnTo>
                  <a:pt x="3693" y="2898"/>
                </a:lnTo>
                <a:lnTo>
                  <a:pt x="3695" y="2894"/>
                </a:lnTo>
                <a:lnTo>
                  <a:pt x="3698" y="2892"/>
                </a:lnTo>
                <a:lnTo>
                  <a:pt x="3700" y="2889"/>
                </a:lnTo>
                <a:lnTo>
                  <a:pt x="3706" y="2885"/>
                </a:lnTo>
                <a:lnTo>
                  <a:pt x="3706" y="2885"/>
                </a:lnTo>
                <a:lnTo>
                  <a:pt x="3708" y="2887"/>
                </a:lnTo>
                <a:lnTo>
                  <a:pt x="3709" y="2887"/>
                </a:lnTo>
                <a:lnTo>
                  <a:pt x="3711" y="2887"/>
                </a:lnTo>
                <a:lnTo>
                  <a:pt x="3711" y="2887"/>
                </a:lnTo>
                <a:lnTo>
                  <a:pt x="3713" y="2889"/>
                </a:lnTo>
                <a:lnTo>
                  <a:pt x="3722" y="2903"/>
                </a:lnTo>
                <a:lnTo>
                  <a:pt x="3726" y="2918"/>
                </a:lnTo>
                <a:lnTo>
                  <a:pt x="3726" y="2936"/>
                </a:lnTo>
                <a:lnTo>
                  <a:pt x="3706" y="2932"/>
                </a:lnTo>
                <a:lnTo>
                  <a:pt x="3706" y="2936"/>
                </a:lnTo>
                <a:lnTo>
                  <a:pt x="3708" y="2940"/>
                </a:lnTo>
                <a:lnTo>
                  <a:pt x="3709" y="2943"/>
                </a:lnTo>
                <a:lnTo>
                  <a:pt x="3711" y="2947"/>
                </a:lnTo>
                <a:lnTo>
                  <a:pt x="3713" y="2952"/>
                </a:lnTo>
                <a:lnTo>
                  <a:pt x="3708" y="2952"/>
                </a:lnTo>
                <a:lnTo>
                  <a:pt x="3704" y="2952"/>
                </a:lnTo>
                <a:lnTo>
                  <a:pt x="3702" y="2954"/>
                </a:lnTo>
                <a:lnTo>
                  <a:pt x="3700" y="2954"/>
                </a:lnTo>
                <a:lnTo>
                  <a:pt x="3700" y="2954"/>
                </a:lnTo>
                <a:lnTo>
                  <a:pt x="3698" y="2958"/>
                </a:lnTo>
                <a:lnTo>
                  <a:pt x="3697" y="2960"/>
                </a:lnTo>
                <a:lnTo>
                  <a:pt x="3700" y="2960"/>
                </a:lnTo>
                <a:lnTo>
                  <a:pt x="3711" y="2969"/>
                </a:lnTo>
                <a:lnTo>
                  <a:pt x="3720" y="2970"/>
                </a:lnTo>
                <a:lnTo>
                  <a:pt x="3731" y="2972"/>
                </a:lnTo>
                <a:lnTo>
                  <a:pt x="3746" y="2976"/>
                </a:lnTo>
                <a:lnTo>
                  <a:pt x="3755" y="2981"/>
                </a:lnTo>
                <a:lnTo>
                  <a:pt x="3768" y="2990"/>
                </a:lnTo>
                <a:lnTo>
                  <a:pt x="3778" y="2998"/>
                </a:lnTo>
                <a:lnTo>
                  <a:pt x="3789" y="3005"/>
                </a:lnTo>
                <a:lnTo>
                  <a:pt x="3782" y="3025"/>
                </a:lnTo>
                <a:lnTo>
                  <a:pt x="3773" y="3045"/>
                </a:lnTo>
                <a:lnTo>
                  <a:pt x="3768" y="3041"/>
                </a:lnTo>
                <a:lnTo>
                  <a:pt x="3766" y="3040"/>
                </a:lnTo>
                <a:lnTo>
                  <a:pt x="3762" y="3038"/>
                </a:lnTo>
                <a:lnTo>
                  <a:pt x="3760" y="3036"/>
                </a:lnTo>
                <a:lnTo>
                  <a:pt x="3757" y="3034"/>
                </a:lnTo>
                <a:lnTo>
                  <a:pt x="3753" y="3032"/>
                </a:lnTo>
                <a:lnTo>
                  <a:pt x="3751" y="3038"/>
                </a:lnTo>
                <a:lnTo>
                  <a:pt x="3749" y="3043"/>
                </a:lnTo>
                <a:lnTo>
                  <a:pt x="3748" y="3047"/>
                </a:lnTo>
                <a:lnTo>
                  <a:pt x="3744" y="3049"/>
                </a:lnTo>
                <a:lnTo>
                  <a:pt x="3740" y="3050"/>
                </a:lnTo>
                <a:lnTo>
                  <a:pt x="3733" y="3052"/>
                </a:lnTo>
                <a:lnTo>
                  <a:pt x="3733" y="3043"/>
                </a:lnTo>
                <a:lnTo>
                  <a:pt x="3733" y="3036"/>
                </a:lnTo>
                <a:lnTo>
                  <a:pt x="3733" y="3030"/>
                </a:lnTo>
                <a:lnTo>
                  <a:pt x="3733" y="3029"/>
                </a:lnTo>
                <a:lnTo>
                  <a:pt x="3724" y="3012"/>
                </a:lnTo>
                <a:lnTo>
                  <a:pt x="3709" y="3010"/>
                </a:lnTo>
                <a:lnTo>
                  <a:pt x="3700" y="3009"/>
                </a:lnTo>
                <a:lnTo>
                  <a:pt x="3691" y="3007"/>
                </a:lnTo>
                <a:lnTo>
                  <a:pt x="3680" y="3003"/>
                </a:lnTo>
                <a:lnTo>
                  <a:pt x="3680" y="2998"/>
                </a:lnTo>
                <a:lnTo>
                  <a:pt x="3678" y="2992"/>
                </a:lnTo>
                <a:lnTo>
                  <a:pt x="3677" y="2989"/>
                </a:lnTo>
                <a:lnTo>
                  <a:pt x="3675" y="2987"/>
                </a:lnTo>
                <a:lnTo>
                  <a:pt x="3669" y="2985"/>
                </a:lnTo>
                <a:lnTo>
                  <a:pt x="3664" y="2985"/>
                </a:lnTo>
                <a:lnTo>
                  <a:pt x="3657" y="2983"/>
                </a:lnTo>
                <a:lnTo>
                  <a:pt x="3657" y="2980"/>
                </a:lnTo>
                <a:lnTo>
                  <a:pt x="3653" y="2980"/>
                </a:lnTo>
                <a:lnTo>
                  <a:pt x="3658" y="2996"/>
                </a:lnTo>
                <a:lnTo>
                  <a:pt x="3662" y="3012"/>
                </a:lnTo>
                <a:lnTo>
                  <a:pt x="3660" y="3027"/>
                </a:lnTo>
                <a:lnTo>
                  <a:pt x="3653" y="3030"/>
                </a:lnTo>
                <a:lnTo>
                  <a:pt x="3646" y="3034"/>
                </a:lnTo>
                <a:lnTo>
                  <a:pt x="3640" y="3040"/>
                </a:lnTo>
                <a:lnTo>
                  <a:pt x="3628" y="3036"/>
                </a:lnTo>
                <a:lnTo>
                  <a:pt x="3628" y="3016"/>
                </a:lnTo>
                <a:lnTo>
                  <a:pt x="3597" y="3010"/>
                </a:lnTo>
                <a:lnTo>
                  <a:pt x="3597" y="3030"/>
                </a:lnTo>
                <a:lnTo>
                  <a:pt x="3591" y="3034"/>
                </a:lnTo>
                <a:lnTo>
                  <a:pt x="3589" y="3036"/>
                </a:lnTo>
                <a:lnTo>
                  <a:pt x="3586" y="3036"/>
                </a:lnTo>
                <a:lnTo>
                  <a:pt x="3582" y="3038"/>
                </a:lnTo>
                <a:lnTo>
                  <a:pt x="3577" y="3040"/>
                </a:lnTo>
                <a:lnTo>
                  <a:pt x="3560" y="3032"/>
                </a:lnTo>
                <a:lnTo>
                  <a:pt x="3542" y="3029"/>
                </a:lnTo>
                <a:lnTo>
                  <a:pt x="3524" y="3027"/>
                </a:lnTo>
                <a:lnTo>
                  <a:pt x="3515" y="3009"/>
                </a:lnTo>
                <a:lnTo>
                  <a:pt x="3502" y="2994"/>
                </a:lnTo>
                <a:lnTo>
                  <a:pt x="3484" y="2983"/>
                </a:lnTo>
                <a:lnTo>
                  <a:pt x="3464" y="2983"/>
                </a:lnTo>
                <a:lnTo>
                  <a:pt x="3444" y="2954"/>
                </a:lnTo>
                <a:lnTo>
                  <a:pt x="3438" y="2956"/>
                </a:lnTo>
                <a:lnTo>
                  <a:pt x="3433" y="2958"/>
                </a:lnTo>
                <a:lnTo>
                  <a:pt x="3428" y="2958"/>
                </a:lnTo>
                <a:lnTo>
                  <a:pt x="3418" y="2958"/>
                </a:lnTo>
                <a:lnTo>
                  <a:pt x="3418" y="2954"/>
                </a:lnTo>
                <a:lnTo>
                  <a:pt x="3418" y="2952"/>
                </a:lnTo>
                <a:lnTo>
                  <a:pt x="3418" y="2950"/>
                </a:lnTo>
                <a:lnTo>
                  <a:pt x="3417" y="2949"/>
                </a:lnTo>
                <a:lnTo>
                  <a:pt x="3415" y="2947"/>
                </a:lnTo>
                <a:lnTo>
                  <a:pt x="3411" y="2949"/>
                </a:lnTo>
                <a:lnTo>
                  <a:pt x="3404" y="2952"/>
                </a:lnTo>
                <a:lnTo>
                  <a:pt x="3398" y="2954"/>
                </a:lnTo>
                <a:lnTo>
                  <a:pt x="3402" y="2958"/>
                </a:lnTo>
                <a:lnTo>
                  <a:pt x="3404" y="2961"/>
                </a:lnTo>
                <a:lnTo>
                  <a:pt x="3404" y="2963"/>
                </a:lnTo>
                <a:lnTo>
                  <a:pt x="3406" y="2967"/>
                </a:lnTo>
                <a:lnTo>
                  <a:pt x="3406" y="2972"/>
                </a:lnTo>
                <a:lnTo>
                  <a:pt x="3408" y="2978"/>
                </a:lnTo>
                <a:lnTo>
                  <a:pt x="3398" y="2978"/>
                </a:lnTo>
                <a:lnTo>
                  <a:pt x="3377" y="2987"/>
                </a:lnTo>
                <a:lnTo>
                  <a:pt x="3353" y="2990"/>
                </a:lnTo>
                <a:lnTo>
                  <a:pt x="3326" y="2989"/>
                </a:lnTo>
                <a:lnTo>
                  <a:pt x="3298" y="2983"/>
                </a:lnTo>
                <a:lnTo>
                  <a:pt x="3271" y="2978"/>
                </a:lnTo>
                <a:lnTo>
                  <a:pt x="3242" y="2974"/>
                </a:lnTo>
                <a:lnTo>
                  <a:pt x="3213" y="2974"/>
                </a:lnTo>
                <a:lnTo>
                  <a:pt x="3186" y="2981"/>
                </a:lnTo>
                <a:lnTo>
                  <a:pt x="3153" y="2992"/>
                </a:lnTo>
                <a:lnTo>
                  <a:pt x="3118" y="3007"/>
                </a:lnTo>
                <a:lnTo>
                  <a:pt x="3084" y="3021"/>
                </a:lnTo>
                <a:lnTo>
                  <a:pt x="3051" y="3040"/>
                </a:lnTo>
                <a:lnTo>
                  <a:pt x="3026" y="3060"/>
                </a:lnTo>
                <a:lnTo>
                  <a:pt x="3020" y="3067"/>
                </a:lnTo>
                <a:lnTo>
                  <a:pt x="3017" y="3078"/>
                </a:lnTo>
                <a:lnTo>
                  <a:pt x="3011" y="3090"/>
                </a:lnTo>
                <a:lnTo>
                  <a:pt x="3006" y="3098"/>
                </a:lnTo>
                <a:lnTo>
                  <a:pt x="2993" y="3107"/>
                </a:lnTo>
                <a:lnTo>
                  <a:pt x="2978" y="3112"/>
                </a:lnTo>
                <a:lnTo>
                  <a:pt x="2966" y="3121"/>
                </a:lnTo>
                <a:lnTo>
                  <a:pt x="2949" y="3121"/>
                </a:lnTo>
                <a:lnTo>
                  <a:pt x="2949" y="3134"/>
                </a:lnTo>
                <a:lnTo>
                  <a:pt x="2933" y="3140"/>
                </a:lnTo>
                <a:lnTo>
                  <a:pt x="2918" y="3147"/>
                </a:lnTo>
                <a:lnTo>
                  <a:pt x="2904" y="3152"/>
                </a:lnTo>
                <a:lnTo>
                  <a:pt x="2886" y="3156"/>
                </a:lnTo>
                <a:lnTo>
                  <a:pt x="2886" y="3152"/>
                </a:lnTo>
                <a:lnTo>
                  <a:pt x="2886" y="3149"/>
                </a:lnTo>
                <a:lnTo>
                  <a:pt x="2888" y="3147"/>
                </a:lnTo>
                <a:lnTo>
                  <a:pt x="2888" y="3145"/>
                </a:lnTo>
                <a:lnTo>
                  <a:pt x="2888" y="3143"/>
                </a:lnTo>
                <a:lnTo>
                  <a:pt x="2886" y="3141"/>
                </a:lnTo>
                <a:lnTo>
                  <a:pt x="2884" y="3140"/>
                </a:lnTo>
                <a:lnTo>
                  <a:pt x="2886" y="3140"/>
                </a:lnTo>
                <a:lnTo>
                  <a:pt x="2888" y="3134"/>
                </a:lnTo>
                <a:lnTo>
                  <a:pt x="2886" y="3129"/>
                </a:lnTo>
                <a:lnTo>
                  <a:pt x="2886" y="3123"/>
                </a:lnTo>
                <a:lnTo>
                  <a:pt x="2886" y="3121"/>
                </a:lnTo>
                <a:lnTo>
                  <a:pt x="2888" y="3121"/>
                </a:lnTo>
                <a:lnTo>
                  <a:pt x="2886" y="3121"/>
                </a:lnTo>
                <a:lnTo>
                  <a:pt x="2886" y="3123"/>
                </a:lnTo>
                <a:lnTo>
                  <a:pt x="2886" y="3123"/>
                </a:lnTo>
                <a:lnTo>
                  <a:pt x="2884" y="3127"/>
                </a:lnTo>
                <a:lnTo>
                  <a:pt x="2880" y="3129"/>
                </a:lnTo>
                <a:lnTo>
                  <a:pt x="2878" y="3132"/>
                </a:lnTo>
                <a:lnTo>
                  <a:pt x="2875" y="3134"/>
                </a:lnTo>
                <a:lnTo>
                  <a:pt x="2873" y="3136"/>
                </a:lnTo>
                <a:lnTo>
                  <a:pt x="2873" y="3138"/>
                </a:lnTo>
                <a:lnTo>
                  <a:pt x="2873" y="3138"/>
                </a:lnTo>
                <a:lnTo>
                  <a:pt x="2878" y="3138"/>
                </a:lnTo>
                <a:lnTo>
                  <a:pt x="2880" y="3138"/>
                </a:lnTo>
                <a:lnTo>
                  <a:pt x="2882" y="3140"/>
                </a:lnTo>
                <a:lnTo>
                  <a:pt x="2884" y="3140"/>
                </a:lnTo>
                <a:lnTo>
                  <a:pt x="2884" y="3140"/>
                </a:lnTo>
                <a:lnTo>
                  <a:pt x="2880" y="3147"/>
                </a:lnTo>
                <a:lnTo>
                  <a:pt x="2875" y="3156"/>
                </a:lnTo>
                <a:lnTo>
                  <a:pt x="2873" y="3165"/>
                </a:lnTo>
                <a:lnTo>
                  <a:pt x="2869" y="3167"/>
                </a:lnTo>
                <a:lnTo>
                  <a:pt x="2866" y="3169"/>
                </a:lnTo>
                <a:lnTo>
                  <a:pt x="2864" y="3167"/>
                </a:lnTo>
                <a:lnTo>
                  <a:pt x="2862" y="3167"/>
                </a:lnTo>
                <a:lnTo>
                  <a:pt x="2860" y="3165"/>
                </a:lnTo>
                <a:lnTo>
                  <a:pt x="2860" y="3163"/>
                </a:lnTo>
                <a:lnTo>
                  <a:pt x="2858" y="3161"/>
                </a:lnTo>
                <a:lnTo>
                  <a:pt x="2855" y="3160"/>
                </a:lnTo>
                <a:lnTo>
                  <a:pt x="2851" y="3158"/>
                </a:lnTo>
                <a:lnTo>
                  <a:pt x="2846" y="3156"/>
                </a:lnTo>
                <a:lnTo>
                  <a:pt x="2844" y="3165"/>
                </a:lnTo>
                <a:lnTo>
                  <a:pt x="2842" y="3172"/>
                </a:lnTo>
                <a:lnTo>
                  <a:pt x="2838" y="3178"/>
                </a:lnTo>
                <a:lnTo>
                  <a:pt x="2835" y="3181"/>
                </a:lnTo>
                <a:lnTo>
                  <a:pt x="2828" y="3183"/>
                </a:lnTo>
                <a:lnTo>
                  <a:pt x="2817" y="3183"/>
                </a:lnTo>
                <a:lnTo>
                  <a:pt x="2817" y="3203"/>
                </a:lnTo>
                <a:lnTo>
                  <a:pt x="2813" y="3209"/>
                </a:lnTo>
                <a:lnTo>
                  <a:pt x="2808" y="3212"/>
                </a:lnTo>
                <a:lnTo>
                  <a:pt x="2804" y="3218"/>
                </a:lnTo>
                <a:lnTo>
                  <a:pt x="2800" y="3223"/>
                </a:lnTo>
                <a:lnTo>
                  <a:pt x="2793" y="3227"/>
                </a:lnTo>
                <a:lnTo>
                  <a:pt x="2791" y="3227"/>
                </a:lnTo>
                <a:lnTo>
                  <a:pt x="2789" y="3227"/>
                </a:lnTo>
                <a:lnTo>
                  <a:pt x="2786" y="3225"/>
                </a:lnTo>
                <a:lnTo>
                  <a:pt x="2782" y="3225"/>
                </a:lnTo>
                <a:lnTo>
                  <a:pt x="2777" y="3223"/>
                </a:lnTo>
                <a:lnTo>
                  <a:pt x="2777" y="3227"/>
                </a:lnTo>
                <a:lnTo>
                  <a:pt x="2782" y="3238"/>
                </a:lnTo>
                <a:lnTo>
                  <a:pt x="2784" y="3250"/>
                </a:lnTo>
                <a:lnTo>
                  <a:pt x="2784" y="3269"/>
                </a:lnTo>
                <a:lnTo>
                  <a:pt x="2780" y="3287"/>
                </a:lnTo>
                <a:lnTo>
                  <a:pt x="2775" y="3303"/>
                </a:lnTo>
                <a:lnTo>
                  <a:pt x="2769" y="3318"/>
                </a:lnTo>
                <a:lnTo>
                  <a:pt x="2769" y="3320"/>
                </a:lnTo>
                <a:lnTo>
                  <a:pt x="2768" y="3321"/>
                </a:lnTo>
                <a:lnTo>
                  <a:pt x="2764" y="3325"/>
                </a:lnTo>
                <a:lnTo>
                  <a:pt x="2762" y="3330"/>
                </a:lnTo>
                <a:lnTo>
                  <a:pt x="2758" y="3334"/>
                </a:lnTo>
                <a:lnTo>
                  <a:pt x="2757" y="3338"/>
                </a:lnTo>
                <a:lnTo>
                  <a:pt x="2755" y="3340"/>
                </a:lnTo>
                <a:lnTo>
                  <a:pt x="2753" y="3341"/>
                </a:lnTo>
                <a:lnTo>
                  <a:pt x="2762" y="3354"/>
                </a:lnTo>
                <a:lnTo>
                  <a:pt x="2769" y="3374"/>
                </a:lnTo>
                <a:lnTo>
                  <a:pt x="2777" y="3398"/>
                </a:lnTo>
                <a:lnTo>
                  <a:pt x="2782" y="3421"/>
                </a:lnTo>
                <a:lnTo>
                  <a:pt x="2788" y="3443"/>
                </a:lnTo>
                <a:lnTo>
                  <a:pt x="2793" y="3460"/>
                </a:lnTo>
                <a:lnTo>
                  <a:pt x="2798" y="3467"/>
                </a:lnTo>
                <a:lnTo>
                  <a:pt x="2804" y="3470"/>
                </a:lnTo>
                <a:lnTo>
                  <a:pt x="2809" y="3474"/>
                </a:lnTo>
                <a:lnTo>
                  <a:pt x="2815" y="3480"/>
                </a:lnTo>
                <a:lnTo>
                  <a:pt x="2818" y="3492"/>
                </a:lnTo>
                <a:lnTo>
                  <a:pt x="2813" y="3492"/>
                </a:lnTo>
                <a:lnTo>
                  <a:pt x="2813" y="3496"/>
                </a:lnTo>
                <a:lnTo>
                  <a:pt x="2798" y="3498"/>
                </a:lnTo>
                <a:lnTo>
                  <a:pt x="2788" y="3500"/>
                </a:lnTo>
                <a:lnTo>
                  <a:pt x="2777" y="3501"/>
                </a:lnTo>
                <a:lnTo>
                  <a:pt x="2762" y="3503"/>
                </a:lnTo>
                <a:lnTo>
                  <a:pt x="2749" y="3489"/>
                </a:lnTo>
                <a:lnTo>
                  <a:pt x="2737" y="3483"/>
                </a:lnTo>
                <a:lnTo>
                  <a:pt x="2722" y="3481"/>
                </a:lnTo>
                <a:lnTo>
                  <a:pt x="2708" y="3481"/>
                </a:lnTo>
                <a:lnTo>
                  <a:pt x="2689" y="3480"/>
                </a:lnTo>
                <a:lnTo>
                  <a:pt x="2669" y="3474"/>
                </a:lnTo>
                <a:lnTo>
                  <a:pt x="2666" y="3472"/>
                </a:lnTo>
                <a:lnTo>
                  <a:pt x="2662" y="3469"/>
                </a:lnTo>
                <a:lnTo>
                  <a:pt x="2660" y="3465"/>
                </a:lnTo>
                <a:lnTo>
                  <a:pt x="2658" y="3461"/>
                </a:lnTo>
                <a:lnTo>
                  <a:pt x="2657" y="3458"/>
                </a:lnTo>
                <a:lnTo>
                  <a:pt x="2653" y="3454"/>
                </a:lnTo>
                <a:lnTo>
                  <a:pt x="2618" y="3450"/>
                </a:lnTo>
                <a:lnTo>
                  <a:pt x="2615" y="3449"/>
                </a:lnTo>
                <a:lnTo>
                  <a:pt x="2615" y="3445"/>
                </a:lnTo>
                <a:lnTo>
                  <a:pt x="2613" y="3441"/>
                </a:lnTo>
                <a:lnTo>
                  <a:pt x="2611" y="3438"/>
                </a:lnTo>
                <a:lnTo>
                  <a:pt x="2609" y="3434"/>
                </a:lnTo>
                <a:lnTo>
                  <a:pt x="2562" y="3427"/>
                </a:lnTo>
                <a:lnTo>
                  <a:pt x="2558" y="3403"/>
                </a:lnTo>
                <a:lnTo>
                  <a:pt x="2551" y="3380"/>
                </a:lnTo>
                <a:lnTo>
                  <a:pt x="2538" y="3356"/>
                </a:lnTo>
                <a:lnTo>
                  <a:pt x="2528" y="3334"/>
                </a:lnTo>
                <a:lnTo>
                  <a:pt x="2517" y="3309"/>
                </a:lnTo>
                <a:lnTo>
                  <a:pt x="2509" y="3280"/>
                </a:lnTo>
                <a:lnTo>
                  <a:pt x="2506" y="3249"/>
                </a:lnTo>
                <a:lnTo>
                  <a:pt x="2484" y="3236"/>
                </a:lnTo>
                <a:lnTo>
                  <a:pt x="2464" y="3214"/>
                </a:lnTo>
                <a:lnTo>
                  <a:pt x="2442" y="3185"/>
                </a:lnTo>
                <a:lnTo>
                  <a:pt x="2422" y="3152"/>
                </a:lnTo>
                <a:lnTo>
                  <a:pt x="2404" y="3120"/>
                </a:lnTo>
                <a:lnTo>
                  <a:pt x="2389" y="3090"/>
                </a:lnTo>
                <a:lnTo>
                  <a:pt x="2377" y="3065"/>
                </a:lnTo>
                <a:lnTo>
                  <a:pt x="2364" y="3041"/>
                </a:lnTo>
                <a:lnTo>
                  <a:pt x="2348" y="3014"/>
                </a:lnTo>
                <a:lnTo>
                  <a:pt x="2324" y="2990"/>
                </a:lnTo>
                <a:lnTo>
                  <a:pt x="2300" y="2972"/>
                </a:lnTo>
                <a:lnTo>
                  <a:pt x="2273" y="2961"/>
                </a:lnTo>
                <a:lnTo>
                  <a:pt x="2273" y="2947"/>
                </a:lnTo>
                <a:lnTo>
                  <a:pt x="2269" y="2943"/>
                </a:lnTo>
                <a:lnTo>
                  <a:pt x="2266" y="2940"/>
                </a:lnTo>
                <a:lnTo>
                  <a:pt x="2264" y="2936"/>
                </a:lnTo>
                <a:lnTo>
                  <a:pt x="2260" y="2930"/>
                </a:lnTo>
                <a:lnTo>
                  <a:pt x="2242" y="2934"/>
                </a:lnTo>
                <a:lnTo>
                  <a:pt x="2217" y="2934"/>
                </a:lnTo>
                <a:lnTo>
                  <a:pt x="2189" y="2930"/>
                </a:lnTo>
                <a:lnTo>
                  <a:pt x="2188" y="2929"/>
                </a:lnTo>
                <a:lnTo>
                  <a:pt x="2184" y="2927"/>
                </a:lnTo>
                <a:lnTo>
                  <a:pt x="2182" y="2923"/>
                </a:lnTo>
                <a:lnTo>
                  <a:pt x="2178" y="2921"/>
                </a:lnTo>
                <a:lnTo>
                  <a:pt x="2175" y="2920"/>
                </a:lnTo>
                <a:lnTo>
                  <a:pt x="2173" y="2918"/>
                </a:lnTo>
                <a:lnTo>
                  <a:pt x="2168" y="2920"/>
                </a:lnTo>
                <a:lnTo>
                  <a:pt x="2155" y="2923"/>
                </a:lnTo>
                <a:lnTo>
                  <a:pt x="2140" y="2927"/>
                </a:lnTo>
                <a:lnTo>
                  <a:pt x="2126" y="2929"/>
                </a:lnTo>
                <a:lnTo>
                  <a:pt x="2117" y="2947"/>
                </a:lnTo>
                <a:lnTo>
                  <a:pt x="2108" y="2965"/>
                </a:lnTo>
                <a:lnTo>
                  <a:pt x="2098" y="2983"/>
                </a:lnTo>
                <a:lnTo>
                  <a:pt x="2093" y="3005"/>
                </a:lnTo>
                <a:lnTo>
                  <a:pt x="2082" y="3005"/>
                </a:lnTo>
                <a:lnTo>
                  <a:pt x="2077" y="3016"/>
                </a:lnTo>
                <a:lnTo>
                  <a:pt x="2068" y="3023"/>
                </a:lnTo>
                <a:lnTo>
                  <a:pt x="2055" y="3027"/>
                </a:lnTo>
                <a:lnTo>
                  <a:pt x="2038" y="3027"/>
                </a:lnTo>
                <a:lnTo>
                  <a:pt x="2020" y="3014"/>
                </a:lnTo>
                <a:lnTo>
                  <a:pt x="1998" y="3000"/>
                </a:lnTo>
                <a:lnTo>
                  <a:pt x="1973" y="2985"/>
                </a:lnTo>
                <a:lnTo>
                  <a:pt x="1948" y="2969"/>
                </a:lnTo>
                <a:lnTo>
                  <a:pt x="1924" y="2954"/>
                </a:lnTo>
                <a:lnTo>
                  <a:pt x="1906" y="2938"/>
                </a:lnTo>
                <a:lnTo>
                  <a:pt x="1893" y="2923"/>
                </a:lnTo>
                <a:lnTo>
                  <a:pt x="1884" y="2901"/>
                </a:lnTo>
                <a:lnTo>
                  <a:pt x="1878" y="2876"/>
                </a:lnTo>
                <a:lnTo>
                  <a:pt x="1875" y="2849"/>
                </a:lnTo>
                <a:lnTo>
                  <a:pt x="1869" y="2823"/>
                </a:lnTo>
                <a:lnTo>
                  <a:pt x="1862" y="2800"/>
                </a:lnTo>
                <a:lnTo>
                  <a:pt x="1849" y="2781"/>
                </a:lnTo>
                <a:lnTo>
                  <a:pt x="1846" y="2778"/>
                </a:lnTo>
                <a:lnTo>
                  <a:pt x="1844" y="2776"/>
                </a:lnTo>
                <a:lnTo>
                  <a:pt x="1842" y="2776"/>
                </a:lnTo>
                <a:lnTo>
                  <a:pt x="1840" y="2774"/>
                </a:lnTo>
                <a:lnTo>
                  <a:pt x="1838" y="2774"/>
                </a:lnTo>
                <a:lnTo>
                  <a:pt x="1837" y="2774"/>
                </a:lnTo>
                <a:lnTo>
                  <a:pt x="1833" y="2772"/>
                </a:lnTo>
                <a:lnTo>
                  <a:pt x="1829" y="2769"/>
                </a:lnTo>
                <a:lnTo>
                  <a:pt x="1813" y="2749"/>
                </a:lnTo>
                <a:lnTo>
                  <a:pt x="1800" y="2725"/>
                </a:lnTo>
                <a:lnTo>
                  <a:pt x="1786" y="2701"/>
                </a:lnTo>
                <a:lnTo>
                  <a:pt x="1737" y="2665"/>
                </a:lnTo>
                <a:lnTo>
                  <a:pt x="1733" y="2649"/>
                </a:lnTo>
                <a:lnTo>
                  <a:pt x="1729" y="2634"/>
                </a:lnTo>
                <a:lnTo>
                  <a:pt x="1677" y="2627"/>
                </a:lnTo>
                <a:lnTo>
                  <a:pt x="1618" y="2620"/>
                </a:lnTo>
                <a:lnTo>
                  <a:pt x="1562" y="2612"/>
                </a:lnTo>
                <a:lnTo>
                  <a:pt x="1509" y="2605"/>
                </a:lnTo>
                <a:lnTo>
                  <a:pt x="1506" y="2656"/>
                </a:lnTo>
                <a:lnTo>
                  <a:pt x="1495" y="2661"/>
                </a:lnTo>
                <a:lnTo>
                  <a:pt x="1482" y="2663"/>
                </a:lnTo>
                <a:lnTo>
                  <a:pt x="1466" y="2663"/>
                </a:lnTo>
                <a:lnTo>
                  <a:pt x="1448" y="2656"/>
                </a:lnTo>
                <a:lnTo>
                  <a:pt x="1426" y="2654"/>
                </a:lnTo>
                <a:lnTo>
                  <a:pt x="1402" y="2654"/>
                </a:lnTo>
                <a:lnTo>
                  <a:pt x="1378" y="2652"/>
                </a:lnTo>
                <a:lnTo>
                  <a:pt x="1333" y="2643"/>
                </a:lnTo>
                <a:lnTo>
                  <a:pt x="1286" y="2640"/>
                </a:lnTo>
                <a:lnTo>
                  <a:pt x="1238" y="2636"/>
                </a:lnTo>
                <a:lnTo>
                  <a:pt x="1191" y="2627"/>
                </a:lnTo>
                <a:lnTo>
                  <a:pt x="1164" y="2618"/>
                </a:lnTo>
                <a:lnTo>
                  <a:pt x="1140" y="2603"/>
                </a:lnTo>
                <a:lnTo>
                  <a:pt x="1117" y="2589"/>
                </a:lnTo>
                <a:lnTo>
                  <a:pt x="1095" y="2574"/>
                </a:lnTo>
                <a:lnTo>
                  <a:pt x="1044" y="2543"/>
                </a:lnTo>
                <a:lnTo>
                  <a:pt x="997" y="2514"/>
                </a:lnTo>
                <a:lnTo>
                  <a:pt x="949" y="2487"/>
                </a:lnTo>
                <a:lnTo>
                  <a:pt x="900" y="2454"/>
                </a:lnTo>
                <a:lnTo>
                  <a:pt x="884" y="2447"/>
                </a:lnTo>
                <a:lnTo>
                  <a:pt x="868" y="2441"/>
                </a:lnTo>
                <a:lnTo>
                  <a:pt x="851" y="2434"/>
                </a:lnTo>
                <a:lnTo>
                  <a:pt x="837" y="2429"/>
                </a:lnTo>
                <a:lnTo>
                  <a:pt x="822" y="2420"/>
                </a:lnTo>
                <a:lnTo>
                  <a:pt x="813" y="2407"/>
                </a:lnTo>
                <a:lnTo>
                  <a:pt x="808" y="2390"/>
                </a:lnTo>
                <a:lnTo>
                  <a:pt x="811" y="2389"/>
                </a:lnTo>
                <a:lnTo>
                  <a:pt x="811" y="2387"/>
                </a:lnTo>
                <a:lnTo>
                  <a:pt x="813" y="2385"/>
                </a:lnTo>
                <a:lnTo>
                  <a:pt x="815" y="2383"/>
                </a:lnTo>
                <a:lnTo>
                  <a:pt x="780" y="2383"/>
                </a:lnTo>
                <a:lnTo>
                  <a:pt x="766" y="2378"/>
                </a:lnTo>
                <a:lnTo>
                  <a:pt x="740" y="2372"/>
                </a:lnTo>
                <a:lnTo>
                  <a:pt x="709" y="2369"/>
                </a:lnTo>
                <a:lnTo>
                  <a:pt x="675" y="2365"/>
                </a:lnTo>
                <a:lnTo>
                  <a:pt x="638" y="2363"/>
                </a:lnTo>
                <a:lnTo>
                  <a:pt x="606" y="2360"/>
                </a:lnTo>
                <a:lnTo>
                  <a:pt x="577" y="2358"/>
                </a:lnTo>
                <a:lnTo>
                  <a:pt x="557" y="2358"/>
                </a:lnTo>
                <a:lnTo>
                  <a:pt x="553" y="2352"/>
                </a:lnTo>
                <a:lnTo>
                  <a:pt x="551" y="2350"/>
                </a:lnTo>
                <a:lnTo>
                  <a:pt x="549" y="2347"/>
                </a:lnTo>
                <a:lnTo>
                  <a:pt x="548" y="2343"/>
                </a:lnTo>
                <a:lnTo>
                  <a:pt x="546" y="2338"/>
                </a:lnTo>
                <a:lnTo>
                  <a:pt x="546" y="2330"/>
                </a:lnTo>
                <a:lnTo>
                  <a:pt x="540" y="2318"/>
                </a:lnTo>
                <a:lnTo>
                  <a:pt x="540" y="2303"/>
                </a:lnTo>
                <a:lnTo>
                  <a:pt x="542" y="2287"/>
                </a:lnTo>
                <a:lnTo>
                  <a:pt x="542" y="2270"/>
                </a:lnTo>
                <a:lnTo>
                  <a:pt x="540" y="2254"/>
                </a:lnTo>
                <a:lnTo>
                  <a:pt x="535" y="2243"/>
                </a:lnTo>
                <a:lnTo>
                  <a:pt x="522" y="2227"/>
                </a:lnTo>
                <a:lnTo>
                  <a:pt x="508" y="2209"/>
                </a:lnTo>
                <a:lnTo>
                  <a:pt x="491" y="2189"/>
                </a:lnTo>
                <a:lnTo>
                  <a:pt x="475" y="2172"/>
                </a:lnTo>
                <a:lnTo>
                  <a:pt x="462" y="2160"/>
                </a:lnTo>
                <a:lnTo>
                  <a:pt x="451" y="2150"/>
                </a:lnTo>
                <a:lnTo>
                  <a:pt x="448" y="2150"/>
                </a:lnTo>
                <a:lnTo>
                  <a:pt x="440" y="2149"/>
                </a:lnTo>
                <a:lnTo>
                  <a:pt x="433" y="2149"/>
                </a:lnTo>
                <a:lnTo>
                  <a:pt x="424" y="2147"/>
                </a:lnTo>
                <a:lnTo>
                  <a:pt x="424" y="2130"/>
                </a:lnTo>
                <a:lnTo>
                  <a:pt x="422" y="2112"/>
                </a:lnTo>
                <a:lnTo>
                  <a:pt x="422" y="2092"/>
                </a:lnTo>
                <a:lnTo>
                  <a:pt x="420" y="2080"/>
                </a:lnTo>
                <a:lnTo>
                  <a:pt x="400" y="2074"/>
                </a:lnTo>
                <a:lnTo>
                  <a:pt x="378" y="2067"/>
                </a:lnTo>
                <a:lnTo>
                  <a:pt x="358" y="2058"/>
                </a:lnTo>
                <a:lnTo>
                  <a:pt x="344" y="2047"/>
                </a:lnTo>
                <a:lnTo>
                  <a:pt x="338" y="2038"/>
                </a:lnTo>
                <a:lnTo>
                  <a:pt x="335" y="2027"/>
                </a:lnTo>
                <a:lnTo>
                  <a:pt x="331" y="2018"/>
                </a:lnTo>
                <a:lnTo>
                  <a:pt x="326" y="2007"/>
                </a:lnTo>
                <a:lnTo>
                  <a:pt x="317" y="2000"/>
                </a:lnTo>
                <a:lnTo>
                  <a:pt x="297" y="1994"/>
                </a:lnTo>
                <a:lnTo>
                  <a:pt x="277" y="1989"/>
                </a:lnTo>
                <a:lnTo>
                  <a:pt x="257" y="1983"/>
                </a:lnTo>
                <a:lnTo>
                  <a:pt x="237" y="1976"/>
                </a:lnTo>
                <a:lnTo>
                  <a:pt x="220" y="1965"/>
                </a:lnTo>
                <a:lnTo>
                  <a:pt x="209" y="1950"/>
                </a:lnTo>
                <a:lnTo>
                  <a:pt x="204" y="1932"/>
                </a:lnTo>
                <a:lnTo>
                  <a:pt x="209" y="1923"/>
                </a:lnTo>
                <a:lnTo>
                  <a:pt x="215" y="1907"/>
                </a:lnTo>
                <a:lnTo>
                  <a:pt x="220" y="1889"/>
                </a:lnTo>
                <a:lnTo>
                  <a:pt x="224" y="1872"/>
                </a:lnTo>
                <a:lnTo>
                  <a:pt x="209" y="1865"/>
                </a:lnTo>
                <a:lnTo>
                  <a:pt x="204" y="1858"/>
                </a:lnTo>
                <a:lnTo>
                  <a:pt x="202" y="1852"/>
                </a:lnTo>
                <a:lnTo>
                  <a:pt x="202" y="1847"/>
                </a:lnTo>
                <a:lnTo>
                  <a:pt x="206" y="1841"/>
                </a:lnTo>
                <a:lnTo>
                  <a:pt x="206" y="1834"/>
                </a:lnTo>
                <a:lnTo>
                  <a:pt x="202" y="1825"/>
                </a:lnTo>
                <a:lnTo>
                  <a:pt x="193" y="1810"/>
                </a:lnTo>
                <a:lnTo>
                  <a:pt x="180" y="1796"/>
                </a:lnTo>
                <a:lnTo>
                  <a:pt x="171" y="1781"/>
                </a:lnTo>
                <a:lnTo>
                  <a:pt x="157" y="1760"/>
                </a:lnTo>
                <a:lnTo>
                  <a:pt x="140" y="1740"/>
                </a:lnTo>
                <a:lnTo>
                  <a:pt x="126" y="1718"/>
                </a:lnTo>
                <a:lnTo>
                  <a:pt x="118" y="1709"/>
                </a:lnTo>
                <a:lnTo>
                  <a:pt x="111" y="1700"/>
                </a:lnTo>
                <a:lnTo>
                  <a:pt x="106" y="1685"/>
                </a:lnTo>
                <a:lnTo>
                  <a:pt x="109" y="1676"/>
                </a:lnTo>
                <a:lnTo>
                  <a:pt x="109" y="1663"/>
                </a:lnTo>
                <a:lnTo>
                  <a:pt x="113" y="1650"/>
                </a:lnTo>
                <a:lnTo>
                  <a:pt x="117" y="1647"/>
                </a:lnTo>
                <a:lnTo>
                  <a:pt x="118" y="1645"/>
                </a:lnTo>
                <a:lnTo>
                  <a:pt x="124" y="1643"/>
                </a:lnTo>
                <a:lnTo>
                  <a:pt x="128" y="1641"/>
                </a:lnTo>
                <a:lnTo>
                  <a:pt x="131" y="1638"/>
                </a:lnTo>
                <a:lnTo>
                  <a:pt x="131" y="1638"/>
                </a:lnTo>
                <a:lnTo>
                  <a:pt x="133" y="1638"/>
                </a:lnTo>
                <a:lnTo>
                  <a:pt x="133" y="1641"/>
                </a:lnTo>
                <a:lnTo>
                  <a:pt x="133" y="1643"/>
                </a:lnTo>
                <a:lnTo>
                  <a:pt x="135" y="1641"/>
                </a:lnTo>
                <a:lnTo>
                  <a:pt x="135" y="1640"/>
                </a:lnTo>
                <a:lnTo>
                  <a:pt x="135" y="1638"/>
                </a:lnTo>
                <a:lnTo>
                  <a:pt x="135" y="1636"/>
                </a:lnTo>
                <a:lnTo>
                  <a:pt x="133" y="1634"/>
                </a:lnTo>
                <a:lnTo>
                  <a:pt x="133" y="1634"/>
                </a:lnTo>
                <a:lnTo>
                  <a:pt x="131" y="1638"/>
                </a:lnTo>
                <a:lnTo>
                  <a:pt x="113" y="1634"/>
                </a:lnTo>
                <a:lnTo>
                  <a:pt x="106" y="1623"/>
                </a:lnTo>
                <a:lnTo>
                  <a:pt x="98" y="1612"/>
                </a:lnTo>
                <a:lnTo>
                  <a:pt x="93" y="1601"/>
                </a:lnTo>
                <a:lnTo>
                  <a:pt x="88" y="1589"/>
                </a:lnTo>
                <a:lnTo>
                  <a:pt x="84" y="1570"/>
                </a:lnTo>
                <a:lnTo>
                  <a:pt x="91" y="1561"/>
                </a:lnTo>
                <a:lnTo>
                  <a:pt x="91" y="1556"/>
                </a:lnTo>
                <a:lnTo>
                  <a:pt x="88" y="1549"/>
                </a:lnTo>
                <a:lnTo>
                  <a:pt x="84" y="1541"/>
                </a:lnTo>
                <a:lnTo>
                  <a:pt x="84" y="1530"/>
                </a:lnTo>
                <a:lnTo>
                  <a:pt x="88" y="1523"/>
                </a:lnTo>
                <a:lnTo>
                  <a:pt x="93" y="1512"/>
                </a:lnTo>
                <a:lnTo>
                  <a:pt x="97" y="1500"/>
                </a:lnTo>
                <a:lnTo>
                  <a:pt x="80" y="1487"/>
                </a:lnTo>
                <a:lnTo>
                  <a:pt x="71" y="1467"/>
                </a:lnTo>
                <a:lnTo>
                  <a:pt x="66" y="1467"/>
                </a:lnTo>
                <a:lnTo>
                  <a:pt x="62" y="1469"/>
                </a:lnTo>
                <a:lnTo>
                  <a:pt x="60" y="1469"/>
                </a:lnTo>
                <a:lnTo>
                  <a:pt x="58" y="1469"/>
                </a:lnTo>
                <a:lnTo>
                  <a:pt x="57" y="1467"/>
                </a:lnTo>
                <a:lnTo>
                  <a:pt x="57" y="1463"/>
                </a:lnTo>
                <a:lnTo>
                  <a:pt x="57" y="1458"/>
                </a:lnTo>
                <a:lnTo>
                  <a:pt x="55" y="1450"/>
                </a:lnTo>
                <a:lnTo>
                  <a:pt x="60" y="1436"/>
                </a:lnTo>
                <a:lnTo>
                  <a:pt x="58" y="1416"/>
                </a:lnTo>
                <a:lnTo>
                  <a:pt x="51" y="1396"/>
                </a:lnTo>
                <a:lnTo>
                  <a:pt x="38" y="1376"/>
                </a:lnTo>
                <a:lnTo>
                  <a:pt x="28" y="1356"/>
                </a:lnTo>
                <a:lnTo>
                  <a:pt x="17" y="1340"/>
                </a:lnTo>
                <a:lnTo>
                  <a:pt x="11" y="1323"/>
                </a:lnTo>
                <a:lnTo>
                  <a:pt x="11" y="1316"/>
                </a:lnTo>
                <a:lnTo>
                  <a:pt x="11" y="1312"/>
                </a:lnTo>
                <a:lnTo>
                  <a:pt x="13" y="1309"/>
                </a:lnTo>
                <a:lnTo>
                  <a:pt x="13" y="1309"/>
                </a:lnTo>
                <a:lnTo>
                  <a:pt x="15" y="1307"/>
                </a:lnTo>
                <a:lnTo>
                  <a:pt x="17" y="1305"/>
                </a:lnTo>
                <a:lnTo>
                  <a:pt x="18" y="1303"/>
                </a:lnTo>
                <a:lnTo>
                  <a:pt x="13" y="1252"/>
                </a:lnTo>
                <a:lnTo>
                  <a:pt x="18" y="1245"/>
                </a:lnTo>
                <a:lnTo>
                  <a:pt x="26" y="1236"/>
                </a:lnTo>
                <a:lnTo>
                  <a:pt x="31" y="1225"/>
                </a:lnTo>
                <a:lnTo>
                  <a:pt x="33" y="1212"/>
                </a:lnTo>
                <a:lnTo>
                  <a:pt x="29" y="1194"/>
                </a:lnTo>
                <a:lnTo>
                  <a:pt x="24" y="1176"/>
                </a:lnTo>
                <a:lnTo>
                  <a:pt x="17" y="1160"/>
                </a:lnTo>
                <a:lnTo>
                  <a:pt x="9" y="1141"/>
                </a:lnTo>
                <a:lnTo>
                  <a:pt x="2" y="1120"/>
                </a:lnTo>
                <a:lnTo>
                  <a:pt x="0" y="1092"/>
                </a:lnTo>
                <a:lnTo>
                  <a:pt x="15" y="1076"/>
                </a:lnTo>
                <a:lnTo>
                  <a:pt x="33" y="1052"/>
                </a:lnTo>
                <a:lnTo>
                  <a:pt x="49" y="1027"/>
                </a:lnTo>
                <a:lnTo>
                  <a:pt x="62" y="1000"/>
                </a:lnTo>
                <a:lnTo>
                  <a:pt x="71" y="978"/>
                </a:lnTo>
                <a:lnTo>
                  <a:pt x="75" y="965"/>
                </a:lnTo>
                <a:lnTo>
                  <a:pt x="80" y="954"/>
                </a:lnTo>
                <a:lnTo>
                  <a:pt x="82" y="945"/>
                </a:lnTo>
                <a:lnTo>
                  <a:pt x="82" y="940"/>
                </a:lnTo>
                <a:lnTo>
                  <a:pt x="82" y="934"/>
                </a:lnTo>
                <a:lnTo>
                  <a:pt x="84" y="929"/>
                </a:lnTo>
                <a:lnTo>
                  <a:pt x="88" y="925"/>
                </a:lnTo>
                <a:lnTo>
                  <a:pt x="89" y="921"/>
                </a:lnTo>
                <a:lnTo>
                  <a:pt x="89" y="918"/>
                </a:lnTo>
                <a:lnTo>
                  <a:pt x="91" y="912"/>
                </a:lnTo>
                <a:lnTo>
                  <a:pt x="89" y="907"/>
                </a:lnTo>
                <a:lnTo>
                  <a:pt x="89" y="905"/>
                </a:lnTo>
                <a:lnTo>
                  <a:pt x="88" y="901"/>
                </a:lnTo>
                <a:lnTo>
                  <a:pt x="84" y="900"/>
                </a:lnTo>
                <a:lnTo>
                  <a:pt x="82" y="896"/>
                </a:lnTo>
                <a:lnTo>
                  <a:pt x="82" y="894"/>
                </a:lnTo>
                <a:lnTo>
                  <a:pt x="82" y="876"/>
                </a:lnTo>
                <a:lnTo>
                  <a:pt x="88" y="860"/>
                </a:lnTo>
                <a:lnTo>
                  <a:pt x="98" y="841"/>
                </a:lnTo>
                <a:lnTo>
                  <a:pt x="108" y="829"/>
                </a:lnTo>
                <a:lnTo>
                  <a:pt x="113" y="818"/>
                </a:lnTo>
                <a:lnTo>
                  <a:pt x="109" y="765"/>
                </a:lnTo>
                <a:lnTo>
                  <a:pt x="111" y="765"/>
                </a:lnTo>
                <a:lnTo>
                  <a:pt x="115" y="763"/>
                </a:lnTo>
                <a:lnTo>
                  <a:pt x="118" y="761"/>
                </a:lnTo>
                <a:lnTo>
                  <a:pt x="122" y="760"/>
                </a:lnTo>
                <a:lnTo>
                  <a:pt x="124" y="758"/>
                </a:lnTo>
                <a:lnTo>
                  <a:pt x="137" y="734"/>
                </a:lnTo>
                <a:lnTo>
                  <a:pt x="144" y="705"/>
                </a:lnTo>
                <a:lnTo>
                  <a:pt x="157" y="705"/>
                </a:lnTo>
                <a:lnTo>
                  <a:pt x="168" y="678"/>
                </a:lnTo>
                <a:lnTo>
                  <a:pt x="184" y="649"/>
                </a:lnTo>
                <a:lnTo>
                  <a:pt x="198" y="621"/>
                </a:lnTo>
                <a:lnTo>
                  <a:pt x="206" y="581"/>
                </a:lnTo>
                <a:lnTo>
                  <a:pt x="218" y="578"/>
                </a:lnTo>
                <a:lnTo>
                  <a:pt x="222" y="560"/>
                </a:lnTo>
                <a:lnTo>
                  <a:pt x="222" y="540"/>
                </a:lnTo>
                <a:lnTo>
                  <a:pt x="226" y="521"/>
                </a:lnTo>
                <a:lnTo>
                  <a:pt x="235" y="505"/>
                </a:lnTo>
                <a:lnTo>
                  <a:pt x="248" y="485"/>
                </a:lnTo>
                <a:lnTo>
                  <a:pt x="257" y="465"/>
                </a:lnTo>
                <a:lnTo>
                  <a:pt x="264" y="438"/>
                </a:lnTo>
                <a:lnTo>
                  <a:pt x="264" y="410"/>
                </a:lnTo>
                <a:lnTo>
                  <a:pt x="266" y="383"/>
                </a:lnTo>
                <a:lnTo>
                  <a:pt x="269" y="358"/>
                </a:lnTo>
                <a:lnTo>
                  <a:pt x="280" y="334"/>
                </a:lnTo>
                <a:lnTo>
                  <a:pt x="268" y="334"/>
                </a:lnTo>
                <a:lnTo>
                  <a:pt x="269" y="312"/>
                </a:lnTo>
                <a:lnTo>
                  <a:pt x="273" y="294"/>
                </a:lnTo>
                <a:lnTo>
                  <a:pt x="280" y="278"/>
                </a:lnTo>
                <a:lnTo>
                  <a:pt x="291" y="281"/>
                </a:lnTo>
                <a:lnTo>
                  <a:pt x="286" y="263"/>
                </a:lnTo>
                <a:lnTo>
                  <a:pt x="284" y="241"/>
                </a:lnTo>
                <a:lnTo>
                  <a:pt x="284" y="218"/>
                </a:lnTo>
                <a:lnTo>
                  <a:pt x="286" y="194"/>
                </a:lnTo>
                <a:lnTo>
                  <a:pt x="282" y="172"/>
                </a:lnTo>
                <a:lnTo>
                  <a:pt x="282" y="152"/>
                </a:lnTo>
                <a:lnTo>
                  <a:pt x="284" y="130"/>
                </a:lnTo>
                <a:lnTo>
                  <a:pt x="282" y="109"/>
                </a:lnTo>
                <a:lnTo>
                  <a:pt x="277" y="98"/>
                </a:lnTo>
                <a:lnTo>
                  <a:pt x="271" y="89"/>
                </a:lnTo>
                <a:lnTo>
                  <a:pt x="266" y="78"/>
                </a:lnTo>
                <a:lnTo>
                  <a:pt x="266" y="65"/>
                </a:lnTo>
                <a:lnTo>
                  <a:pt x="271" y="49"/>
                </a:lnTo>
                <a:lnTo>
                  <a:pt x="277" y="32"/>
                </a:lnTo>
                <a:lnTo>
                  <a:pt x="280" y="12"/>
                </a:lnTo>
                <a:lnTo>
                  <a:pt x="286" y="12"/>
                </a:lnTo>
                <a:lnTo>
                  <a:pt x="288" y="14"/>
                </a:lnTo>
                <a:lnTo>
                  <a:pt x="289" y="14"/>
                </a:lnTo>
                <a:lnTo>
                  <a:pt x="291" y="14"/>
                </a:lnTo>
                <a:lnTo>
                  <a:pt x="293" y="16"/>
                </a:lnTo>
                <a:lnTo>
                  <a:pt x="308" y="27"/>
                </a:lnTo>
                <a:lnTo>
                  <a:pt x="320" y="43"/>
                </a:lnTo>
                <a:lnTo>
                  <a:pt x="331" y="60"/>
                </a:lnTo>
                <a:lnTo>
                  <a:pt x="342" y="72"/>
                </a:lnTo>
                <a:lnTo>
                  <a:pt x="360" y="83"/>
                </a:lnTo>
                <a:lnTo>
                  <a:pt x="384" y="90"/>
                </a:lnTo>
                <a:lnTo>
                  <a:pt x="409" y="94"/>
                </a:lnTo>
                <a:lnTo>
                  <a:pt x="433" y="101"/>
                </a:lnTo>
                <a:lnTo>
                  <a:pt x="433" y="105"/>
                </a:lnTo>
                <a:lnTo>
                  <a:pt x="433" y="107"/>
                </a:lnTo>
                <a:lnTo>
                  <a:pt x="433" y="109"/>
                </a:lnTo>
                <a:lnTo>
                  <a:pt x="433" y="109"/>
                </a:lnTo>
                <a:lnTo>
                  <a:pt x="433" y="110"/>
                </a:lnTo>
                <a:lnTo>
                  <a:pt x="433" y="112"/>
                </a:lnTo>
                <a:lnTo>
                  <a:pt x="438" y="110"/>
                </a:lnTo>
                <a:lnTo>
                  <a:pt x="442" y="110"/>
                </a:lnTo>
                <a:lnTo>
                  <a:pt x="448" y="109"/>
                </a:lnTo>
                <a:lnTo>
                  <a:pt x="453" y="109"/>
                </a:lnTo>
                <a:lnTo>
                  <a:pt x="462" y="109"/>
                </a:lnTo>
                <a:lnTo>
                  <a:pt x="462" y="127"/>
                </a:lnTo>
                <a:lnTo>
                  <a:pt x="466" y="138"/>
                </a:lnTo>
                <a:lnTo>
                  <a:pt x="469" y="149"/>
                </a:lnTo>
                <a:lnTo>
                  <a:pt x="475" y="161"/>
                </a:lnTo>
                <a:lnTo>
                  <a:pt x="475" y="160"/>
                </a:lnTo>
                <a:lnTo>
                  <a:pt x="477" y="158"/>
                </a:lnTo>
                <a:lnTo>
                  <a:pt x="477" y="158"/>
                </a:lnTo>
                <a:lnTo>
                  <a:pt x="477" y="156"/>
                </a:lnTo>
                <a:lnTo>
                  <a:pt x="478" y="152"/>
                </a:lnTo>
                <a:lnTo>
                  <a:pt x="482" y="150"/>
                </a:lnTo>
                <a:lnTo>
                  <a:pt x="484" y="150"/>
                </a:lnTo>
                <a:lnTo>
                  <a:pt x="486" y="149"/>
                </a:lnTo>
                <a:lnTo>
                  <a:pt x="486" y="147"/>
                </a:lnTo>
                <a:lnTo>
                  <a:pt x="486" y="145"/>
                </a:lnTo>
                <a:lnTo>
                  <a:pt x="486" y="141"/>
                </a:lnTo>
                <a:lnTo>
                  <a:pt x="486" y="136"/>
                </a:lnTo>
                <a:lnTo>
                  <a:pt x="484" y="129"/>
                </a:lnTo>
                <a:lnTo>
                  <a:pt x="482" y="118"/>
                </a:lnTo>
                <a:lnTo>
                  <a:pt x="482" y="110"/>
                </a:lnTo>
                <a:lnTo>
                  <a:pt x="482" y="105"/>
                </a:lnTo>
                <a:lnTo>
                  <a:pt x="478" y="92"/>
                </a:lnTo>
                <a:lnTo>
                  <a:pt x="466" y="92"/>
                </a:lnTo>
                <a:lnTo>
                  <a:pt x="466" y="72"/>
                </a:lnTo>
                <a:lnTo>
                  <a:pt x="482" y="72"/>
                </a:lnTo>
                <a:lnTo>
                  <a:pt x="482" y="69"/>
                </a:lnTo>
                <a:lnTo>
                  <a:pt x="484" y="65"/>
                </a:lnTo>
                <a:lnTo>
                  <a:pt x="484" y="63"/>
                </a:lnTo>
                <a:lnTo>
                  <a:pt x="486" y="60"/>
                </a:lnTo>
                <a:lnTo>
                  <a:pt x="489" y="60"/>
                </a:lnTo>
                <a:lnTo>
                  <a:pt x="489" y="49"/>
                </a:lnTo>
                <a:lnTo>
                  <a:pt x="482" y="36"/>
                </a:lnTo>
                <a:lnTo>
                  <a:pt x="473" y="23"/>
                </a:lnTo>
                <a:lnTo>
                  <a:pt x="469" y="9"/>
                </a:lnTo>
                <a:lnTo>
                  <a:pt x="480" y="3"/>
                </a:lnTo>
                <a:lnTo>
                  <a:pt x="495" y="1"/>
                </a:lnTo>
                <a:lnTo>
                  <a:pt x="513" y="0"/>
                </a:ln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0"/>
          <a:fillRef idx="0"/>
          <a:effectRef idx="0"/>
          <a:fontRef idx="minor"/>
        </p:style>
      </p:sp>
      <p:graphicFrame>
        <p:nvGraphicFramePr>
          <p:cNvPr id="1356" name="Chart 4"/>
          <p:cNvGraphicFramePr/>
          <p:nvPr/>
        </p:nvGraphicFramePr>
        <p:xfrm>
          <a:off x="9833040" y="3503160"/>
          <a:ext cx="1533240" cy="149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357" name="Chart 4"/>
          <p:cNvGraphicFramePr/>
          <p:nvPr/>
        </p:nvGraphicFramePr>
        <p:xfrm>
          <a:off x="5632200" y="1924560"/>
          <a:ext cx="1533240" cy="149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358" name="TextShape 2"/>
          <p:cNvSpPr txBox="1"/>
          <p:nvPr/>
        </p:nvSpPr>
        <p:spPr>
          <a:xfrm>
            <a:off x="0" y="184320"/>
            <a:ext cx="12801240" cy="869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720"/>
              </a:spcBef>
              <a:tabLst>
                <a:tab algn="l" pos="0"/>
              </a:tabLst>
            </a:pPr>
            <a:r>
              <a:rPr b="0" lang="en-US" sz="3600" spc="-1" strike="noStrike">
                <a:solidFill>
                  <a:srgbClr val="404040"/>
                </a:solidFill>
                <a:latin typeface="Arial"/>
                <a:ea typeface="Arial Unicode MS"/>
              </a:rPr>
              <a:t>Worldmap Style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9" name="TextShape 3"/>
          <p:cNvSpPr txBox="1"/>
          <p:nvPr/>
        </p:nvSpPr>
        <p:spPr>
          <a:xfrm>
            <a:off x="0" y="1054440"/>
            <a:ext cx="12801240" cy="434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281"/>
              </a:spcBef>
              <a:tabLst>
                <a:tab algn="l" pos="0"/>
              </a:tabLst>
            </a:pPr>
            <a:r>
              <a:rPr b="0" lang="en-US" sz="1400" spc="-1" strike="noStrike">
                <a:solidFill>
                  <a:srgbClr val="404040"/>
                </a:solidFill>
                <a:latin typeface="Arial"/>
                <a:ea typeface="Arial Unicode MS"/>
              </a:rPr>
              <a:t>Insert the title of your subtitle Here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360" name="Group 4"/>
          <p:cNvGrpSpPr/>
          <p:nvPr/>
        </p:nvGrpSpPr>
        <p:grpSpPr>
          <a:xfrm>
            <a:off x="928800" y="1816560"/>
            <a:ext cx="3554280" cy="925920"/>
            <a:chOff x="928800" y="1816560"/>
            <a:chExt cx="3554280" cy="925920"/>
          </a:xfrm>
        </p:grpSpPr>
        <p:sp>
          <p:nvSpPr>
            <p:cNvPr id="1361" name="CustomShape 5"/>
            <p:cNvSpPr/>
            <p:nvPr/>
          </p:nvSpPr>
          <p:spPr>
            <a:xfrm>
              <a:off x="928800" y="2287080"/>
              <a:ext cx="355428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and appeal to your Presentations.   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1362" name="CustomShape 6"/>
            <p:cNvSpPr/>
            <p:nvPr/>
          </p:nvSpPr>
          <p:spPr>
            <a:xfrm>
              <a:off x="928800" y="1816560"/>
              <a:ext cx="3554280" cy="33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1" lang="en-US" sz="16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60%</a:t>
              </a:r>
              <a:endParaRPr b="0" lang="en-US" sz="1600" spc="-1" strike="noStrike">
                <a:latin typeface="Arial"/>
              </a:endParaRPr>
            </a:p>
          </p:txBody>
        </p:sp>
      </p:grpSp>
      <p:grpSp>
        <p:nvGrpSpPr>
          <p:cNvPr id="1363" name="Group 7"/>
          <p:cNvGrpSpPr/>
          <p:nvPr/>
        </p:nvGrpSpPr>
        <p:grpSpPr>
          <a:xfrm>
            <a:off x="928800" y="3562560"/>
            <a:ext cx="3554280" cy="915120"/>
            <a:chOff x="928800" y="3562560"/>
            <a:chExt cx="3554280" cy="915120"/>
          </a:xfrm>
        </p:grpSpPr>
        <p:sp>
          <p:nvSpPr>
            <p:cNvPr id="1364" name="CustomShape 8"/>
            <p:cNvSpPr/>
            <p:nvPr/>
          </p:nvSpPr>
          <p:spPr>
            <a:xfrm>
              <a:off x="928800" y="4022280"/>
              <a:ext cx="355428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and appeal to your Presentations.   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1365" name="CustomShape 9"/>
            <p:cNvSpPr/>
            <p:nvPr/>
          </p:nvSpPr>
          <p:spPr>
            <a:xfrm>
              <a:off x="928800" y="3562560"/>
              <a:ext cx="3554280" cy="33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1" lang="en-US" sz="1600" spc="-1" strike="noStrike">
                  <a:solidFill>
                    <a:srgbClr val="ed1c24"/>
                  </a:solidFill>
                  <a:latin typeface="Arial"/>
                  <a:ea typeface="Arial Unicode MS"/>
                </a:rPr>
                <a:t>70%</a:t>
              </a:r>
              <a:endParaRPr b="0" lang="en-US" sz="1600" spc="-1" strike="noStrike">
                <a:latin typeface="Arial"/>
              </a:endParaRPr>
            </a:p>
          </p:txBody>
        </p:sp>
      </p:grpSp>
      <p:grpSp>
        <p:nvGrpSpPr>
          <p:cNvPr id="1366" name="Group 10"/>
          <p:cNvGrpSpPr/>
          <p:nvPr/>
        </p:nvGrpSpPr>
        <p:grpSpPr>
          <a:xfrm>
            <a:off x="928800" y="5298480"/>
            <a:ext cx="3554280" cy="904680"/>
            <a:chOff x="928800" y="5298480"/>
            <a:chExt cx="3554280" cy="904680"/>
          </a:xfrm>
        </p:grpSpPr>
        <p:sp>
          <p:nvSpPr>
            <p:cNvPr id="1367" name="CustomShape 11"/>
            <p:cNvSpPr/>
            <p:nvPr/>
          </p:nvSpPr>
          <p:spPr>
            <a:xfrm>
              <a:off x="928800" y="5747760"/>
              <a:ext cx="355428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and appeal to your Presentations.   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1368" name="CustomShape 12"/>
            <p:cNvSpPr/>
            <p:nvPr/>
          </p:nvSpPr>
          <p:spPr>
            <a:xfrm>
              <a:off x="928800" y="5298480"/>
              <a:ext cx="3554280" cy="33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1" lang="en-US" sz="16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50%</a:t>
              </a:r>
              <a:endParaRPr b="0" lang="en-US" sz="1600" spc="-1" strike="noStrike">
                <a:latin typeface="Arial"/>
              </a:endParaRPr>
            </a:p>
          </p:txBody>
        </p:sp>
      </p:grpSp>
      <p:sp>
        <p:nvSpPr>
          <p:cNvPr id="1369" name="CustomShape 13"/>
          <p:cNvSpPr/>
          <p:nvPr/>
        </p:nvSpPr>
        <p:spPr>
          <a:xfrm>
            <a:off x="5760000" y="2408040"/>
            <a:ext cx="13449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2400" spc="-1" strike="noStrike">
                <a:solidFill>
                  <a:srgbClr val="404040"/>
                </a:solidFill>
                <a:latin typeface="Arial"/>
                <a:ea typeface="Arial Unicode MS"/>
              </a:rPr>
              <a:t>60%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370" name="CustomShape 14"/>
          <p:cNvSpPr/>
          <p:nvPr/>
        </p:nvSpPr>
        <p:spPr>
          <a:xfrm>
            <a:off x="9927720" y="4023360"/>
            <a:ext cx="13449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2400" spc="-1" strike="noStrike">
                <a:solidFill>
                  <a:srgbClr val="404040"/>
                </a:solidFill>
                <a:latin typeface="Arial"/>
                <a:ea typeface="Arial Unicode MS"/>
              </a:rPr>
              <a:t>55%</a:t>
            </a:r>
            <a:endParaRPr b="0" lang="en-US" sz="2400" spc="-1" strike="noStrike">
              <a:latin typeface="Arial"/>
            </a:endParaRPr>
          </a:p>
        </p:txBody>
      </p:sp>
      <p:graphicFrame>
        <p:nvGraphicFramePr>
          <p:cNvPr id="1371" name="Chart 4"/>
          <p:cNvGraphicFramePr/>
          <p:nvPr/>
        </p:nvGraphicFramePr>
        <p:xfrm>
          <a:off x="7817400" y="4464000"/>
          <a:ext cx="1533240" cy="149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72" name="CustomShape 15"/>
          <p:cNvSpPr/>
          <p:nvPr/>
        </p:nvSpPr>
        <p:spPr>
          <a:xfrm>
            <a:off x="7911720" y="4984560"/>
            <a:ext cx="13449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2400" spc="-1" strike="noStrike">
                <a:solidFill>
                  <a:srgbClr val="ed1c24"/>
                </a:solidFill>
                <a:latin typeface="Arial"/>
                <a:ea typeface="Arial Unicode MS"/>
              </a:rPr>
              <a:t>70%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373" name="" descr=""/>
          <p:cNvPicPr/>
          <p:nvPr/>
        </p:nvPicPr>
        <p:blipFill>
          <a:blip r:embed="rId4"/>
          <a:stretch/>
        </p:blipFill>
        <p:spPr>
          <a:xfrm>
            <a:off x="144720" y="147960"/>
            <a:ext cx="3374640" cy="690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4" name="CustomShape 1"/>
          <p:cNvSpPr/>
          <p:nvPr/>
        </p:nvSpPr>
        <p:spPr>
          <a:xfrm rot="18900000">
            <a:off x="8894160" y="3651120"/>
            <a:ext cx="2610720" cy="2602440"/>
          </a:xfrm>
          <a:prstGeom prst="frame">
            <a:avLst>
              <a:gd name="adj1" fmla="val 483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75" name="CustomShape 2"/>
          <p:cNvSpPr/>
          <p:nvPr/>
        </p:nvSpPr>
        <p:spPr>
          <a:xfrm>
            <a:off x="652320" y="401400"/>
            <a:ext cx="4839480" cy="29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spcBef>
                <a:spcPts val="641"/>
              </a:spcBef>
              <a:tabLst>
                <a:tab algn="l" pos="0"/>
              </a:tabLst>
            </a:pPr>
            <a:r>
              <a:rPr b="1" lang="en-US" sz="3200" spc="-1" strike="noStrike">
                <a:solidFill>
                  <a:srgbClr val="404040"/>
                </a:solidFill>
                <a:latin typeface="Arial"/>
                <a:ea typeface="Arial Unicode MS"/>
              </a:rPr>
              <a:t>Portfolio </a:t>
            </a:r>
            <a:endParaRPr b="0" lang="en-US" sz="3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algn="l" pos="0"/>
              </a:tabLst>
            </a:pPr>
            <a:r>
              <a:rPr b="1" lang="en-US" sz="3200" spc="-1" strike="noStrike">
                <a:solidFill>
                  <a:srgbClr val="404040"/>
                </a:solidFill>
                <a:latin typeface="Arial"/>
                <a:ea typeface="Arial Unicode MS"/>
              </a:rPr>
              <a:t>Presentation</a:t>
            </a:r>
            <a:endParaRPr b="0" lang="en-US" sz="3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algn="l" pos="0"/>
              </a:tabLst>
            </a:pPr>
            <a:r>
              <a:rPr b="1" lang="en-US" sz="3200" spc="-1" strike="noStrike">
                <a:solidFill>
                  <a:srgbClr val="404040"/>
                </a:solidFill>
                <a:latin typeface="Arial"/>
                <a:ea typeface="Arial Unicode MS"/>
              </a:rPr>
              <a:t>Designed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1376" name="CustomShape 3"/>
          <p:cNvSpPr/>
          <p:nvPr/>
        </p:nvSpPr>
        <p:spPr>
          <a:xfrm>
            <a:off x="653040" y="3340800"/>
            <a:ext cx="3729240" cy="155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404040"/>
                </a:solidFill>
                <a:latin typeface="Arial"/>
                <a:ea typeface="Arial Unicode MS"/>
              </a:rPr>
              <a:t>Get a modern PowerPoint  Presentation that is beautifully designed.  Easy to change colors, photos and Text. You can simply impress your audience and add a unique zing and appeal to your Presentations. Get a modern PowerPoint  Presentation that is beautifully designed.  Easy to change colors, photos and Text. Get a modern PowerPoint  Presentation that is beautifully designed. </a:t>
            </a:r>
            <a:endParaRPr b="0" lang="en-US" sz="1200" spc="-1" strike="noStrike">
              <a:latin typeface="Arial"/>
            </a:endParaRPr>
          </a:p>
        </p:txBody>
      </p:sp>
      <p:pic>
        <p:nvPicPr>
          <p:cNvPr id="1377" name="" descr=""/>
          <p:cNvPicPr/>
          <p:nvPr/>
        </p:nvPicPr>
        <p:blipFill>
          <a:blip r:embed="rId1"/>
          <a:stretch/>
        </p:blipFill>
        <p:spPr>
          <a:xfrm>
            <a:off x="144720" y="147960"/>
            <a:ext cx="3374640" cy="690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8" name="Group 1"/>
          <p:cNvGrpSpPr/>
          <p:nvPr/>
        </p:nvGrpSpPr>
        <p:grpSpPr>
          <a:xfrm>
            <a:off x="1902600" y="2327040"/>
            <a:ext cx="9834480" cy="2743920"/>
            <a:chOff x="1902600" y="2327040"/>
            <a:chExt cx="9834480" cy="2743920"/>
          </a:xfrm>
        </p:grpSpPr>
        <p:sp>
          <p:nvSpPr>
            <p:cNvPr id="1379" name="CustomShape 2"/>
            <p:cNvSpPr/>
            <p:nvPr/>
          </p:nvSpPr>
          <p:spPr>
            <a:xfrm>
              <a:off x="9193680" y="2327040"/>
              <a:ext cx="2543400" cy="2743920"/>
            </a:xfrm>
            <a:prstGeom prst="blockArc">
              <a:avLst>
                <a:gd name="adj1" fmla="val 16127381"/>
                <a:gd name="adj2" fmla="val 5490194"/>
                <a:gd name="adj3" fmla="val 4041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380" name="CustomShape 3"/>
            <p:cNvSpPr/>
            <p:nvPr/>
          </p:nvSpPr>
          <p:spPr>
            <a:xfrm>
              <a:off x="1902600" y="2327040"/>
              <a:ext cx="8618040" cy="10836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381" name="CustomShape 4"/>
            <p:cNvSpPr/>
            <p:nvPr/>
          </p:nvSpPr>
          <p:spPr>
            <a:xfrm>
              <a:off x="3370680" y="4962960"/>
              <a:ext cx="7156080" cy="1080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1382" name="TextShape 5"/>
          <p:cNvSpPr txBox="1"/>
          <p:nvPr/>
        </p:nvSpPr>
        <p:spPr>
          <a:xfrm>
            <a:off x="0" y="184320"/>
            <a:ext cx="12801240" cy="869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720"/>
              </a:spcBef>
              <a:tabLst>
                <a:tab algn="l" pos="0"/>
              </a:tabLst>
            </a:pPr>
            <a:r>
              <a:rPr b="0" lang="en-US" sz="3600" spc="-1" strike="noStrike">
                <a:solidFill>
                  <a:srgbClr val="404040"/>
                </a:solidFill>
                <a:latin typeface="Arial"/>
                <a:ea typeface="Arial Unicode MS"/>
              </a:rPr>
              <a:t>Infographic Style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3" name="TextShape 6"/>
          <p:cNvSpPr txBox="1"/>
          <p:nvPr/>
        </p:nvSpPr>
        <p:spPr>
          <a:xfrm>
            <a:off x="0" y="1054440"/>
            <a:ext cx="12801240" cy="434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281"/>
              </a:spcBef>
              <a:tabLst>
                <a:tab algn="l" pos="0"/>
              </a:tabLst>
            </a:pPr>
            <a:r>
              <a:rPr b="0" lang="en-US" sz="1400" spc="-1" strike="noStrike">
                <a:solidFill>
                  <a:srgbClr val="404040"/>
                </a:solidFill>
                <a:latin typeface="Arial"/>
                <a:ea typeface="Arial Unicode MS"/>
              </a:rPr>
              <a:t>Insert the title of your subtitle Here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384" name="Group 7"/>
          <p:cNvGrpSpPr/>
          <p:nvPr/>
        </p:nvGrpSpPr>
        <p:grpSpPr>
          <a:xfrm>
            <a:off x="1288800" y="1704960"/>
            <a:ext cx="1280160" cy="1381320"/>
            <a:chOff x="1288800" y="1704960"/>
            <a:chExt cx="1280160" cy="1381320"/>
          </a:xfrm>
        </p:grpSpPr>
        <p:sp>
          <p:nvSpPr>
            <p:cNvPr id="1385" name="CustomShape 8"/>
            <p:cNvSpPr/>
            <p:nvPr/>
          </p:nvSpPr>
          <p:spPr>
            <a:xfrm>
              <a:off x="1288800" y="1704960"/>
              <a:ext cx="1280160" cy="138132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386" name="CustomShape 9"/>
            <p:cNvSpPr/>
            <p:nvPr/>
          </p:nvSpPr>
          <p:spPr>
            <a:xfrm>
              <a:off x="1400400" y="1826640"/>
              <a:ext cx="1058040" cy="114048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1387" name="Group 10"/>
          <p:cNvGrpSpPr/>
          <p:nvPr/>
        </p:nvGrpSpPr>
        <p:grpSpPr>
          <a:xfrm>
            <a:off x="5050800" y="1704960"/>
            <a:ext cx="1280160" cy="1381320"/>
            <a:chOff x="5050800" y="1704960"/>
            <a:chExt cx="1280160" cy="1381320"/>
          </a:xfrm>
        </p:grpSpPr>
        <p:sp>
          <p:nvSpPr>
            <p:cNvPr id="1388" name="CustomShape 11"/>
            <p:cNvSpPr/>
            <p:nvPr/>
          </p:nvSpPr>
          <p:spPr>
            <a:xfrm>
              <a:off x="5050800" y="1704960"/>
              <a:ext cx="1280160" cy="138132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389" name="CustomShape 12"/>
            <p:cNvSpPr/>
            <p:nvPr/>
          </p:nvSpPr>
          <p:spPr>
            <a:xfrm>
              <a:off x="5162400" y="1826640"/>
              <a:ext cx="1058040" cy="114048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1390" name="Group 13"/>
          <p:cNvGrpSpPr/>
          <p:nvPr/>
        </p:nvGrpSpPr>
        <p:grpSpPr>
          <a:xfrm>
            <a:off x="8812440" y="1704960"/>
            <a:ext cx="1280160" cy="1381320"/>
            <a:chOff x="8812440" y="1704960"/>
            <a:chExt cx="1280160" cy="1381320"/>
          </a:xfrm>
        </p:grpSpPr>
        <p:sp>
          <p:nvSpPr>
            <p:cNvPr id="1391" name="CustomShape 14"/>
            <p:cNvSpPr/>
            <p:nvPr/>
          </p:nvSpPr>
          <p:spPr>
            <a:xfrm>
              <a:off x="8812440" y="1704960"/>
              <a:ext cx="1280160" cy="138132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392" name="CustomShape 15"/>
            <p:cNvSpPr/>
            <p:nvPr/>
          </p:nvSpPr>
          <p:spPr>
            <a:xfrm>
              <a:off x="8924040" y="1826640"/>
              <a:ext cx="1058040" cy="114048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1393" name="Group 16"/>
          <p:cNvGrpSpPr/>
          <p:nvPr/>
        </p:nvGrpSpPr>
        <p:grpSpPr>
          <a:xfrm>
            <a:off x="3169080" y="4324680"/>
            <a:ext cx="1280160" cy="1381680"/>
            <a:chOff x="3169080" y="4324680"/>
            <a:chExt cx="1280160" cy="1381680"/>
          </a:xfrm>
        </p:grpSpPr>
        <p:sp>
          <p:nvSpPr>
            <p:cNvPr id="1394" name="CustomShape 17"/>
            <p:cNvSpPr/>
            <p:nvPr/>
          </p:nvSpPr>
          <p:spPr>
            <a:xfrm>
              <a:off x="3169080" y="4324680"/>
              <a:ext cx="1280160" cy="138168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395" name="CustomShape 18"/>
            <p:cNvSpPr/>
            <p:nvPr/>
          </p:nvSpPr>
          <p:spPr>
            <a:xfrm>
              <a:off x="3280680" y="4446000"/>
              <a:ext cx="1058040" cy="114084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1396" name="Group 19"/>
          <p:cNvGrpSpPr/>
          <p:nvPr/>
        </p:nvGrpSpPr>
        <p:grpSpPr>
          <a:xfrm>
            <a:off x="6932160" y="4324680"/>
            <a:ext cx="1280160" cy="1381680"/>
            <a:chOff x="6932160" y="4324680"/>
            <a:chExt cx="1280160" cy="1381680"/>
          </a:xfrm>
        </p:grpSpPr>
        <p:sp>
          <p:nvSpPr>
            <p:cNvPr id="1397" name="CustomShape 20"/>
            <p:cNvSpPr/>
            <p:nvPr/>
          </p:nvSpPr>
          <p:spPr>
            <a:xfrm>
              <a:off x="6932160" y="4324680"/>
              <a:ext cx="1280160" cy="138168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398" name="CustomShape 21"/>
            <p:cNvSpPr/>
            <p:nvPr/>
          </p:nvSpPr>
          <p:spPr>
            <a:xfrm>
              <a:off x="7042680" y="4446000"/>
              <a:ext cx="1058760" cy="114084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1399" name="Group 22"/>
          <p:cNvGrpSpPr/>
          <p:nvPr/>
        </p:nvGrpSpPr>
        <p:grpSpPr>
          <a:xfrm>
            <a:off x="3595320" y="2165400"/>
            <a:ext cx="428040" cy="462600"/>
            <a:chOff x="3595320" y="2165400"/>
            <a:chExt cx="428040" cy="462600"/>
          </a:xfrm>
        </p:grpSpPr>
        <p:sp>
          <p:nvSpPr>
            <p:cNvPr id="1400" name="CustomShape 23"/>
            <p:cNvSpPr/>
            <p:nvPr/>
          </p:nvSpPr>
          <p:spPr>
            <a:xfrm>
              <a:off x="3595320" y="2165400"/>
              <a:ext cx="428040" cy="46260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401" name="CustomShape 24"/>
            <p:cNvSpPr/>
            <p:nvPr/>
          </p:nvSpPr>
          <p:spPr>
            <a:xfrm>
              <a:off x="3710160" y="2270520"/>
              <a:ext cx="233280" cy="251280"/>
            </a:xfrm>
            <a:prstGeom prst="chevron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1402" name="Group 25"/>
          <p:cNvGrpSpPr/>
          <p:nvPr/>
        </p:nvGrpSpPr>
        <p:grpSpPr>
          <a:xfrm>
            <a:off x="7357680" y="2165400"/>
            <a:ext cx="428040" cy="462600"/>
            <a:chOff x="7357680" y="2165400"/>
            <a:chExt cx="428040" cy="462600"/>
          </a:xfrm>
        </p:grpSpPr>
        <p:sp>
          <p:nvSpPr>
            <p:cNvPr id="1403" name="CustomShape 26"/>
            <p:cNvSpPr/>
            <p:nvPr/>
          </p:nvSpPr>
          <p:spPr>
            <a:xfrm>
              <a:off x="7357680" y="2165400"/>
              <a:ext cx="428040" cy="46260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404" name="CustomShape 27"/>
            <p:cNvSpPr/>
            <p:nvPr/>
          </p:nvSpPr>
          <p:spPr>
            <a:xfrm>
              <a:off x="7472520" y="2270520"/>
              <a:ext cx="233280" cy="251280"/>
            </a:xfrm>
            <a:prstGeom prst="chevron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1405" name="Group 28"/>
          <p:cNvGrpSpPr/>
          <p:nvPr/>
        </p:nvGrpSpPr>
        <p:grpSpPr>
          <a:xfrm>
            <a:off x="5476680" y="4784760"/>
            <a:ext cx="428040" cy="462600"/>
            <a:chOff x="5476680" y="4784760"/>
            <a:chExt cx="428040" cy="462600"/>
          </a:xfrm>
        </p:grpSpPr>
        <p:sp>
          <p:nvSpPr>
            <p:cNvPr id="1406" name="CustomShape 29"/>
            <p:cNvSpPr/>
            <p:nvPr/>
          </p:nvSpPr>
          <p:spPr>
            <a:xfrm rot="10800000">
              <a:off x="5476680" y="4784760"/>
              <a:ext cx="428040" cy="46260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407" name="CustomShape 30"/>
            <p:cNvSpPr/>
            <p:nvPr/>
          </p:nvSpPr>
          <p:spPr>
            <a:xfrm rot="10800000">
              <a:off x="5556960" y="4889880"/>
              <a:ext cx="233280" cy="251280"/>
            </a:xfrm>
            <a:prstGeom prst="chevron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1408" name="Group 31"/>
          <p:cNvGrpSpPr/>
          <p:nvPr/>
        </p:nvGrpSpPr>
        <p:grpSpPr>
          <a:xfrm>
            <a:off x="11436120" y="3474720"/>
            <a:ext cx="428040" cy="462600"/>
            <a:chOff x="11436120" y="3474720"/>
            <a:chExt cx="428040" cy="462600"/>
          </a:xfrm>
        </p:grpSpPr>
        <p:sp>
          <p:nvSpPr>
            <p:cNvPr id="1409" name="CustomShape 32"/>
            <p:cNvSpPr/>
            <p:nvPr/>
          </p:nvSpPr>
          <p:spPr>
            <a:xfrm rot="5400000">
              <a:off x="11418840" y="3492000"/>
              <a:ext cx="462600" cy="42804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410" name="CustomShape 33"/>
            <p:cNvSpPr/>
            <p:nvPr/>
          </p:nvSpPr>
          <p:spPr>
            <a:xfrm rot="5400000">
              <a:off x="11524320" y="3608280"/>
              <a:ext cx="251280" cy="233280"/>
            </a:xfrm>
            <a:prstGeom prst="chevron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1411" name="CustomShape 34"/>
          <p:cNvSpPr/>
          <p:nvPr/>
        </p:nvSpPr>
        <p:spPr>
          <a:xfrm rot="16200000">
            <a:off x="1676520" y="2163240"/>
            <a:ext cx="502920" cy="467280"/>
          </a:xfrm>
          <a:custGeom>
            <a:avLst/>
            <a:gdLst/>
            <a:ahLst/>
            <a:rect l="l" t="t" r="r" b="b"/>
            <a:pathLst>
              <a:path w="3185463" h="3187558">
                <a:moveTo>
                  <a:pt x="764000" y="2343999"/>
                </a:moveTo>
                <a:cubicBezTo>
                  <a:pt x="566798" y="2256389"/>
                  <a:pt x="385374" y="2134753"/>
                  <a:pt x="230072" y="1981662"/>
                </a:cubicBezTo>
                <a:cubicBezTo>
                  <a:pt x="297001" y="2223876"/>
                  <a:pt x="428049" y="2439341"/>
                  <a:pt x="603989" y="2608945"/>
                </a:cubicBezTo>
                <a:cubicBezTo>
                  <a:pt x="667739" y="2525681"/>
                  <a:pt x="720588" y="2436567"/>
                  <a:pt x="764000" y="2343999"/>
                </a:cubicBezTo>
                <a:close/>
                <a:moveTo>
                  <a:pt x="783530" y="862903"/>
                </a:moveTo>
                <a:cubicBezTo>
                  <a:pt x="737619" y="760936"/>
                  <a:pt x="681240" y="662513"/>
                  <a:pt x="611676" y="571152"/>
                </a:cubicBezTo>
                <a:cubicBezTo>
                  <a:pt x="419218" y="754019"/>
                  <a:pt x="279227" y="991173"/>
                  <a:pt x="215545" y="1258034"/>
                </a:cubicBezTo>
                <a:cubicBezTo>
                  <a:pt x="378729" y="1090139"/>
                  <a:pt x="571934" y="956907"/>
                  <a:pt x="783530" y="862903"/>
                </a:cubicBezTo>
                <a:close/>
                <a:moveTo>
                  <a:pt x="935657" y="1673146"/>
                </a:moveTo>
                <a:lnTo>
                  <a:pt x="227023" y="1673146"/>
                </a:lnTo>
                <a:cubicBezTo>
                  <a:pt x="393068" y="1882941"/>
                  <a:pt x="605618" y="2045968"/>
                  <a:pt x="844267" y="2153109"/>
                </a:cubicBezTo>
                <a:cubicBezTo>
                  <a:pt x="897907" y="1997390"/>
                  <a:pt x="928862" y="1835739"/>
                  <a:pt x="935657" y="1673146"/>
                </a:cubicBezTo>
                <a:close/>
                <a:moveTo>
                  <a:pt x="935928" y="1493146"/>
                </a:moveTo>
                <a:cubicBezTo>
                  <a:pt x="928922" y="1345638"/>
                  <a:pt x="902278" y="1198995"/>
                  <a:pt x="856775" y="1056956"/>
                </a:cubicBezTo>
                <a:cubicBezTo>
                  <a:pt x="636768" y="1156959"/>
                  <a:pt x="439487" y="1304654"/>
                  <a:pt x="281464" y="1493146"/>
                </a:cubicBezTo>
                <a:close/>
                <a:moveTo>
                  <a:pt x="1469785" y="2515107"/>
                </a:moveTo>
                <a:cubicBezTo>
                  <a:pt x="1283000" y="2508124"/>
                  <a:pt x="1100523" y="2472287"/>
                  <a:pt x="927628" y="2411229"/>
                </a:cubicBezTo>
                <a:cubicBezTo>
                  <a:pt x="876831" y="2520843"/>
                  <a:pt x="814172" y="2626182"/>
                  <a:pt x="738220" y="2724387"/>
                </a:cubicBezTo>
                <a:cubicBezTo>
                  <a:pt x="944637" y="2881665"/>
                  <a:pt x="1196120" y="2982471"/>
                  <a:pt x="1469785" y="3005418"/>
                </a:cubicBezTo>
                <a:close/>
                <a:moveTo>
                  <a:pt x="1469785" y="1673146"/>
                </a:moveTo>
                <a:lnTo>
                  <a:pt x="1112275" y="1673146"/>
                </a:lnTo>
                <a:cubicBezTo>
                  <a:pt x="1105327" y="1858153"/>
                  <a:pt x="1070032" y="2042144"/>
                  <a:pt x="1008001" y="2219039"/>
                </a:cubicBezTo>
                <a:cubicBezTo>
                  <a:pt x="1155519" y="2270408"/>
                  <a:pt x="1310845" y="2300826"/>
                  <a:pt x="1469785" y="2307834"/>
                </a:cubicBezTo>
                <a:close/>
                <a:moveTo>
                  <a:pt x="1469785" y="898989"/>
                </a:moveTo>
                <a:cubicBezTo>
                  <a:pt x="1315103" y="907762"/>
                  <a:pt x="1164166" y="938783"/>
                  <a:pt x="1020939" y="990066"/>
                </a:cubicBezTo>
                <a:cubicBezTo>
                  <a:pt x="1074574" y="1153655"/>
                  <a:pt x="1105461" y="1322925"/>
                  <a:pt x="1112368" y="1493146"/>
                </a:cubicBezTo>
                <a:lnTo>
                  <a:pt x="1469785" y="1493146"/>
                </a:lnTo>
                <a:close/>
                <a:moveTo>
                  <a:pt x="1469785" y="182141"/>
                </a:moveTo>
                <a:cubicBezTo>
                  <a:pt x="1199839" y="204777"/>
                  <a:pt x="951477" y="303168"/>
                  <a:pt x="746615" y="456764"/>
                </a:cubicBezTo>
                <a:cubicBezTo>
                  <a:pt x="828296" y="562801"/>
                  <a:pt x="894225" y="677310"/>
                  <a:pt x="947434" y="796072"/>
                </a:cubicBezTo>
                <a:cubicBezTo>
                  <a:pt x="1113886" y="736067"/>
                  <a:pt x="1289644" y="700323"/>
                  <a:pt x="1469785" y="691530"/>
                </a:cubicBezTo>
                <a:close/>
                <a:moveTo>
                  <a:pt x="2150063" y="992171"/>
                </a:moveTo>
                <a:cubicBezTo>
                  <a:pt x="1990712" y="935501"/>
                  <a:pt x="1822242" y="902595"/>
                  <a:pt x="1649785" y="897224"/>
                </a:cubicBezTo>
                <a:lnTo>
                  <a:pt x="1649785" y="1493146"/>
                </a:lnTo>
                <a:lnTo>
                  <a:pt x="2063712" y="1493146"/>
                </a:lnTo>
                <a:cubicBezTo>
                  <a:pt x="2069089" y="1323887"/>
                  <a:pt x="2098366" y="1155330"/>
                  <a:pt x="2150063" y="992171"/>
                </a:cubicBezTo>
                <a:close/>
                <a:moveTo>
                  <a:pt x="2168848" y="2199110"/>
                </a:moveTo>
                <a:cubicBezTo>
                  <a:pt x="2108555" y="2028681"/>
                  <a:pt x="2073581" y="1851532"/>
                  <a:pt x="2065295" y="1673146"/>
                </a:cubicBezTo>
                <a:lnTo>
                  <a:pt x="1649785" y="1673146"/>
                </a:lnTo>
                <a:lnTo>
                  <a:pt x="1649785" y="2307299"/>
                </a:lnTo>
                <a:cubicBezTo>
                  <a:pt x="1829404" y="2299517"/>
                  <a:pt x="2004315" y="2261965"/>
                  <a:pt x="2168848" y="2199110"/>
                </a:cubicBezTo>
                <a:close/>
                <a:moveTo>
                  <a:pt x="2422394" y="446879"/>
                </a:moveTo>
                <a:cubicBezTo>
                  <a:pt x="2204309" y="287209"/>
                  <a:pt x="1938140" y="189883"/>
                  <a:pt x="1649785" y="178919"/>
                </a:cubicBezTo>
                <a:lnTo>
                  <a:pt x="1649785" y="689876"/>
                </a:lnTo>
                <a:cubicBezTo>
                  <a:pt x="1846998" y="695154"/>
                  <a:pt x="2039668" y="732502"/>
                  <a:pt x="2221721" y="797410"/>
                </a:cubicBezTo>
                <a:cubicBezTo>
                  <a:pt x="2275056" y="675360"/>
                  <a:pt x="2341760" y="557662"/>
                  <a:pt x="2422394" y="446879"/>
                </a:cubicBezTo>
                <a:close/>
                <a:moveTo>
                  <a:pt x="2447278" y="2722123"/>
                </a:moveTo>
                <a:cubicBezTo>
                  <a:pt x="2366121" y="2618714"/>
                  <a:pt x="2299534" y="2507403"/>
                  <a:pt x="2246145" y="2391362"/>
                </a:cubicBezTo>
                <a:cubicBezTo>
                  <a:pt x="2057375" y="2464119"/>
                  <a:pt x="1856285" y="2506958"/>
                  <a:pt x="1649785" y="2514779"/>
                </a:cubicBezTo>
                <a:lnTo>
                  <a:pt x="1649785" y="3008639"/>
                </a:lnTo>
                <a:cubicBezTo>
                  <a:pt x="1949198" y="2997255"/>
                  <a:pt x="2224691" y="2892757"/>
                  <a:pt x="2447278" y="2722123"/>
                </a:cubicBezTo>
                <a:close/>
                <a:moveTo>
                  <a:pt x="2878934" y="1493146"/>
                </a:moveTo>
                <a:cubicBezTo>
                  <a:pt x="2723190" y="1307255"/>
                  <a:pt x="2529440" y="1161128"/>
                  <a:pt x="2313862" y="1060620"/>
                </a:cubicBezTo>
                <a:cubicBezTo>
                  <a:pt x="2270535" y="1201714"/>
                  <a:pt x="2245604" y="1347104"/>
                  <a:pt x="2240109" y="1493146"/>
                </a:cubicBezTo>
                <a:close/>
                <a:moveTo>
                  <a:pt x="2890636" y="1673146"/>
                </a:moveTo>
                <a:lnTo>
                  <a:pt x="2241814" y="1673146"/>
                </a:lnTo>
                <a:cubicBezTo>
                  <a:pt x="2249736" y="1827102"/>
                  <a:pt x="2279520" y="1979973"/>
                  <a:pt x="2329964" y="2127513"/>
                </a:cubicBezTo>
                <a:cubicBezTo>
                  <a:pt x="2545677" y="2019923"/>
                  <a:pt x="2738160" y="1866413"/>
                  <a:pt x="2890636" y="1673146"/>
                </a:cubicBezTo>
                <a:close/>
                <a:moveTo>
                  <a:pt x="2973035" y="1284386"/>
                </a:moveTo>
                <a:cubicBezTo>
                  <a:pt x="2912066" y="1001840"/>
                  <a:pt x="2765308" y="751379"/>
                  <a:pt x="2561381" y="561108"/>
                </a:cubicBezTo>
                <a:cubicBezTo>
                  <a:pt x="2489321" y="656437"/>
                  <a:pt x="2431363" y="759225"/>
                  <a:pt x="2384553" y="865647"/>
                </a:cubicBezTo>
                <a:cubicBezTo>
                  <a:pt x="2604520" y="964977"/>
                  <a:pt x="2804622" y="1106677"/>
                  <a:pt x="2973035" y="1284386"/>
                </a:cubicBezTo>
                <a:close/>
                <a:moveTo>
                  <a:pt x="2974277" y="1897328"/>
                </a:moveTo>
                <a:cubicBezTo>
                  <a:pt x="2812488" y="2073933"/>
                  <a:pt x="2619878" y="2216690"/>
                  <a:pt x="2407486" y="2319665"/>
                </a:cubicBezTo>
                <a:cubicBezTo>
                  <a:pt x="2454169" y="2420503"/>
                  <a:pt x="2511856" y="2517376"/>
                  <a:pt x="2582047" y="2607468"/>
                </a:cubicBezTo>
                <a:cubicBezTo>
                  <a:pt x="2776399" y="2417974"/>
                  <a:pt x="2916061" y="2172750"/>
                  <a:pt x="2974277" y="1897328"/>
                </a:cubicBezTo>
                <a:close/>
                <a:moveTo>
                  <a:pt x="3185463" y="1593779"/>
                </a:moveTo>
                <a:cubicBezTo>
                  <a:pt x="3185463" y="2473999"/>
                  <a:pt x="2471904" y="3187558"/>
                  <a:pt x="1591684" y="3187558"/>
                </a:cubicBezTo>
                <a:cubicBezTo>
                  <a:pt x="738111" y="3187558"/>
                  <a:pt x="41261" y="2516549"/>
                  <a:pt x="1913" y="1673146"/>
                </a:cubicBezTo>
                <a:lnTo>
                  <a:pt x="0" y="1673146"/>
                </a:lnTo>
                <a:lnTo>
                  <a:pt x="0" y="1493146"/>
                </a:lnTo>
                <a:lnTo>
                  <a:pt x="2750" y="1493146"/>
                </a:lnTo>
                <a:cubicBezTo>
                  <a:pt x="50490" y="700174"/>
                  <a:pt x="679654" y="64473"/>
                  <a:pt x="1469785" y="6156"/>
                </a:cubicBezTo>
                <a:lnTo>
                  <a:pt x="1469785" y="0"/>
                </a:lnTo>
                <a:lnTo>
                  <a:pt x="1591684" y="0"/>
                </a:lnTo>
                <a:lnTo>
                  <a:pt x="1649785" y="0"/>
                </a:lnTo>
                <a:lnTo>
                  <a:pt x="1649785" y="2934"/>
                </a:lnTo>
                <a:cubicBezTo>
                  <a:pt x="2503127" y="31654"/>
                  <a:pt x="3185463" y="733032"/>
                  <a:pt x="3185463" y="159377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412" name="CustomShape 35"/>
          <p:cNvSpPr/>
          <p:nvPr/>
        </p:nvSpPr>
        <p:spPr>
          <a:xfrm>
            <a:off x="9241920" y="2189520"/>
            <a:ext cx="425160" cy="382680"/>
          </a:xfrm>
          <a:custGeom>
            <a:avLst/>
            <a:gdLst/>
            <a:ahLst/>
            <a:rect l="l" t="t" r="r" b="b"/>
            <a:pathLst>
              <a:path w="3186824" h="2663936">
                <a:moveTo>
                  <a:pt x="2624444" y="2376100"/>
                </a:moveTo>
                <a:lnTo>
                  <a:pt x="2624444" y="2520100"/>
                </a:lnTo>
                <a:lnTo>
                  <a:pt x="2952463" y="2520100"/>
                </a:lnTo>
                <a:lnTo>
                  <a:pt x="2952463" y="2376100"/>
                </a:lnTo>
                <a:close/>
                <a:moveTo>
                  <a:pt x="210911" y="2376100"/>
                </a:moveTo>
                <a:lnTo>
                  <a:pt x="210911" y="2520100"/>
                </a:lnTo>
                <a:lnTo>
                  <a:pt x="538930" y="2520100"/>
                </a:lnTo>
                <a:lnTo>
                  <a:pt x="538930" y="2376100"/>
                </a:lnTo>
                <a:close/>
                <a:moveTo>
                  <a:pt x="2624444" y="2095269"/>
                </a:moveTo>
                <a:lnTo>
                  <a:pt x="2624444" y="2239269"/>
                </a:lnTo>
                <a:lnTo>
                  <a:pt x="2952463" y="2239269"/>
                </a:lnTo>
                <a:lnTo>
                  <a:pt x="2952463" y="2095269"/>
                </a:lnTo>
                <a:close/>
                <a:moveTo>
                  <a:pt x="210911" y="2095269"/>
                </a:moveTo>
                <a:lnTo>
                  <a:pt x="210911" y="2239269"/>
                </a:lnTo>
                <a:lnTo>
                  <a:pt x="538930" y="2239269"/>
                </a:lnTo>
                <a:lnTo>
                  <a:pt x="538930" y="2095269"/>
                </a:lnTo>
                <a:close/>
                <a:moveTo>
                  <a:pt x="2624444" y="1814436"/>
                </a:moveTo>
                <a:lnTo>
                  <a:pt x="2624444" y="1958436"/>
                </a:lnTo>
                <a:lnTo>
                  <a:pt x="2952463" y="1958436"/>
                </a:lnTo>
                <a:lnTo>
                  <a:pt x="2952463" y="1814436"/>
                </a:lnTo>
                <a:close/>
                <a:moveTo>
                  <a:pt x="210911" y="1814436"/>
                </a:moveTo>
                <a:lnTo>
                  <a:pt x="210911" y="1958436"/>
                </a:lnTo>
                <a:lnTo>
                  <a:pt x="538930" y="1958436"/>
                </a:lnTo>
                <a:lnTo>
                  <a:pt x="538930" y="1814436"/>
                </a:lnTo>
                <a:close/>
                <a:moveTo>
                  <a:pt x="2624444" y="1533603"/>
                </a:moveTo>
                <a:lnTo>
                  <a:pt x="2624444" y="1677603"/>
                </a:lnTo>
                <a:lnTo>
                  <a:pt x="2952463" y="1677603"/>
                </a:lnTo>
                <a:lnTo>
                  <a:pt x="2952463" y="1533603"/>
                </a:lnTo>
                <a:close/>
                <a:moveTo>
                  <a:pt x="210911" y="1533603"/>
                </a:moveTo>
                <a:lnTo>
                  <a:pt x="210911" y="1677603"/>
                </a:lnTo>
                <a:lnTo>
                  <a:pt x="538930" y="1677603"/>
                </a:lnTo>
                <a:lnTo>
                  <a:pt x="538930" y="1533603"/>
                </a:lnTo>
                <a:close/>
                <a:moveTo>
                  <a:pt x="2624444" y="1252770"/>
                </a:moveTo>
                <a:lnTo>
                  <a:pt x="2624444" y="1396770"/>
                </a:lnTo>
                <a:lnTo>
                  <a:pt x="2952463" y="1396770"/>
                </a:lnTo>
                <a:lnTo>
                  <a:pt x="2952463" y="1252770"/>
                </a:lnTo>
                <a:close/>
                <a:moveTo>
                  <a:pt x="210911" y="1252770"/>
                </a:moveTo>
                <a:lnTo>
                  <a:pt x="210911" y="1396770"/>
                </a:lnTo>
                <a:lnTo>
                  <a:pt x="538930" y="1396770"/>
                </a:lnTo>
                <a:lnTo>
                  <a:pt x="538930" y="1252770"/>
                </a:lnTo>
                <a:close/>
                <a:moveTo>
                  <a:pt x="2624444" y="971937"/>
                </a:moveTo>
                <a:lnTo>
                  <a:pt x="2624444" y="1115937"/>
                </a:lnTo>
                <a:lnTo>
                  <a:pt x="2952463" y="1115937"/>
                </a:lnTo>
                <a:lnTo>
                  <a:pt x="2952463" y="971937"/>
                </a:lnTo>
                <a:close/>
                <a:moveTo>
                  <a:pt x="210911" y="971937"/>
                </a:moveTo>
                <a:lnTo>
                  <a:pt x="210911" y="1115937"/>
                </a:lnTo>
                <a:lnTo>
                  <a:pt x="538930" y="1115937"/>
                </a:lnTo>
                <a:lnTo>
                  <a:pt x="538930" y="971937"/>
                </a:lnTo>
                <a:close/>
                <a:moveTo>
                  <a:pt x="2624444" y="691104"/>
                </a:moveTo>
                <a:lnTo>
                  <a:pt x="2624444" y="835104"/>
                </a:lnTo>
                <a:lnTo>
                  <a:pt x="2952463" y="835104"/>
                </a:lnTo>
                <a:lnTo>
                  <a:pt x="2952463" y="691104"/>
                </a:lnTo>
                <a:close/>
                <a:moveTo>
                  <a:pt x="210911" y="691104"/>
                </a:moveTo>
                <a:lnTo>
                  <a:pt x="210911" y="835104"/>
                </a:lnTo>
                <a:lnTo>
                  <a:pt x="538930" y="835104"/>
                </a:lnTo>
                <a:lnTo>
                  <a:pt x="538930" y="691104"/>
                </a:lnTo>
                <a:close/>
                <a:moveTo>
                  <a:pt x="988006" y="552354"/>
                </a:moveTo>
                <a:lnTo>
                  <a:pt x="988006" y="2111583"/>
                </a:lnTo>
                <a:lnTo>
                  <a:pt x="2332169" y="1331969"/>
                </a:lnTo>
                <a:close/>
                <a:moveTo>
                  <a:pt x="2624444" y="410271"/>
                </a:moveTo>
                <a:lnTo>
                  <a:pt x="2624444" y="554271"/>
                </a:lnTo>
                <a:lnTo>
                  <a:pt x="2952463" y="554271"/>
                </a:lnTo>
                <a:lnTo>
                  <a:pt x="2952463" y="410271"/>
                </a:lnTo>
                <a:close/>
                <a:moveTo>
                  <a:pt x="210911" y="410271"/>
                </a:moveTo>
                <a:lnTo>
                  <a:pt x="210911" y="554271"/>
                </a:lnTo>
                <a:lnTo>
                  <a:pt x="538930" y="554271"/>
                </a:lnTo>
                <a:lnTo>
                  <a:pt x="538930" y="410271"/>
                </a:lnTo>
                <a:close/>
                <a:moveTo>
                  <a:pt x="2624444" y="129438"/>
                </a:moveTo>
                <a:lnTo>
                  <a:pt x="2624444" y="273438"/>
                </a:lnTo>
                <a:lnTo>
                  <a:pt x="2952463" y="273438"/>
                </a:lnTo>
                <a:lnTo>
                  <a:pt x="2952463" y="129438"/>
                </a:lnTo>
                <a:close/>
                <a:moveTo>
                  <a:pt x="210911" y="129438"/>
                </a:moveTo>
                <a:lnTo>
                  <a:pt x="210911" y="273438"/>
                </a:lnTo>
                <a:lnTo>
                  <a:pt x="538930" y="273438"/>
                </a:lnTo>
                <a:lnTo>
                  <a:pt x="538930" y="129438"/>
                </a:lnTo>
                <a:close/>
                <a:moveTo>
                  <a:pt x="0" y="0"/>
                </a:moveTo>
                <a:lnTo>
                  <a:pt x="3186824" y="0"/>
                </a:lnTo>
                <a:lnTo>
                  <a:pt x="3186824" y="2663936"/>
                </a:lnTo>
                <a:lnTo>
                  <a:pt x="0" y="266393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413" name="CustomShape 36"/>
          <p:cNvSpPr/>
          <p:nvPr/>
        </p:nvSpPr>
        <p:spPr>
          <a:xfrm rot="8100000">
            <a:off x="5464800" y="2179080"/>
            <a:ext cx="428400" cy="426960"/>
          </a:xfrm>
          <a:custGeom>
            <a:avLst/>
            <a:gdLst/>
            <a:ahLst/>
            <a:rect l="l" t="t" r="r" b="b"/>
            <a:pathLst>
              <a:path w="2483832" h="2483835">
                <a:moveTo>
                  <a:pt x="657616" y="1826218"/>
                </a:moveTo>
                <a:cubicBezTo>
                  <a:pt x="806520" y="1975122"/>
                  <a:pt x="1047940" y="1975122"/>
                  <a:pt x="1196844" y="1826218"/>
                </a:cubicBezTo>
                <a:cubicBezTo>
                  <a:pt x="1345748" y="1677314"/>
                  <a:pt x="1345748" y="1435894"/>
                  <a:pt x="1196844" y="1286990"/>
                </a:cubicBezTo>
                <a:cubicBezTo>
                  <a:pt x="1047940" y="1138086"/>
                  <a:pt x="806520" y="1138086"/>
                  <a:pt x="657616" y="1286990"/>
                </a:cubicBezTo>
                <a:cubicBezTo>
                  <a:pt x="508712" y="1435894"/>
                  <a:pt x="508712" y="1677314"/>
                  <a:pt x="657616" y="1826218"/>
                </a:cubicBezTo>
                <a:close/>
                <a:moveTo>
                  <a:pt x="293335" y="2190500"/>
                </a:moveTo>
                <a:cubicBezTo>
                  <a:pt x="112098" y="2009262"/>
                  <a:pt x="0" y="1758885"/>
                  <a:pt x="0" y="1482325"/>
                </a:cubicBezTo>
                <a:cubicBezTo>
                  <a:pt x="0" y="929206"/>
                  <a:pt x="459290" y="590078"/>
                  <a:pt x="1001509" y="480815"/>
                </a:cubicBezTo>
                <a:cubicBezTo>
                  <a:pt x="1569704" y="366317"/>
                  <a:pt x="1861757" y="259925"/>
                  <a:pt x="2483832" y="0"/>
                </a:cubicBezTo>
                <a:cubicBezTo>
                  <a:pt x="2230640" y="682694"/>
                  <a:pt x="2130986" y="873716"/>
                  <a:pt x="2003018" y="1482325"/>
                </a:cubicBezTo>
                <a:cubicBezTo>
                  <a:pt x="1901990" y="2042180"/>
                  <a:pt x="1554627" y="2483835"/>
                  <a:pt x="1001509" y="2483835"/>
                </a:cubicBezTo>
                <a:cubicBezTo>
                  <a:pt x="724950" y="2483835"/>
                  <a:pt x="474573" y="2371737"/>
                  <a:pt x="293335" y="219050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414" name="CustomShape 37"/>
          <p:cNvSpPr/>
          <p:nvPr/>
        </p:nvSpPr>
        <p:spPr>
          <a:xfrm rot="2700000">
            <a:off x="7394760" y="4690080"/>
            <a:ext cx="324360" cy="618480"/>
          </a:xfrm>
          <a:custGeom>
            <a:avLst/>
            <a:gdLst/>
            <a:ah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415" name="CustomShape 38"/>
          <p:cNvSpPr/>
          <p:nvPr/>
        </p:nvSpPr>
        <p:spPr>
          <a:xfrm>
            <a:off x="3597840" y="4825440"/>
            <a:ext cx="459360" cy="381600"/>
          </a:xfrm>
          <a:custGeom>
            <a:avLst/>
            <a:gdLst/>
            <a:ahLst/>
            <a:rect l="l" t="t" r="r" b="b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1416" name="Group 39"/>
          <p:cNvGrpSpPr/>
          <p:nvPr/>
        </p:nvGrpSpPr>
        <p:grpSpPr>
          <a:xfrm>
            <a:off x="511920" y="3199320"/>
            <a:ext cx="2833560" cy="783360"/>
            <a:chOff x="511920" y="3199320"/>
            <a:chExt cx="2833560" cy="783360"/>
          </a:xfrm>
        </p:grpSpPr>
        <p:sp>
          <p:nvSpPr>
            <p:cNvPr id="1417" name="CustomShape 40"/>
            <p:cNvSpPr/>
            <p:nvPr/>
          </p:nvSpPr>
          <p:spPr>
            <a:xfrm>
              <a:off x="511920" y="3527280"/>
              <a:ext cx="283356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ctr"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zing.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1418" name="CustomShape 41"/>
            <p:cNvSpPr/>
            <p:nvPr/>
          </p:nvSpPr>
          <p:spPr>
            <a:xfrm>
              <a:off x="511920" y="3199320"/>
              <a:ext cx="283356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ctr">
                <a:lnSpc>
                  <a:spcPct val="100000"/>
                </a:lnSpc>
              </a:pPr>
              <a:r>
                <a:rPr b="1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b="0" lang="en-US" sz="1200" spc="-1" strike="noStrike">
                <a:latin typeface="Arial"/>
              </a:endParaRPr>
            </a:p>
          </p:txBody>
        </p:sp>
      </p:grpSp>
      <p:grpSp>
        <p:nvGrpSpPr>
          <p:cNvPr id="1419" name="Group 42"/>
          <p:cNvGrpSpPr/>
          <p:nvPr/>
        </p:nvGrpSpPr>
        <p:grpSpPr>
          <a:xfrm>
            <a:off x="4275720" y="3199320"/>
            <a:ext cx="2833560" cy="783360"/>
            <a:chOff x="4275720" y="3199320"/>
            <a:chExt cx="2833560" cy="783360"/>
          </a:xfrm>
        </p:grpSpPr>
        <p:sp>
          <p:nvSpPr>
            <p:cNvPr id="1420" name="CustomShape 43"/>
            <p:cNvSpPr/>
            <p:nvPr/>
          </p:nvSpPr>
          <p:spPr>
            <a:xfrm>
              <a:off x="4275720" y="3527280"/>
              <a:ext cx="283356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ctr"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zing.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1421" name="CustomShape 44"/>
            <p:cNvSpPr/>
            <p:nvPr/>
          </p:nvSpPr>
          <p:spPr>
            <a:xfrm>
              <a:off x="4275720" y="3199320"/>
              <a:ext cx="283356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ctr">
                <a:lnSpc>
                  <a:spcPct val="100000"/>
                </a:lnSpc>
              </a:pPr>
              <a:r>
                <a:rPr b="1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b="0" lang="en-US" sz="1200" spc="-1" strike="noStrike">
                <a:latin typeface="Arial"/>
              </a:endParaRPr>
            </a:p>
          </p:txBody>
        </p:sp>
      </p:grpSp>
      <p:grpSp>
        <p:nvGrpSpPr>
          <p:cNvPr id="1422" name="Group 45"/>
          <p:cNvGrpSpPr/>
          <p:nvPr/>
        </p:nvGrpSpPr>
        <p:grpSpPr>
          <a:xfrm>
            <a:off x="8036280" y="3199320"/>
            <a:ext cx="2833560" cy="783360"/>
            <a:chOff x="8036280" y="3199320"/>
            <a:chExt cx="2833560" cy="783360"/>
          </a:xfrm>
        </p:grpSpPr>
        <p:sp>
          <p:nvSpPr>
            <p:cNvPr id="1423" name="CustomShape 46"/>
            <p:cNvSpPr/>
            <p:nvPr/>
          </p:nvSpPr>
          <p:spPr>
            <a:xfrm>
              <a:off x="8036280" y="3527280"/>
              <a:ext cx="283356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ctr"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zing.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1424" name="CustomShape 47"/>
            <p:cNvSpPr/>
            <p:nvPr/>
          </p:nvSpPr>
          <p:spPr>
            <a:xfrm>
              <a:off x="8036280" y="3199320"/>
              <a:ext cx="283356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ctr">
                <a:lnSpc>
                  <a:spcPct val="100000"/>
                </a:lnSpc>
              </a:pPr>
              <a:r>
                <a:rPr b="1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b="0" lang="en-US" sz="1200" spc="-1" strike="noStrike">
                <a:latin typeface="Arial"/>
              </a:endParaRPr>
            </a:p>
          </p:txBody>
        </p:sp>
      </p:grpSp>
      <p:grpSp>
        <p:nvGrpSpPr>
          <p:cNvPr id="1425" name="Group 48"/>
          <p:cNvGrpSpPr/>
          <p:nvPr/>
        </p:nvGrpSpPr>
        <p:grpSpPr>
          <a:xfrm>
            <a:off x="2410920" y="5829840"/>
            <a:ext cx="2833560" cy="784080"/>
            <a:chOff x="2410920" y="5829840"/>
            <a:chExt cx="2833560" cy="784080"/>
          </a:xfrm>
        </p:grpSpPr>
        <p:sp>
          <p:nvSpPr>
            <p:cNvPr id="1426" name="CustomShape 49"/>
            <p:cNvSpPr/>
            <p:nvPr/>
          </p:nvSpPr>
          <p:spPr>
            <a:xfrm>
              <a:off x="2410920" y="6158520"/>
              <a:ext cx="283356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ctr"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zing.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1427" name="CustomShape 50"/>
            <p:cNvSpPr/>
            <p:nvPr/>
          </p:nvSpPr>
          <p:spPr>
            <a:xfrm>
              <a:off x="2410920" y="5829840"/>
              <a:ext cx="283356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ctr">
                <a:lnSpc>
                  <a:spcPct val="100000"/>
                </a:lnSpc>
              </a:pPr>
              <a:r>
                <a:rPr b="1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b="0" lang="en-US" sz="1200" spc="-1" strike="noStrike">
                <a:latin typeface="Arial"/>
              </a:endParaRPr>
            </a:p>
          </p:txBody>
        </p:sp>
      </p:grpSp>
      <p:grpSp>
        <p:nvGrpSpPr>
          <p:cNvPr id="1428" name="Group 51"/>
          <p:cNvGrpSpPr/>
          <p:nvPr/>
        </p:nvGrpSpPr>
        <p:grpSpPr>
          <a:xfrm>
            <a:off x="6172920" y="5829840"/>
            <a:ext cx="2833560" cy="784080"/>
            <a:chOff x="6172920" y="5829840"/>
            <a:chExt cx="2833560" cy="784080"/>
          </a:xfrm>
        </p:grpSpPr>
        <p:sp>
          <p:nvSpPr>
            <p:cNvPr id="1429" name="CustomShape 52"/>
            <p:cNvSpPr/>
            <p:nvPr/>
          </p:nvSpPr>
          <p:spPr>
            <a:xfrm>
              <a:off x="6172920" y="6158520"/>
              <a:ext cx="283356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ctr"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zing.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1430" name="CustomShape 53"/>
            <p:cNvSpPr/>
            <p:nvPr/>
          </p:nvSpPr>
          <p:spPr>
            <a:xfrm>
              <a:off x="6172920" y="5829840"/>
              <a:ext cx="283356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ctr">
                <a:lnSpc>
                  <a:spcPct val="100000"/>
                </a:lnSpc>
              </a:pPr>
              <a:r>
                <a:rPr b="1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b="0" lang="en-US" sz="1200" spc="-1" strike="noStrike">
                <a:latin typeface="Arial"/>
              </a:endParaRPr>
            </a:p>
          </p:txBody>
        </p:sp>
      </p:grpSp>
      <p:pic>
        <p:nvPicPr>
          <p:cNvPr id="1431" name="" descr=""/>
          <p:cNvPicPr/>
          <p:nvPr/>
        </p:nvPicPr>
        <p:blipFill>
          <a:blip r:embed="rId1"/>
          <a:stretch/>
        </p:blipFill>
        <p:spPr>
          <a:xfrm>
            <a:off x="144720" y="147960"/>
            <a:ext cx="3374640" cy="690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2" name="TextShape 1"/>
          <p:cNvSpPr txBox="1"/>
          <p:nvPr/>
        </p:nvSpPr>
        <p:spPr>
          <a:xfrm>
            <a:off x="0" y="184320"/>
            <a:ext cx="12801240" cy="869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720"/>
              </a:spcBef>
              <a:tabLst>
                <a:tab algn="l" pos="0"/>
              </a:tabLst>
            </a:pPr>
            <a:r>
              <a:rPr b="0" lang="en-US" sz="3600" spc="-1" strike="noStrike">
                <a:solidFill>
                  <a:srgbClr val="404040"/>
                </a:solidFill>
                <a:latin typeface="Arial"/>
                <a:ea typeface="Arial Unicode MS"/>
              </a:rPr>
              <a:t>NetBook Style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3" name="TextShape 2"/>
          <p:cNvSpPr txBox="1"/>
          <p:nvPr/>
        </p:nvSpPr>
        <p:spPr>
          <a:xfrm>
            <a:off x="0" y="1054440"/>
            <a:ext cx="12801240" cy="434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281"/>
              </a:spcBef>
              <a:tabLst>
                <a:tab algn="l" pos="0"/>
              </a:tabLst>
            </a:pPr>
            <a:r>
              <a:rPr b="0" lang="en-US" sz="1400" spc="-1" strike="noStrike">
                <a:solidFill>
                  <a:srgbClr val="404040"/>
                </a:solidFill>
                <a:latin typeface="Arial"/>
                <a:ea typeface="Arial Unicode MS"/>
              </a:rPr>
              <a:t>Insert the title of your subtitle Here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434" name="Group 3"/>
          <p:cNvGrpSpPr/>
          <p:nvPr/>
        </p:nvGrpSpPr>
        <p:grpSpPr>
          <a:xfrm>
            <a:off x="6599880" y="2034000"/>
            <a:ext cx="871920" cy="943200"/>
            <a:chOff x="6599880" y="2034000"/>
            <a:chExt cx="871920" cy="943200"/>
          </a:xfrm>
        </p:grpSpPr>
        <p:sp>
          <p:nvSpPr>
            <p:cNvPr id="1435" name="CustomShape 4"/>
            <p:cNvSpPr/>
            <p:nvPr/>
          </p:nvSpPr>
          <p:spPr>
            <a:xfrm>
              <a:off x="6599880" y="2034000"/>
              <a:ext cx="871920" cy="94320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436" name="CustomShape 5"/>
            <p:cNvSpPr/>
            <p:nvPr/>
          </p:nvSpPr>
          <p:spPr>
            <a:xfrm>
              <a:off x="6675480" y="2116080"/>
              <a:ext cx="721800" cy="77904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1437" name="CustomShape 6"/>
          <p:cNvSpPr/>
          <p:nvPr/>
        </p:nvSpPr>
        <p:spPr>
          <a:xfrm rot="16200000">
            <a:off x="6851160" y="2346840"/>
            <a:ext cx="343080" cy="317520"/>
          </a:xfrm>
          <a:custGeom>
            <a:avLst/>
            <a:gdLst/>
            <a:ahLst/>
            <a:rect l="l" t="t" r="r" b="b"/>
            <a:pathLst>
              <a:path w="3185463" h="3187558">
                <a:moveTo>
                  <a:pt x="764000" y="2343999"/>
                </a:moveTo>
                <a:cubicBezTo>
                  <a:pt x="566798" y="2256389"/>
                  <a:pt x="385374" y="2134753"/>
                  <a:pt x="230072" y="1981662"/>
                </a:cubicBezTo>
                <a:cubicBezTo>
                  <a:pt x="297001" y="2223876"/>
                  <a:pt x="428049" y="2439341"/>
                  <a:pt x="603989" y="2608945"/>
                </a:cubicBezTo>
                <a:cubicBezTo>
                  <a:pt x="667739" y="2525681"/>
                  <a:pt x="720588" y="2436567"/>
                  <a:pt x="764000" y="2343999"/>
                </a:cubicBezTo>
                <a:close/>
                <a:moveTo>
                  <a:pt x="783530" y="862903"/>
                </a:moveTo>
                <a:cubicBezTo>
                  <a:pt x="737619" y="760936"/>
                  <a:pt x="681240" y="662513"/>
                  <a:pt x="611676" y="571152"/>
                </a:cubicBezTo>
                <a:cubicBezTo>
                  <a:pt x="419218" y="754019"/>
                  <a:pt x="279227" y="991173"/>
                  <a:pt x="215545" y="1258034"/>
                </a:cubicBezTo>
                <a:cubicBezTo>
                  <a:pt x="378729" y="1090139"/>
                  <a:pt x="571934" y="956907"/>
                  <a:pt x="783530" y="862903"/>
                </a:cubicBezTo>
                <a:close/>
                <a:moveTo>
                  <a:pt x="935657" y="1673146"/>
                </a:moveTo>
                <a:lnTo>
                  <a:pt x="227023" y="1673146"/>
                </a:lnTo>
                <a:cubicBezTo>
                  <a:pt x="393068" y="1882941"/>
                  <a:pt x="605618" y="2045968"/>
                  <a:pt x="844267" y="2153109"/>
                </a:cubicBezTo>
                <a:cubicBezTo>
                  <a:pt x="897907" y="1997390"/>
                  <a:pt x="928862" y="1835739"/>
                  <a:pt x="935657" y="1673146"/>
                </a:cubicBezTo>
                <a:close/>
                <a:moveTo>
                  <a:pt x="935928" y="1493146"/>
                </a:moveTo>
                <a:cubicBezTo>
                  <a:pt x="928922" y="1345638"/>
                  <a:pt x="902278" y="1198995"/>
                  <a:pt x="856775" y="1056956"/>
                </a:cubicBezTo>
                <a:cubicBezTo>
                  <a:pt x="636768" y="1156959"/>
                  <a:pt x="439487" y="1304654"/>
                  <a:pt x="281464" y="1493146"/>
                </a:cubicBezTo>
                <a:close/>
                <a:moveTo>
                  <a:pt x="1469785" y="2515107"/>
                </a:moveTo>
                <a:cubicBezTo>
                  <a:pt x="1283000" y="2508124"/>
                  <a:pt x="1100523" y="2472287"/>
                  <a:pt x="927628" y="2411229"/>
                </a:cubicBezTo>
                <a:cubicBezTo>
                  <a:pt x="876831" y="2520843"/>
                  <a:pt x="814172" y="2626182"/>
                  <a:pt x="738220" y="2724387"/>
                </a:cubicBezTo>
                <a:cubicBezTo>
                  <a:pt x="944637" y="2881665"/>
                  <a:pt x="1196120" y="2982471"/>
                  <a:pt x="1469785" y="3005418"/>
                </a:cubicBezTo>
                <a:close/>
                <a:moveTo>
                  <a:pt x="1469785" y="1673146"/>
                </a:moveTo>
                <a:lnTo>
                  <a:pt x="1112275" y="1673146"/>
                </a:lnTo>
                <a:cubicBezTo>
                  <a:pt x="1105327" y="1858153"/>
                  <a:pt x="1070032" y="2042144"/>
                  <a:pt x="1008001" y="2219039"/>
                </a:cubicBezTo>
                <a:cubicBezTo>
                  <a:pt x="1155519" y="2270408"/>
                  <a:pt x="1310845" y="2300826"/>
                  <a:pt x="1469785" y="2307834"/>
                </a:cubicBezTo>
                <a:close/>
                <a:moveTo>
                  <a:pt x="1469785" y="898989"/>
                </a:moveTo>
                <a:cubicBezTo>
                  <a:pt x="1315103" y="907762"/>
                  <a:pt x="1164166" y="938783"/>
                  <a:pt x="1020939" y="990066"/>
                </a:cubicBezTo>
                <a:cubicBezTo>
                  <a:pt x="1074574" y="1153655"/>
                  <a:pt x="1105461" y="1322925"/>
                  <a:pt x="1112368" y="1493146"/>
                </a:cubicBezTo>
                <a:lnTo>
                  <a:pt x="1469785" y="1493146"/>
                </a:lnTo>
                <a:close/>
                <a:moveTo>
                  <a:pt x="1469785" y="182141"/>
                </a:moveTo>
                <a:cubicBezTo>
                  <a:pt x="1199839" y="204777"/>
                  <a:pt x="951477" y="303168"/>
                  <a:pt x="746615" y="456764"/>
                </a:cubicBezTo>
                <a:cubicBezTo>
                  <a:pt x="828296" y="562801"/>
                  <a:pt x="894225" y="677310"/>
                  <a:pt x="947434" y="796072"/>
                </a:cubicBezTo>
                <a:cubicBezTo>
                  <a:pt x="1113886" y="736067"/>
                  <a:pt x="1289644" y="700323"/>
                  <a:pt x="1469785" y="691530"/>
                </a:cubicBezTo>
                <a:close/>
                <a:moveTo>
                  <a:pt x="2150063" y="992171"/>
                </a:moveTo>
                <a:cubicBezTo>
                  <a:pt x="1990712" y="935501"/>
                  <a:pt x="1822242" y="902595"/>
                  <a:pt x="1649785" y="897224"/>
                </a:cubicBezTo>
                <a:lnTo>
                  <a:pt x="1649785" y="1493146"/>
                </a:lnTo>
                <a:lnTo>
                  <a:pt x="2063712" y="1493146"/>
                </a:lnTo>
                <a:cubicBezTo>
                  <a:pt x="2069089" y="1323887"/>
                  <a:pt x="2098366" y="1155330"/>
                  <a:pt x="2150063" y="992171"/>
                </a:cubicBezTo>
                <a:close/>
                <a:moveTo>
                  <a:pt x="2168848" y="2199110"/>
                </a:moveTo>
                <a:cubicBezTo>
                  <a:pt x="2108555" y="2028681"/>
                  <a:pt x="2073581" y="1851532"/>
                  <a:pt x="2065295" y="1673146"/>
                </a:cubicBezTo>
                <a:lnTo>
                  <a:pt x="1649785" y="1673146"/>
                </a:lnTo>
                <a:lnTo>
                  <a:pt x="1649785" y="2307299"/>
                </a:lnTo>
                <a:cubicBezTo>
                  <a:pt x="1829404" y="2299517"/>
                  <a:pt x="2004315" y="2261965"/>
                  <a:pt x="2168848" y="2199110"/>
                </a:cubicBezTo>
                <a:close/>
                <a:moveTo>
                  <a:pt x="2422394" y="446879"/>
                </a:moveTo>
                <a:cubicBezTo>
                  <a:pt x="2204309" y="287209"/>
                  <a:pt x="1938140" y="189883"/>
                  <a:pt x="1649785" y="178919"/>
                </a:cubicBezTo>
                <a:lnTo>
                  <a:pt x="1649785" y="689876"/>
                </a:lnTo>
                <a:cubicBezTo>
                  <a:pt x="1846998" y="695154"/>
                  <a:pt x="2039668" y="732502"/>
                  <a:pt x="2221721" y="797410"/>
                </a:cubicBezTo>
                <a:cubicBezTo>
                  <a:pt x="2275056" y="675360"/>
                  <a:pt x="2341760" y="557662"/>
                  <a:pt x="2422394" y="446879"/>
                </a:cubicBezTo>
                <a:close/>
                <a:moveTo>
                  <a:pt x="2447278" y="2722123"/>
                </a:moveTo>
                <a:cubicBezTo>
                  <a:pt x="2366121" y="2618714"/>
                  <a:pt x="2299534" y="2507403"/>
                  <a:pt x="2246145" y="2391362"/>
                </a:cubicBezTo>
                <a:cubicBezTo>
                  <a:pt x="2057375" y="2464119"/>
                  <a:pt x="1856285" y="2506958"/>
                  <a:pt x="1649785" y="2514779"/>
                </a:cubicBezTo>
                <a:lnTo>
                  <a:pt x="1649785" y="3008639"/>
                </a:lnTo>
                <a:cubicBezTo>
                  <a:pt x="1949198" y="2997255"/>
                  <a:pt x="2224691" y="2892757"/>
                  <a:pt x="2447278" y="2722123"/>
                </a:cubicBezTo>
                <a:close/>
                <a:moveTo>
                  <a:pt x="2878934" y="1493146"/>
                </a:moveTo>
                <a:cubicBezTo>
                  <a:pt x="2723190" y="1307255"/>
                  <a:pt x="2529440" y="1161128"/>
                  <a:pt x="2313862" y="1060620"/>
                </a:cubicBezTo>
                <a:cubicBezTo>
                  <a:pt x="2270535" y="1201714"/>
                  <a:pt x="2245604" y="1347104"/>
                  <a:pt x="2240109" y="1493146"/>
                </a:cubicBezTo>
                <a:close/>
                <a:moveTo>
                  <a:pt x="2890636" y="1673146"/>
                </a:moveTo>
                <a:lnTo>
                  <a:pt x="2241814" y="1673146"/>
                </a:lnTo>
                <a:cubicBezTo>
                  <a:pt x="2249736" y="1827102"/>
                  <a:pt x="2279520" y="1979973"/>
                  <a:pt x="2329964" y="2127513"/>
                </a:cubicBezTo>
                <a:cubicBezTo>
                  <a:pt x="2545677" y="2019923"/>
                  <a:pt x="2738160" y="1866413"/>
                  <a:pt x="2890636" y="1673146"/>
                </a:cubicBezTo>
                <a:close/>
                <a:moveTo>
                  <a:pt x="2973035" y="1284386"/>
                </a:moveTo>
                <a:cubicBezTo>
                  <a:pt x="2912066" y="1001840"/>
                  <a:pt x="2765308" y="751379"/>
                  <a:pt x="2561381" y="561108"/>
                </a:cubicBezTo>
                <a:cubicBezTo>
                  <a:pt x="2489321" y="656437"/>
                  <a:pt x="2431363" y="759225"/>
                  <a:pt x="2384553" y="865647"/>
                </a:cubicBezTo>
                <a:cubicBezTo>
                  <a:pt x="2604520" y="964977"/>
                  <a:pt x="2804622" y="1106677"/>
                  <a:pt x="2973035" y="1284386"/>
                </a:cubicBezTo>
                <a:close/>
                <a:moveTo>
                  <a:pt x="2974277" y="1897328"/>
                </a:moveTo>
                <a:cubicBezTo>
                  <a:pt x="2812488" y="2073933"/>
                  <a:pt x="2619878" y="2216690"/>
                  <a:pt x="2407486" y="2319665"/>
                </a:cubicBezTo>
                <a:cubicBezTo>
                  <a:pt x="2454169" y="2420503"/>
                  <a:pt x="2511856" y="2517376"/>
                  <a:pt x="2582047" y="2607468"/>
                </a:cubicBezTo>
                <a:cubicBezTo>
                  <a:pt x="2776399" y="2417974"/>
                  <a:pt x="2916061" y="2172750"/>
                  <a:pt x="2974277" y="1897328"/>
                </a:cubicBezTo>
                <a:close/>
                <a:moveTo>
                  <a:pt x="3185463" y="1593779"/>
                </a:moveTo>
                <a:cubicBezTo>
                  <a:pt x="3185463" y="2473999"/>
                  <a:pt x="2471904" y="3187558"/>
                  <a:pt x="1591684" y="3187558"/>
                </a:cubicBezTo>
                <a:cubicBezTo>
                  <a:pt x="738111" y="3187558"/>
                  <a:pt x="41261" y="2516549"/>
                  <a:pt x="1913" y="1673146"/>
                </a:cubicBezTo>
                <a:lnTo>
                  <a:pt x="0" y="1673146"/>
                </a:lnTo>
                <a:lnTo>
                  <a:pt x="0" y="1493146"/>
                </a:lnTo>
                <a:lnTo>
                  <a:pt x="2750" y="1493146"/>
                </a:lnTo>
                <a:cubicBezTo>
                  <a:pt x="50490" y="700174"/>
                  <a:pt x="679654" y="64473"/>
                  <a:pt x="1469785" y="6156"/>
                </a:cubicBezTo>
                <a:lnTo>
                  <a:pt x="1469785" y="0"/>
                </a:lnTo>
                <a:lnTo>
                  <a:pt x="1591684" y="0"/>
                </a:lnTo>
                <a:lnTo>
                  <a:pt x="1649785" y="0"/>
                </a:lnTo>
                <a:lnTo>
                  <a:pt x="1649785" y="2934"/>
                </a:lnTo>
                <a:cubicBezTo>
                  <a:pt x="2503127" y="31654"/>
                  <a:pt x="3185463" y="733032"/>
                  <a:pt x="3185463" y="159377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1438" name="Group 7"/>
          <p:cNvGrpSpPr/>
          <p:nvPr/>
        </p:nvGrpSpPr>
        <p:grpSpPr>
          <a:xfrm>
            <a:off x="6599880" y="3357360"/>
            <a:ext cx="871920" cy="943200"/>
            <a:chOff x="6599880" y="3357360"/>
            <a:chExt cx="871920" cy="943200"/>
          </a:xfrm>
        </p:grpSpPr>
        <p:sp>
          <p:nvSpPr>
            <p:cNvPr id="1439" name="CustomShape 8"/>
            <p:cNvSpPr/>
            <p:nvPr/>
          </p:nvSpPr>
          <p:spPr>
            <a:xfrm>
              <a:off x="6599880" y="3357360"/>
              <a:ext cx="871920" cy="94320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440" name="CustomShape 9"/>
            <p:cNvSpPr/>
            <p:nvPr/>
          </p:nvSpPr>
          <p:spPr>
            <a:xfrm>
              <a:off x="6675480" y="3439440"/>
              <a:ext cx="721800" cy="77904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1441" name="Group 10"/>
          <p:cNvGrpSpPr/>
          <p:nvPr/>
        </p:nvGrpSpPr>
        <p:grpSpPr>
          <a:xfrm>
            <a:off x="6599880" y="4681440"/>
            <a:ext cx="871920" cy="943200"/>
            <a:chOff x="6599880" y="4681440"/>
            <a:chExt cx="871920" cy="943200"/>
          </a:xfrm>
        </p:grpSpPr>
        <p:sp>
          <p:nvSpPr>
            <p:cNvPr id="1442" name="CustomShape 11"/>
            <p:cNvSpPr/>
            <p:nvPr/>
          </p:nvSpPr>
          <p:spPr>
            <a:xfrm>
              <a:off x="6599880" y="4681440"/>
              <a:ext cx="871920" cy="94320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443" name="CustomShape 12"/>
            <p:cNvSpPr/>
            <p:nvPr/>
          </p:nvSpPr>
          <p:spPr>
            <a:xfrm>
              <a:off x="6675480" y="4763520"/>
              <a:ext cx="721800" cy="77904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1444" name="Group 13"/>
          <p:cNvGrpSpPr/>
          <p:nvPr/>
        </p:nvGrpSpPr>
        <p:grpSpPr>
          <a:xfrm>
            <a:off x="7708680" y="1853280"/>
            <a:ext cx="4334400" cy="784080"/>
            <a:chOff x="7708680" y="1853280"/>
            <a:chExt cx="4334400" cy="784080"/>
          </a:xfrm>
        </p:grpSpPr>
        <p:sp>
          <p:nvSpPr>
            <p:cNvPr id="1445" name="CustomShape 14"/>
            <p:cNvSpPr/>
            <p:nvPr/>
          </p:nvSpPr>
          <p:spPr>
            <a:xfrm>
              <a:off x="7708680" y="2181960"/>
              <a:ext cx="433440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and appeal to your Presentations.     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1446" name="CustomShape 15"/>
            <p:cNvSpPr/>
            <p:nvPr/>
          </p:nvSpPr>
          <p:spPr>
            <a:xfrm>
              <a:off x="7708680" y="1853280"/>
              <a:ext cx="433440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1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b="0" lang="en-US" sz="1200" spc="-1" strike="noStrike">
                <a:latin typeface="Arial"/>
              </a:endParaRPr>
            </a:p>
          </p:txBody>
        </p:sp>
      </p:grpSp>
      <p:sp>
        <p:nvSpPr>
          <p:cNvPr id="1447" name="CustomShape 16"/>
          <p:cNvSpPr/>
          <p:nvPr/>
        </p:nvSpPr>
        <p:spPr>
          <a:xfrm>
            <a:off x="6867360" y="3660120"/>
            <a:ext cx="348840" cy="314640"/>
          </a:xfrm>
          <a:custGeom>
            <a:avLst/>
            <a:gdLst/>
            <a:ahLst/>
            <a:rect l="l" t="t" r="r" b="b"/>
            <a:pathLst>
              <a:path w="3186824" h="2663936">
                <a:moveTo>
                  <a:pt x="2624444" y="2376100"/>
                </a:moveTo>
                <a:lnTo>
                  <a:pt x="2624444" y="2520100"/>
                </a:lnTo>
                <a:lnTo>
                  <a:pt x="2952463" y="2520100"/>
                </a:lnTo>
                <a:lnTo>
                  <a:pt x="2952463" y="2376100"/>
                </a:lnTo>
                <a:close/>
                <a:moveTo>
                  <a:pt x="210911" y="2376100"/>
                </a:moveTo>
                <a:lnTo>
                  <a:pt x="210911" y="2520100"/>
                </a:lnTo>
                <a:lnTo>
                  <a:pt x="538930" y="2520100"/>
                </a:lnTo>
                <a:lnTo>
                  <a:pt x="538930" y="2376100"/>
                </a:lnTo>
                <a:close/>
                <a:moveTo>
                  <a:pt x="2624444" y="2095269"/>
                </a:moveTo>
                <a:lnTo>
                  <a:pt x="2624444" y="2239269"/>
                </a:lnTo>
                <a:lnTo>
                  <a:pt x="2952463" y="2239269"/>
                </a:lnTo>
                <a:lnTo>
                  <a:pt x="2952463" y="2095269"/>
                </a:lnTo>
                <a:close/>
                <a:moveTo>
                  <a:pt x="210911" y="2095269"/>
                </a:moveTo>
                <a:lnTo>
                  <a:pt x="210911" y="2239269"/>
                </a:lnTo>
                <a:lnTo>
                  <a:pt x="538930" y="2239269"/>
                </a:lnTo>
                <a:lnTo>
                  <a:pt x="538930" y="2095269"/>
                </a:lnTo>
                <a:close/>
                <a:moveTo>
                  <a:pt x="2624444" y="1814436"/>
                </a:moveTo>
                <a:lnTo>
                  <a:pt x="2624444" y="1958436"/>
                </a:lnTo>
                <a:lnTo>
                  <a:pt x="2952463" y="1958436"/>
                </a:lnTo>
                <a:lnTo>
                  <a:pt x="2952463" y="1814436"/>
                </a:lnTo>
                <a:close/>
                <a:moveTo>
                  <a:pt x="210911" y="1814436"/>
                </a:moveTo>
                <a:lnTo>
                  <a:pt x="210911" y="1958436"/>
                </a:lnTo>
                <a:lnTo>
                  <a:pt x="538930" y="1958436"/>
                </a:lnTo>
                <a:lnTo>
                  <a:pt x="538930" y="1814436"/>
                </a:lnTo>
                <a:close/>
                <a:moveTo>
                  <a:pt x="2624444" y="1533603"/>
                </a:moveTo>
                <a:lnTo>
                  <a:pt x="2624444" y="1677603"/>
                </a:lnTo>
                <a:lnTo>
                  <a:pt x="2952463" y="1677603"/>
                </a:lnTo>
                <a:lnTo>
                  <a:pt x="2952463" y="1533603"/>
                </a:lnTo>
                <a:close/>
                <a:moveTo>
                  <a:pt x="210911" y="1533603"/>
                </a:moveTo>
                <a:lnTo>
                  <a:pt x="210911" y="1677603"/>
                </a:lnTo>
                <a:lnTo>
                  <a:pt x="538930" y="1677603"/>
                </a:lnTo>
                <a:lnTo>
                  <a:pt x="538930" y="1533603"/>
                </a:lnTo>
                <a:close/>
                <a:moveTo>
                  <a:pt x="2624444" y="1252770"/>
                </a:moveTo>
                <a:lnTo>
                  <a:pt x="2624444" y="1396770"/>
                </a:lnTo>
                <a:lnTo>
                  <a:pt x="2952463" y="1396770"/>
                </a:lnTo>
                <a:lnTo>
                  <a:pt x="2952463" y="1252770"/>
                </a:lnTo>
                <a:close/>
                <a:moveTo>
                  <a:pt x="210911" y="1252770"/>
                </a:moveTo>
                <a:lnTo>
                  <a:pt x="210911" y="1396770"/>
                </a:lnTo>
                <a:lnTo>
                  <a:pt x="538930" y="1396770"/>
                </a:lnTo>
                <a:lnTo>
                  <a:pt x="538930" y="1252770"/>
                </a:lnTo>
                <a:close/>
                <a:moveTo>
                  <a:pt x="2624444" y="971937"/>
                </a:moveTo>
                <a:lnTo>
                  <a:pt x="2624444" y="1115937"/>
                </a:lnTo>
                <a:lnTo>
                  <a:pt x="2952463" y="1115937"/>
                </a:lnTo>
                <a:lnTo>
                  <a:pt x="2952463" y="971937"/>
                </a:lnTo>
                <a:close/>
                <a:moveTo>
                  <a:pt x="210911" y="971937"/>
                </a:moveTo>
                <a:lnTo>
                  <a:pt x="210911" y="1115937"/>
                </a:lnTo>
                <a:lnTo>
                  <a:pt x="538930" y="1115937"/>
                </a:lnTo>
                <a:lnTo>
                  <a:pt x="538930" y="971937"/>
                </a:lnTo>
                <a:close/>
                <a:moveTo>
                  <a:pt x="2624444" y="691104"/>
                </a:moveTo>
                <a:lnTo>
                  <a:pt x="2624444" y="835104"/>
                </a:lnTo>
                <a:lnTo>
                  <a:pt x="2952463" y="835104"/>
                </a:lnTo>
                <a:lnTo>
                  <a:pt x="2952463" y="691104"/>
                </a:lnTo>
                <a:close/>
                <a:moveTo>
                  <a:pt x="210911" y="691104"/>
                </a:moveTo>
                <a:lnTo>
                  <a:pt x="210911" y="835104"/>
                </a:lnTo>
                <a:lnTo>
                  <a:pt x="538930" y="835104"/>
                </a:lnTo>
                <a:lnTo>
                  <a:pt x="538930" y="691104"/>
                </a:lnTo>
                <a:close/>
                <a:moveTo>
                  <a:pt x="988006" y="552354"/>
                </a:moveTo>
                <a:lnTo>
                  <a:pt x="988006" y="2111583"/>
                </a:lnTo>
                <a:lnTo>
                  <a:pt x="2332169" y="1331969"/>
                </a:lnTo>
                <a:close/>
                <a:moveTo>
                  <a:pt x="2624444" y="410271"/>
                </a:moveTo>
                <a:lnTo>
                  <a:pt x="2624444" y="554271"/>
                </a:lnTo>
                <a:lnTo>
                  <a:pt x="2952463" y="554271"/>
                </a:lnTo>
                <a:lnTo>
                  <a:pt x="2952463" y="410271"/>
                </a:lnTo>
                <a:close/>
                <a:moveTo>
                  <a:pt x="210911" y="410271"/>
                </a:moveTo>
                <a:lnTo>
                  <a:pt x="210911" y="554271"/>
                </a:lnTo>
                <a:lnTo>
                  <a:pt x="538930" y="554271"/>
                </a:lnTo>
                <a:lnTo>
                  <a:pt x="538930" y="410271"/>
                </a:lnTo>
                <a:close/>
                <a:moveTo>
                  <a:pt x="2624444" y="129438"/>
                </a:moveTo>
                <a:lnTo>
                  <a:pt x="2624444" y="273438"/>
                </a:lnTo>
                <a:lnTo>
                  <a:pt x="2952463" y="273438"/>
                </a:lnTo>
                <a:lnTo>
                  <a:pt x="2952463" y="129438"/>
                </a:lnTo>
                <a:close/>
                <a:moveTo>
                  <a:pt x="210911" y="129438"/>
                </a:moveTo>
                <a:lnTo>
                  <a:pt x="210911" y="273438"/>
                </a:lnTo>
                <a:lnTo>
                  <a:pt x="538930" y="273438"/>
                </a:lnTo>
                <a:lnTo>
                  <a:pt x="538930" y="129438"/>
                </a:lnTo>
                <a:close/>
                <a:moveTo>
                  <a:pt x="0" y="0"/>
                </a:moveTo>
                <a:lnTo>
                  <a:pt x="3186824" y="0"/>
                </a:lnTo>
                <a:lnTo>
                  <a:pt x="3186824" y="2663936"/>
                </a:lnTo>
                <a:lnTo>
                  <a:pt x="0" y="266393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448" name="CustomShape 17"/>
          <p:cNvSpPr/>
          <p:nvPr/>
        </p:nvSpPr>
        <p:spPr>
          <a:xfrm>
            <a:off x="6850080" y="4974480"/>
            <a:ext cx="377640" cy="312120"/>
          </a:xfrm>
          <a:custGeom>
            <a:avLst/>
            <a:gdLst/>
            <a:ahLst/>
            <a:rect l="l" t="t" r="r" b="b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1449" name="Group 18"/>
          <p:cNvGrpSpPr/>
          <p:nvPr/>
        </p:nvGrpSpPr>
        <p:grpSpPr>
          <a:xfrm>
            <a:off x="7708680" y="3166200"/>
            <a:ext cx="4334400" cy="784080"/>
            <a:chOff x="7708680" y="3166200"/>
            <a:chExt cx="4334400" cy="784080"/>
          </a:xfrm>
        </p:grpSpPr>
        <p:sp>
          <p:nvSpPr>
            <p:cNvPr id="1450" name="CustomShape 19"/>
            <p:cNvSpPr/>
            <p:nvPr/>
          </p:nvSpPr>
          <p:spPr>
            <a:xfrm>
              <a:off x="7708680" y="3494880"/>
              <a:ext cx="433440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and appeal to your Presentations.     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1451" name="CustomShape 20"/>
            <p:cNvSpPr/>
            <p:nvPr/>
          </p:nvSpPr>
          <p:spPr>
            <a:xfrm>
              <a:off x="7708680" y="3166200"/>
              <a:ext cx="433440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1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b="0" lang="en-US" sz="1200" spc="-1" strike="noStrike">
                <a:latin typeface="Arial"/>
              </a:endParaRPr>
            </a:p>
          </p:txBody>
        </p:sp>
      </p:grpSp>
      <p:grpSp>
        <p:nvGrpSpPr>
          <p:cNvPr id="1452" name="Group 21"/>
          <p:cNvGrpSpPr/>
          <p:nvPr/>
        </p:nvGrpSpPr>
        <p:grpSpPr>
          <a:xfrm>
            <a:off x="7708680" y="4478040"/>
            <a:ext cx="4334400" cy="784080"/>
            <a:chOff x="7708680" y="4478040"/>
            <a:chExt cx="4334400" cy="784080"/>
          </a:xfrm>
        </p:grpSpPr>
        <p:sp>
          <p:nvSpPr>
            <p:cNvPr id="1453" name="CustomShape 22"/>
            <p:cNvSpPr/>
            <p:nvPr/>
          </p:nvSpPr>
          <p:spPr>
            <a:xfrm>
              <a:off x="7708680" y="4806720"/>
              <a:ext cx="433440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and appeal to your Presentations.     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1454" name="CustomShape 23"/>
            <p:cNvSpPr/>
            <p:nvPr/>
          </p:nvSpPr>
          <p:spPr>
            <a:xfrm>
              <a:off x="7708680" y="4478040"/>
              <a:ext cx="433440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1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b="0" lang="en-US" sz="1200" spc="-1" strike="noStrike">
                <a:latin typeface="Arial"/>
              </a:endParaRPr>
            </a:p>
          </p:txBody>
        </p:sp>
      </p:grpSp>
      <p:sp>
        <p:nvSpPr>
          <p:cNvPr id="1455" name="CustomShape 24"/>
          <p:cNvSpPr/>
          <p:nvPr/>
        </p:nvSpPr>
        <p:spPr>
          <a:xfrm>
            <a:off x="652320" y="6500160"/>
            <a:ext cx="1139184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Arial"/>
                <a:ea typeface="Arial Unicode MS"/>
              </a:rPr>
              <a:t>Get a modern PowerPoint  Presentation that is beautifully designed.  Easy to change colors, photos and Text. You can simply impress your audience and add a unique zing and appeal to your Presentations. </a:t>
            </a:r>
            <a:endParaRPr b="0" lang="en-US" sz="1200" spc="-1" strike="noStrike">
              <a:latin typeface="Arial"/>
            </a:endParaRPr>
          </a:p>
        </p:txBody>
      </p:sp>
      <p:pic>
        <p:nvPicPr>
          <p:cNvPr id="1456" name="" descr=""/>
          <p:cNvPicPr/>
          <p:nvPr/>
        </p:nvPicPr>
        <p:blipFill>
          <a:blip r:embed="rId1"/>
          <a:stretch/>
        </p:blipFill>
        <p:spPr>
          <a:xfrm>
            <a:off x="144720" y="147960"/>
            <a:ext cx="3374640" cy="690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7" name="TextShape 1"/>
          <p:cNvSpPr txBox="1"/>
          <p:nvPr/>
        </p:nvSpPr>
        <p:spPr>
          <a:xfrm>
            <a:off x="0" y="184320"/>
            <a:ext cx="12801240" cy="869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720"/>
              </a:spcBef>
              <a:tabLst>
                <a:tab algn="l" pos="0"/>
              </a:tabLst>
            </a:pPr>
            <a:r>
              <a:rPr b="0" lang="en-US" sz="3600" spc="-1" strike="noStrike">
                <a:solidFill>
                  <a:srgbClr val="404040"/>
                </a:solidFill>
                <a:latin typeface="Arial"/>
                <a:ea typeface="Arial Unicode MS"/>
              </a:rPr>
              <a:t>Table Style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458" name="Table 2"/>
          <p:cNvGraphicFramePr/>
          <p:nvPr/>
        </p:nvGraphicFramePr>
        <p:xfrm>
          <a:off x="1000800" y="1966680"/>
          <a:ext cx="2552400" cy="4622760"/>
        </p:xfrm>
        <a:graphic>
          <a:graphicData uri="http://schemas.openxmlformats.org/drawingml/2006/table">
            <a:tbl>
              <a:tblPr/>
              <a:tblGrid>
                <a:gridCol w="2552400"/>
              </a:tblGrid>
              <a:tr h="223272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rgbClr val="404040"/>
                          </a:solidFill>
                          <a:latin typeface="Arial"/>
                          <a:ea typeface="Arial Unicode MS"/>
                        </a:rPr>
                        <a:t>Content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1440" marR="91440">
                    <a:lnL w="18720">
                      <a:solidFill>
                        <a:srgbClr val="404040"/>
                      </a:solidFill>
                    </a:lnL>
                    <a:lnR w="18720">
                      <a:solidFill>
                        <a:srgbClr val="404040"/>
                      </a:solidFill>
                    </a:lnR>
                    <a:lnT w="18720">
                      <a:solidFill>
                        <a:srgbClr val="404040"/>
                      </a:solidFill>
                    </a:lnT>
                    <a:lnB w="18720">
                      <a:noFill/>
                    </a:lnB>
                    <a:noFill/>
                  </a:tcPr>
                </a:tc>
              </a:tr>
              <a:tr h="3608280">
                <a:tc>
                  <a:tcPr marL="91440" marR="91440">
                    <a:lnL w="18720">
                      <a:solidFill>
                        <a:srgbClr val="404040"/>
                      </a:solidFill>
                    </a:lnL>
                    <a:lnR w="18720">
                      <a:solidFill>
                        <a:srgbClr val="404040"/>
                      </a:solidFill>
                    </a:lnR>
                    <a:lnT w="18720">
                      <a:noFill/>
                    </a:lnT>
                    <a:lnB w="12240">
                      <a:noFill/>
                    </a:lnB>
                    <a:solidFill>
                      <a:srgbClr val="404040"/>
                    </a:solidFill>
                  </a:tcPr>
                </a:tc>
              </a:tr>
              <a:tr h="276408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3200" spc="-1" strike="noStrike">
                          <a:solidFill>
                            <a:srgbClr val="404040"/>
                          </a:solidFill>
                          <a:latin typeface="Arial"/>
                          <a:ea typeface="Arial Unicode MS"/>
                        </a:rPr>
                        <a:t>$150</a:t>
                      </a:r>
                      <a:endParaRPr b="0" lang="en-US" sz="3200" spc="-1" strike="noStrike">
                        <a:latin typeface="Arial"/>
                      </a:endParaRPr>
                    </a:p>
                  </a:txBody>
                  <a:tcPr marL="91440" marR="91440">
                    <a:lnL w="18720">
                      <a:solidFill>
                        <a:srgbClr val="404040"/>
                      </a:solidFill>
                    </a:lnL>
                    <a:lnR w="18720">
                      <a:solidFill>
                        <a:srgbClr val="404040"/>
                      </a:solidFill>
                    </a:lnR>
                    <a:lnT w="12240">
                      <a:noFill/>
                    </a:lnT>
                    <a:lnB w="936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940212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en-US" sz="27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404040"/>
                          </a:solidFill>
                          <a:latin typeface="Arial"/>
                          <a:ea typeface="Arial Unicode MS"/>
                        </a:rPr>
                        <a:t>Get a modern PowerPoint  Presentation that is beautifully designed. Easy to change colors, photos and Text</a:t>
                      </a:r>
                      <a:endParaRPr b="0" lang="en-US" sz="12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en-US" sz="1200" spc="-1" strike="noStrike">
                        <a:latin typeface="Arial"/>
                      </a:endParaRPr>
                    </a:p>
                  </a:txBody>
                  <a:tcPr marL="91440" marR="91440">
                    <a:lnL w="18720">
                      <a:solidFill>
                        <a:srgbClr val="404040"/>
                      </a:solidFill>
                    </a:lnL>
                    <a:lnR w="18720">
                      <a:solidFill>
                        <a:srgbClr val="40404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18720">
                      <a:solidFill>
                        <a:srgbClr val="404040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459" name="Table 3"/>
          <p:cNvGraphicFramePr/>
          <p:nvPr/>
        </p:nvGraphicFramePr>
        <p:xfrm>
          <a:off x="3744720" y="1966680"/>
          <a:ext cx="2552400" cy="4622760"/>
        </p:xfrm>
        <a:graphic>
          <a:graphicData uri="http://schemas.openxmlformats.org/drawingml/2006/table">
            <a:tbl>
              <a:tblPr/>
              <a:tblGrid>
                <a:gridCol w="2552400"/>
              </a:tblGrid>
              <a:tr h="223272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rgbClr val="404040"/>
                          </a:solidFill>
                          <a:latin typeface="Arial"/>
                          <a:ea typeface="Arial Unicode MS"/>
                        </a:rPr>
                        <a:t>Content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1440" marR="91440">
                    <a:lnL w="18720">
                      <a:solidFill>
                        <a:srgbClr val="404040"/>
                      </a:solidFill>
                    </a:lnL>
                    <a:lnR w="18720">
                      <a:solidFill>
                        <a:srgbClr val="404040"/>
                      </a:solidFill>
                    </a:lnR>
                    <a:lnT w="18720">
                      <a:solidFill>
                        <a:srgbClr val="404040"/>
                      </a:solidFill>
                    </a:lnT>
                    <a:lnB w="18720">
                      <a:noFill/>
                    </a:lnB>
                    <a:noFill/>
                  </a:tcPr>
                </a:tc>
              </a:tr>
              <a:tr h="3608280">
                <a:tc>
                  <a:tcPr marL="91440" marR="91440">
                    <a:lnL w="18720">
                      <a:solidFill>
                        <a:srgbClr val="404040"/>
                      </a:solidFill>
                    </a:lnL>
                    <a:lnR w="18720">
                      <a:solidFill>
                        <a:srgbClr val="404040"/>
                      </a:solidFill>
                    </a:lnR>
                    <a:lnT w="18720">
                      <a:noFill/>
                    </a:lnT>
                    <a:lnB w="12240">
                      <a:noFill/>
                    </a:lnB>
                    <a:solidFill>
                      <a:srgbClr val="ed1c24"/>
                    </a:solidFill>
                  </a:tcPr>
                </a:tc>
              </a:tr>
              <a:tr h="276408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3200" spc="-1" strike="noStrike">
                          <a:solidFill>
                            <a:srgbClr val="ed1c24"/>
                          </a:solidFill>
                          <a:latin typeface="Arial"/>
                          <a:ea typeface="Arial Unicode MS"/>
                        </a:rPr>
                        <a:t>$180</a:t>
                      </a:r>
                      <a:endParaRPr b="0" lang="en-US" sz="3200" spc="-1" strike="noStrike">
                        <a:latin typeface="Arial"/>
                      </a:endParaRPr>
                    </a:p>
                  </a:txBody>
                  <a:tcPr marL="91440" marR="91440">
                    <a:lnL w="18720">
                      <a:solidFill>
                        <a:srgbClr val="404040"/>
                      </a:solidFill>
                    </a:lnL>
                    <a:lnR w="18720">
                      <a:solidFill>
                        <a:srgbClr val="404040"/>
                      </a:solidFill>
                    </a:lnR>
                    <a:lnT w="12240">
                      <a:noFill/>
                    </a:lnT>
                    <a:lnB w="936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940212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en-US" sz="27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404040"/>
                          </a:solidFill>
                          <a:latin typeface="Arial"/>
                          <a:ea typeface="Arial Unicode MS"/>
                        </a:rPr>
                        <a:t>Get a modern PowerPoint  Presentation that is beautifully designed. Easy to change colors, photos and Text</a:t>
                      </a:r>
                      <a:endParaRPr b="0" lang="en-US" sz="12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en-US" sz="1200" spc="-1" strike="noStrike">
                        <a:latin typeface="Arial"/>
                      </a:endParaRPr>
                    </a:p>
                  </a:txBody>
                  <a:tcPr marL="91440" marR="91440">
                    <a:lnL w="18720">
                      <a:solidFill>
                        <a:srgbClr val="404040"/>
                      </a:solidFill>
                    </a:lnL>
                    <a:lnR w="18720">
                      <a:solidFill>
                        <a:srgbClr val="40404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18720">
                      <a:solidFill>
                        <a:srgbClr val="404040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460" name="Table 4"/>
          <p:cNvGraphicFramePr/>
          <p:nvPr/>
        </p:nvGraphicFramePr>
        <p:xfrm>
          <a:off x="6486120" y="1966680"/>
          <a:ext cx="2552400" cy="4622760"/>
        </p:xfrm>
        <a:graphic>
          <a:graphicData uri="http://schemas.openxmlformats.org/drawingml/2006/table">
            <a:tbl>
              <a:tblPr/>
              <a:tblGrid>
                <a:gridCol w="2552400"/>
              </a:tblGrid>
              <a:tr h="223272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rgbClr val="404040"/>
                          </a:solidFill>
                          <a:latin typeface="Arial"/>
                          <a:ea typeface="Arial Unicode MS"/>
                        </a:rPr>
                        <a:t>Content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1440" marR="91440">
                    <a:lnL w="18720">
                      <a:solidFill>
                        <a:srgbClr val="404040"/>
                      </a:solidFill>
                    </a:lnL>
                    <a:lnR w="18720">
                      <a:solidFill>
                        <a:srgbClr val="404040"/>
                      </a:solidFill>
                    </a:lnR>
                    <a:lnT w="18720">
                      <a:solidFill>
                        <a:srgbClr val="404040"/>
                      </a:solidFill>
                    </a:lnT>
                    <a:lnB w="18720">
                      <a:noFill/>
                    </a:lnB>
                    <a:noFill/>
                  </a:tcPr>
                </a:tc>
              </a:tr>
              <a:tr h="3608280">
                <a:tc>
                  <a:tcPr marL="91440" marR="91440">
                    <a:lnL w="18720">
                      <a:solidFill>
                        <a:srgbClr val="404040"/>
                      </a:solidFill>
                    </a:lnL>
                    <a:lnR w="18720">
                      <a:solidFill>
                        <a:srgbClr val="404040"/>
                      </a:solidFill>
                    </a:lnR>
                    <a:lnT w="18720">
                      <a:noFill/>
                    </a:lnT>
                    <a:lnB w="12240">
                      <a:noFill/>
                    </a:lnB>
                    <a:solidFill>
                      <a:srgbClr val="404040"/>
                    </a:solidFill>
                  </a:tcPr>
                </a:tc>
              </a:tr>
              <a:tr h="276408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3200" spc="-1" strike="noStrike">
                          <a:solidFill>
                            <a:srgbClr val="404040"/>
                          </a:solidFill>
                          <a:latin typeface="Arial"/>
                          <a:ea typeface="Arial Unicode MS"/>
                        </a:rPr>
                        <a:t>$130</a:t>
                      </a:r>
                      <a:endParaRPr b="0" lang="en-US" sz="3200" spc="-1" strike="noStrike">
                        <a:latin typeface="Arial"/>
                      </a:endParaRPr>
                    </a:p>
                  </a:txBody>
                  <a:tcPr marL="91440" marR="91440">
                    <a:lnL w="18720">
                      <a:solidFill>
                        <a:srgbClr val="404040"/>
                      </a:solidFill>
                    </a:lnL>
                    <a:lnR w="18720">
                      <a:solidFill>
                        <a:srgbClr val="404040"/>
                      </a:solidFill>
                    </a:lnR>
                    <a:lnT w="12240">
                      <a:noFill/>
                    </a:lnT>
                    <a:lnB w="936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940212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en-US" sz="27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404040"/>
                          </a:solidFill>
                          <a:latin typeface="Arial"/>
                          <a:ea typeface="Arial Unicode MS"/>
                        </a:rPr>
                        <a:t>Get a modern PowerPoint  Presentation that is beautifully designed. Easy to change colors, photos and Text</a:t>
                      </a:r>
                      <a:endParaRPr b="0" lang="en-US" sz="12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en-US" sz="1200" spc="-1" strike="noStrike">
                        <a:latin typeface="Arial"/>
                      </a:endParaRPr>
                    </a:p>
                  </a:txBody>
                  <a:tcPr marL="91440" marR="91440">
                    <a:lnL w="18720">
                      <a:solidFill>
                        <a:srgbClr val="404040"/>
                      </a:solidFill>
                    </a:lnL>
                    <a:lnR w="18720">
                      <a:solidFill>
                        <a:srgbClr val="40404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18720">
                      <a:solidFill>
                        <a:srgbClr val="404040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461" name="Table 5"/>
          <p:cNvGraphicFramePr/>
          <p:nvPr/>
        </p:nvGraphicFramePr>
        <p:xfrm>
          <a:off x="9229680" y="1966680"/>
          <a:ext cx="2552400" cy="4622760"/>
        </p:xfrm>
        <a:graphic>
          <a:graphicData uri="http://schemas.openxmlformats.org/drawingml/2006/table">
            <a:tbl>
              <a:tblPr/>
              <a:tblGrid>
                <a:gridCol w="2552400"/>
              </a:tblGrid>
              <a:tr h="223272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rgbClr val="404040"/>
                          </a:solidFill>
                          <a:latin typeface="Arial"/>
                          <a:ea typeface="Arial Unicode MS"/>
                        </a:rPr>
                        <a:t>Content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1440" marR="91440">
                    <a:lnL w="18720">
                      <a:solidFill>
                        <a:srgbClr val="404040"/>
                      </a:solidFill>
                    </a:lnL>
                    <a:lnR w="18720">
                      <a:solidFill>
                        <a:srgbClr val="404040"/>
                      </a:solidFill>
                    </a:lnR>
                    <a:lnT w="18720">
                      <a:solidFill>
                        <a:srgbClr val="404040"/>
                      </a:solidFill>
                    </a:lnT>
                    <a:lnB w="18720">
                      <a:noFill/>
                    </a:lnB>
                    <a:noFill/>
                  </a:tcPr>
                </a:tc>
              </a:tr>
              <a:tr h="3608280">
                <a:tc>
                  <a:tcPr marL="91440" marR="91440">
                    <a:lnL w="18720">
                      <a:solidFill>
                        <a:srgbClr val="404040"/>
                      </a:solidFill>
                    </a:lnL>
                    <a:lnR w="18720">
                      <a:solidFill>
                        <a:srgbClr val="404040"/>
                      </a:solidFill>
                    </a:lnR>
                    <a:lnT w="18720">
                      <a:noFill/>
                    </a:lnT>
                    <a:lnB w="12240">
                      <a:noFill/>
                    </a:lnB>
                    <a:solidFill>
                      <a:srgbClr val="404040"/>
                    </a:solidFill>
                  </a:tcPr>
                </a:tc>
              </a:tr>
              <a:tr h="276408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3200" spc="-1" strike="noStrike">
                          <a:solidFill>
                            <a:srgbClr val="404040"/>
                          </a:solidFill>
                          <a:latin typeface="Arial"/>
                          <a:ea typeface="Arial Unicode MS"/>
                        </a:rPr>
                        <a:t>$100</a:t>
                      </a:r>
                      <a:endParaRPr b="0" lang="en-US" sz="3200" spc="-1" strike="noStrike">
                        <a:latin typeface="Arial"/>
                      </a:endParaRPr>
                    </a:p>
                  </a:txBody>
                  <a:tcPr marL="91440" marR="91440">
                    <a:lnL w="18720">
                      <a:solidFill>
                        <a:srgbClr val="404040"/>
                      </a:solidFill>
                    </a:lnL>
                    <a:lnR w="18720">
                      <a:solidFill>
                        <a:srgbClr val="404040"/>
                      </a:solidFill>
                    </a:lnR>
                    <a:lnT w="12240">
                      <a:noFill/>
                    </a:lnT>
                    <a:lnB w="936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940212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en-US" sz="27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404040"/>
                          </a:solidFill>
                          <a:latin typeface="Arial"/>
                          <a:ea typeface="Arial Unicode MS"/>
                        </a:rPr>
                        <a:t>Get a modern PowerPoint  Presentation that is beautifully designed. Easy to change colors, photos and Text</a:t>
                      </a:r>
                      <a:endParaRPr b="0" lang="en-US" sz="12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en-US" sz="1200" spc="-1" strike="noStrike">
                        <a:latin typeface="Arial"/>
                      </a:endParaRPr>
                    </a:p>
                  </a:txBody>
                  <a:tcPr marL="91440" marR="91440">
                    <a:lnL w="18720">
                      <a:solidFill>
                        <a:srgbClr val="404040"/>
                      </a:solidFill>
                    </a:lnL>
                    <a:lnR w="18720">
                      <a:solidFill>
                        <a:srgbClr val="40404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18720">
                      <a:solidFill>
                        <a:srgbClr val="40404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462" name="TextShape 6"/>
          <p:cNvSpPr txBox="1"/>
          <p:nvPr/>
        </p:nvSpPr>
        <p:spPr>
          <a:xfrm>
            <a:off x="0" y="1054440"/>
            <a:ext cx="12801240" cy="434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281"/>
              </a:spcBef>
              <a:tabLst>
                <a:tab algn="l" pos="0"/>
              </a:tabLst>
            </a:pPr>
            <a:r>
              <a:rPr b="0" lang="en-US" sz="1400" spc="-1" strike="noStrike">
                <a:solidFill>
                  <a:srgbClr val="404040"/>
                </a:solidFill>
                <a:latin typeface="Arial"/>
                <a:ea typeface="Arial Unicode MS"/>
              </a:rPr>
              <a:t>Insert the title of your subtitle Here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3" name="CustomShape 7"/>
          <p:cNvSpPr/>
          <p:nvPr/>
        </p:nvSpPr>
        <p:spPr>
          <a:xfrm rot="16200000">
            <a:off x="1982880" y="3032640"/>
            <a:ext cx="503280" cy="466560"/>
          </a:xfrm>
          <a:custGeom>
            <a:avLst/>
            <a:gdLst/>
            <a:ahLst/>
            <a:rect l="l" t="t" r="r" b="b"/>
            <a:pathLst>
              <a:path w="3185463" h="3187558">
                <a:moveTo>
                  <a:pt x="764000" y="2343999"/>
                </a:moveTo>
                <a:cubicBezTo>
                  <a:pt x="566798" y="2256389"/>
                  <a:pt x="385374" y="2134753"/>
                  <a:pt x="230072" y="1981662"/>
                </a:cubicBezTo>
                <a:cubicBezTo>
                  <a:pt x="297001" y="2223876"/>
                  <a:pt x="428049" y="2439341"/>
                  <a:pt x="603989" y="2608945"/>
                </a:cubicBezTo>
                <a:cubicBezTo>
                  <a:pt x="667739" y="2525681"/>
                  <a:pt x="720588" y="2436567"/>
                  <a:pt x="764000" y="2343999"/>
                </a:cubicBezTo>
                <a:close/>
                <a:moveTo>
                  <a:pt x="783530" y="862903"/>
                </a:moveTo>
                <a:cubicBezTo>
                  <a:pt x="737619" y="760936"/>
                  <a:pt x="681240" y="662513"/>
                  <a:pt x="611676" y="571152"/>
                </a:cubicBezTo>
                <a:cubicBezTo>
                  <a:pt x="419218" y="754019"/>
                  <a:pt x="279227" y="991173"/>
                  <a:pt x="215545" y="1258034"/>
                </a:cubicBezTo>
                <a:cubicBezTo>
                  <a:pt x="378729" y="1090139"/>
                  <a:pt x="571934" y="956907"/>
                  <a:pt x="783530" y="862903"/>
                </a:cubicBezTo>
                <a:close/>
                <a:moveTo>
                  <a:pt x="935657" y="1673146"/>
                </a:moveTo>
                <a:lnTo>
                  <a:pt x="227023" y="1673146"/>
                </a:lnTo>
                <a:cubicBezTo>
                  <a:pt x="393068" y="1882941"/>
                  <a:pt x="605618" y="2045968"/>
                  <a:pt x="844267" y="2153109"/>
                </a:cubicBezTo>
                <a:cubicBezTo>
                  <a:pt x="897907" y="1997390"/>
                  <a:pt x="928862" y="1835739"/>
                  <a:pt x="935657" y="1673146"/>
                </a:cubicBezTo>
                <a:close/>
                <a:moveTo>
                  <a:pt x="935928" y="1493146"/>
                </a:moveTo>
                <a:cubicBezTo>
                  <a:pt x="928922" y="1345638"/>
                  <a:pt x="902278" y="1198995"/>
                  <a:pt x="856775" y="1056956"/>
                </a:cubicBezTo>
                <a:cubicBezTo>
                  <a:pt x="636768" y="1156959"/>
                  <a:pt x="439487" y="1304654"/>
                  <a:pt x="281464" y="1493146"/>
                </a:cubicBezTo>
                <a:close/>
                <a:moveTo>
                  <a:pt x="1469785" y="2515107"/>
                </a:moveTo>
                <a:cubicBezTo>
                  <a:pt x="1283000" y="2508124"/>
                  <a:pt x="1100523" y="2472287"/>
                  <a:pt x="927628" y="2411229"/>
                </a:cubicBezTo>
                <a:cubicBezTo>
                  <a:pt x="876831" y="2520843"/>
                  <a:pt x="814172" y="2626182"/>
                  <a:pt x="738220" y="2724387"/>
                </a:cubicBezTo>
                <a:cubicBezTo>
                  <a:pt x="944637" y="2881665"/>
                  <a:pt x="1196120" y="2982471"/>
                  <a:pt x="1469785" y="3005418"/>
                </a:cubicBezTo>
                <a:close/>
                <a:moveTo>
                  <a:pt x="1469785" y="1673146"/>
                </a:moveTo>
                <a:lnTo>
                  <a:pt x="1112275" y="1673146"/>
                </a:lnTo>
                <a:cubicBezTo>
                  <a:pt x="1105327" y="1858153"/>
                  <a:pt x="1070032" y="2042144"/>
                  <a:pt x="1008001" y="2219039"/>
                </a:cubicBezTo>
                <a:cubicBezTo>
                  <a:pt x="1155519" y="2270408"/>
                  <a:pt x="1310845" y="2300826"/>
                  <a:pt x="1469785" y="2307834"/>
                </a:cubicBezTo>
                <a:close/>
                <a:moveTo>
                  <a:pt x="1469785" y="898989"/>
                </a:moveTo>
                <a:cubicBezTo>
                  <a:pt x="1315103" y="907762"/>
                  <a:pt x="1164166" y="938783"/>
                  <a:pt x="1020939" y="990066"/>
                </a:cubicBezTo>
                <a:cubicBezTo>
                  <a:pt x="1074574" y="1153655"/>
                  <a:pt x="1105461" y="1322925"/>
                  <a:pt x="1112368" y="1493146"/>
                </a:cubicBezTo>
                <a:lnTo>
                  <a:pt x="1469785" y="1493146"/>
                </a:lnTo>
                <a:close/>
                <a:moveTo>
                  <a:pt x="1469785" y="182141"/>
                </a:moveTo>
                <a:cubicBezTo>
                  <a:pt x="1199839" y="204777"/>
                  <a:pt x="951477" y="303168"/>
                  <a:pt x="746615" y="456764"/>
                </a:cubicBezTo>
                <a:cubicBezTo>
                  <a:pt x="828296" y="562801"/>
                  <a:pt x="894225" y="677310"/>
                  <a:pt x="947434" y="796072"/>
                </a:cubicBezTo>
                <a:cubicBezTo>
                  <a:pt x="1113886" y="736067"/>
                  <a:pt x="1289644" y="700323"/>
                  <a:pt x="1469785" y="691530"/>
                </a:cubicBezTo>
                <a:close/>
                <a:moveTo>
                  <a:pt x="2150063" y="992171"/>
                </a:moveTo>
                <a:cubicBezTo>
                  <a:pt x="1990712" y="935501"/>
                  <a:pt x="1822242" y="902595"/>
                  <a:pt x="1649785" y="897224"/>
                </a:cubicBezTo>
                <a:lnTo>
                  <a:pt x="1649785" y="1493146"/>
                </a:lnTo>
                <a:lnTo>
                  <a:pt x="2063712" y="1493146"/>
                </a:lnTo>
                <a:cubicBezTo>
                  <a:pt x="2069089" y="1323887"/>
                  <a:pt x="2098366" y="1155330"/>
                  <a:pt x="2150063" y="992171"/>
                </a:cubicBezTo>
                <a:close/>
                <a:moveTo>
                  <a:pt x="2168848" y="2199110"/>
                </a:moveTo>
                <a:cubicBezTo>
                  <a:pt x="2108555" y="2028681"/>
                  <a:pt x="2073581" y="1851532"/>
                  <a:pt x="2065295" y="1673146"/>
                </a:cubicBezTo>
                <a:lnTo>
                  <a:pt x="1649785" y="1673146"/>
                </a:lnTo>
                <a:lnTo>
                  <a:pt x="1649785" y="2307299"/>
                </a:lnTo>
                <a:cubicBezTo>
                  <a:pt x="1829404" y="2299517"/>
                  <a:pt x="2004315" y="2261965"/>
                  <a:pt x="2168848" y="2199110"/>
                </a:cubicBezTo>
                <a:close/>
                <a:moveTo>
                  <a:pt x="2422394" y="446879"/>
                </a:moveTo>
                <a:cubicBezTo>
                  <a:pt x="2204309" y="287209"/>
                  <a:pt x="1938140" y="189883"/>
                  <a:pt x="1649785" y="178919"/>
                </a:cubicBezTo>
                <a:lnTo>
                  <a:pt x="1649785" y="689876"/>
                </a:lnTo>
                <a:cubicBezTo>
                  <a:pt x="1846998" y="695154"/>
                  <a:pt x="2039668" y="732502"/>
                  <a:pt x="2221721" y="797410"/>
                </a:cubicBezTo>
                <a:cubicBezTo>
                  <a:pt x="2275056" y="675360"/>
                  <a:pt x="2341760" y="557662"/>
                  <a:pt x="2422394" y="446879"/>
                </a:cubicBezTo>
                <a:close/>
                <a:moveTo>
                  <a:pt x="2447278" y="2722123"/>
                </a:moveTo>
                <a:cubicBezTo>
                  <a:pt x="2366121" y="2618714"/>
                  <a:pt x="2299534" y="2507403"/>
                  <a:pt x="2246145" y="2391362"/>
                </a:cubicBezTo>
                <a:cubicBezTo>
                  <a:pt x="2057375" y="2464119"/>
                  <a:pt x="1856285" y="2506958"/>
                  <a:pt x="1649785" y="2514779"/>
                </a:cubicBezTo>
                <a:lnTo>
                  <a:pt x="1649785" y="3008639"/>
                </a:lnTo>
                <a:cubicBezTo>
                  <a:pt x="1949198" y="2997255"/>
                  <a:pt x="2224691" y="2892757"/>
                  <a:pt x="2447278" y="2722123"/>
                </a:cubicBezTo>
                <a:close/>
                <a:moveTo>
                  <a:pt x="2878934" y="1493146"/>
                </a:moveTo>
                <a:cubicBezTo>
                  <a:pt x="2723190" y="1307255"/>
                  <a:pt x="2529440" y="1161128"/>
                  <a:pt x="2313862" y="1060620"/>
                </a:cubicBezTo>
                <a:cubicBezTo>
                  <a:pt x="2270535" y="1201714"/>
                  <a:pt x="2245604" y="1347104"/>
                  <a:pt x="2240109" y="1493146"/>
                </a:cubicBezTo>
                <a:close/>
                <a:moveTo>
                  <a:pt x="2890636" y="1673146"/>
                </a:moveTo>
                <a:lnTo>
                  <a:pt x="2241814" y="1673146"/>
                </a:lnTo>
                <a:cubicBezTo>
                  <a:pt x="2249736" y="1827102"/>
                  <a:pt x="2279520" y="1979973"/>
                  <a:pt x="2329964" y="2127513"/>
                </a:cubicBezTo>
                <a:cubicBezTo>
                  <a:pt x="2545677" y="2019923"/>
                  <a:pt x="2738160" y="1866413"/>
                  <a:pt x="2890636" y="1673146"/>
                </a:cubicBezTo>
                <a:close/>
                <a:moveTo>
                  <a:pt x="2973035" y="1284386"/>
                </a:moveTo>
                <a:cubicBezTo>
                  <a:pt x="2912066" y="1001840"/>
                  <a:pt x="2765308" y="751379"/>
                  <a:pt x="2561381" y="561108"/>
                </a:cubicBezTo>
                <a:cubicBezTo>
                  <a:pt x="2489321" y="656437"/>
                  <a:pt x="2431363" y="759225"/>
                  <a:pt x="2384553" y="865647"/>
                </a:cubicBezTo>
                <a:cubicBezTo>
                  <a:pt x="2604520" y="964977"/>
                  <a:pt x="2804622" y="1106677"/>
                  <a:pt x="2973035" y="1284386"/>
                </a:cubicBezTo>
                <a:close/>
                <a:moveTo>
                  <a:pt x="2974277" y="1897328"/>
                </a:moveTo>
                <a:cubicBezTo>
                  <a:pt x="2812488" y="2073933"/>
                  <a:pt x="2619878" y="2216690"/>
                  <a:pt x="2407486" y="2319665"/>
                </a:cubicBezTo>
                <a:cubicBezTo>
                  <a:pt x="2454169" y="2420503"/>
                  <a:pt x="2511856" y="2517376"/>
                  <a:pt x="2582047" y="2607468"/>
                </a:cubicBezTo>
                <a:cubicBezTo>
                  <a:pt x="2776399" y="2417974"/>
                  <a:pt x="2916061" y="2172750"/>
                  <a:pt x="2974277" y="1897328"/>
                </a:cubicBezTo>
                <a:close/>
                <a:moveTo>
                  <a:pt x="3185463" y="1593779"/>
                </a:moveTo>
                <a:cubicBezTo>
                  <a:pt x="3185463" y="2473999"/>
                  <a:pt x="2471904" y="3187558"/>
                  <a:pt x="1591684" y="3187558"/>
                </a:cubicBezTo>
                <a:cubicBezTo>
                  <a:pt x="738111" y="3187558"/>
                  <a:pt x="41261" y="2516549"/>
                  <a:pt x="1913" y="1673146"/>
                </a:cubicBezTo>
                <a:lnTo>
                  <a:pt x="0" y="1673146"/>
                </a:lnTo>
                <a:lnTo>
                  <a:pt x="0" y="1493146"/>
                </a:lnTo>
                <a:lnTo>
                  <a:pt x="2750" y="1493146"/>
                </a:lnTo>
                <a:cubicBezTo>
                  <a:pt x="50490" y="700174"/>
                  <a:pt x="679654" y="64473"/>
                  <a:pt x="1469785" y="6156"/>
                </a:cubicBezTo>
                <a:lnTo>
                  <a:pt x="1469785" y="0"/>
                </a:lnTo>
                <a:lnTo>
                  <a:pt x="1591684" y="0"/>
                </a:lnTo>
                <a:lnTo>
                  <a:pt x="1649785" y="0"/>
                </a:lnTo>
                <a:lnTo>
                  <a:pt x="1649785" y="2934"/>
                </a:lnTo>
                <a:cubicBezTo>
                  <a:pt x="2503127" y="31654"/>
                  <a:pt x="3185463" y="733032"/>
                  <a:pt x="3185463" y="159377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464" name="CustomShape 8"/>
          <p:cNvSpPr/>
          <p:nvPr/>
        </p:nvSpPr>
        <p:spPr>
          <a:xfrm>
            <a:off x="7550640" y="3073320"/>
            <a:ext cx="425160" cy="382680"/>
          </a:xfrm>
          <a:custGeom>
            <a:avLst/>
            <a:gdLst/>
            <a:ahLst/>
            <a:rect l="l" t="t" r="r" b="b"/>
            <a:pathLst>
              <a:path w="3186824" h="2663936">
                <a:moveTo>
                  <a:pt x="2624444" y="2376100"/>
                </a:moveTo>
                <a:lnTo>
                  <a:pt x="2624444" y="2520100"/>
                </a:lnTo>
                <a:lnTo>
                  <a:pt x="2952463" y="2520100"/>
                </a:lnTo>
                <a:lnTo>
                  <a:pt x="2952463" y="2376100"/>
                </a:lnTo>
                <a:close/>
                <a:moveTo>
                  <a:pt x="210911" y="2376100"/>
                </a:moveTo>
                <a:lnTo>
                  <a:pt x="210911" y="2520100"/>
                </a:lnTo>
                <a:lnTo>
                  <a:pt x="538930" y="2520100"/>
                </a:lnTo>
                <a:lnTo>
                  <a:pt x="538930" y="2376100"/>
                </a:lnTo>
                <a:close/>
                <a:moveTo>
                  <a:pt x="2624444" y="2095269"/>
                </a:moveTo>
                <a:lnTo>
                  <a:pt x="2624444" y="2239269"/>
                </a:lnTo>
                <a:lnTo>
                  <a:pt x="2952463" y="2239269"/>
                </a:lnTo>
                <a:lnTo>
                  <a:pt x="2952463" y="2095269"/>
                </a:lnTo>
                <a:close/>
                <a:moveTo>
                  <a:pt x="210911" y="2095269"/>
                </a:moveTo>
                <a:lnTo>
                  <a:pt x="210911" y="2239269"/>
                </a:lnTo>
                <a:lnTo>
                  <a:pt x="538930" y="2239269"/>
                </a:lnTo>
                <a:lnTo>
                  <a:pt x="538930" y="2095269"/>
                </a:lnTo>
                <a:close/>
                <a:moveTo>
                  <a:pt x="2624444" y="1814436"/>
                </a:moveTo>
                <a:lnTo>
                  <a:pt x="2624444" y="1958436"/>
                </a:lnTo>
                <a:lnTo>
                  <a:pt x="2952463" y="1958436"/>
                </a:lnTo>
                <a:lnTo>
                  <a:pt x="2952463" y="1814436"/>
                </a:lnTo>
                <a:close/>
                <a:moveTo>
                  <a:pt x="210911" y="1814436"/>
                </a:moveTo>
                <a:lnTo>
                  <a:pt x="210911" y="1958436"/>
                </a:lnTo>
                <a:lnTo>
                  <a:pt x="538930" y="1958436"/>
                </a:lnTo>
                <a:lnTo>
                  <a:pt x="538930" y="1814436"/>
                </a:lnTo>
                <a:close/>
                <a:moveTo>
                  <a:pt x="2624444" y="1533603"/>
                </a:moveTo>
                <a:lnTo>
                  <a:pt x="2624444" y="1677603"/>
                </a:lnTo>
                <a:lnTo>
                  <a:pt x="2952463" y="1677603"/>
                </a:lnTo>
                <a:lnTo>
                  <a:pt x="2952463" y="1533603"/>
                </a:lnTo>
                <a:close/>
                <a:moveTo>
                  <a:pt x="210911" y="1533603"/>
                </a:moveTo>
                <a:lnTo>
                  <a:pt x="210911" y="1677603"/>
                </a:lnTo>
                <a:lnTo>
                  <a:pt x="538930" y="1677603"/>
                </a:lnTo>
                <a:lnTo>
                  <a:pt x="538930" y="1533603"/>
                </a:lnTo>
                <a:close/>
                <a:moveTo>
                  <a:pt x="2624444" y="1252770"/>
                </a:moveTo>
                <a:lnTo>
                  <a:pt x="2624444" y="1396770"/>
                </a:lnTo>
                <a:lnTo>
                  <a:pt x="2952463" y="1396770"/>
                </a:lnTo>
                <a:lnTo>
                  <a:pt x="2952463" y="1252770"/>
                </a:lnTo>
                <a:close/>
                <a:moveTo>
                  <a:pt x="210911" y="1252770"/>
                </a:moveTo>
                <a:lnTo>
                  <a:pt x="210911" y="1396770"/>
                </a:lnTo>
                <a:lnTo>
                  <a:pt x="538930" y="1396770"/>
                </a:lnTo>
                <a:lnTo>
                  <a:pt x="538930" y="1252770"/>
                </a:lnTo>
                <a:close/>
                <a:moveTo>
                  <a:pt x="2624444" y="971937"/>
                </a:moveTo>
                <a:lnTo>
                  <a:pt x="2624444" y="1115937"/>
                </a:lnTo>
                <a:lnTo>
                  <a:pt x="2952463" y="1115937"/>
                </a:lnTo>
                <a:lnTo>
                  <a:pt x="2952463" y="971937"/>
                </a:lnTo>
                <a:close/>
                <a:moveTo>
                  <a:pt x="210911" y="971937"/>
                </a:moveTo>
                <a:lnTo>
                  <a:pt x="210911" y="1115937"/>
                </a:lnTo>
                <a:lnTo>
                  <a:pt x="538930" y="1115937"/>
                </a:lnTo>
                <a:lnTo>
                  <a:pt x="538930" y="971937"/>
                </a:lnTo>
                <a:close/>
                <a:moveTo>
                  <a:pt x="2624444" y="691104"/>
                </a:moveTo>
                <a:lnTo>
                  <a:pt x="2624444" y="835104"/>
                </a:lnTo>
                <a:lnTo>
                  <a:pt x="2952463" y="835104"/>
                </a:lnTo>
                <a:lnTo>
                  <a:pt x="2952463" y="691104"/>
                </a:lnTo>
                <a:close/>
                <a:moveTo>
                  <a:pt x="210911" y="691104"/>
                </a:moveTo>
                <a:lnTo>
                  <a:pt x="210911" y="835104"/>
                </a:lnTo>
                <a:lnTo>
                  <a:pt x="538930" y="835104"/>
                </a:lnTo>
                <a:lnTo>
                  <a:pt x="538930" y="691104"/>
                </a:lnTo>
                <a:close/>
                <a:moveTo>
                  <a:pt x="988006" y="552354"/>
                </a:moveTo>
                <a:lnTo>
                  <a:pt x="988006" y="2111583"/>
                </a:lnTo>
                <a:lnTo>
                  <a:pt x="2332169" y="1331969"/>
                </a:lnTo>
                <a:close/>
                <a:moveTo>
                  <a:pt x="2624444" y="410271"/>
                </a:moveTo>
                <a:lnTo>
                  <a:pt x="2624444" y="554271"/>
                </a:lnTo>
                <a:lnTo>
                  <a:pt x="2952463" y="554271"/>
                </a:lnTo>
                <a:lnTo>
                  <a:pt x="2952463" y="410271"/>
                </a:lnTo>
                <a:close/>
                <a:moveTo>
                  <a:pt x="210911" y="410271"/>
                </a:moveTo>
                <a:lnTo>
                  <a:pt x="210911" y="554271"/>
                </a:lnTo>
                <a:lnTo>
                  <a:pt x="538930" y="554271"/>
                </a:lnTo>
                <a:lnTo>
                  <a:pt x="538930" y="410271"/>
                </a:lnTo>
                <a:close/>
                <a:moveTo>
                  <a:pt x="2624444" y="129438"/>
                </a:moveTo>
                <a:lnTo>
                  <a:pt x="2624444" y="273438"/>
                </a:lnTo>
                <a:lnTo>
                  <a:pt x="2952463" y="273438"/>
                </a:lnTo>
                <a:lnTo>
                  <a:pt x="2952463" y="129438"/>
                </a:lnTo>
                <a:close/>
                <a:moveTo>
                  <a:pt x="210911" y="129438"/>
                </a:moveTo>
                <a:lnTo>
                  <a:pt x="210911" y="273438"/>
                </a:lnTo>
                <a:lnTo>
                  <a:pt x="538930" y="273438"/>
                </a:lnTo>
                <a:lnTo>
                  <a:pt x="538930" y="129438"/>
                </a:lnTo>
                <a:close/>
                <a:moveTo>
                  <a:pt x="0" y="0"/>
                </a:moveTo>
                <a:lnTo>
                  <a:pt x="3186824" y="0"/>
                </a:lnTo>
                <a:lnTo>
                  <a:pt x="3186824" y="2663936"/>
                </a:lnTo>
                <a:lnTo>
                  <a:pt x="0" y="266393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465" name="CustomShape 9"/>
          <p:cNvSpPr/>
          <p:nvPr/>
        </p:nvSpPr>
        <p:spPr>
          <a:xfrm rot="2700000">
            <a:off x="10326600" y="2938320"/>
            <a:ext cx="324360" cy="618480"/>
          </a:xfrm>
          <a:custGeom>
            <a:avLst/>
            <a:gdLst/>
            <a:ah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466" name="CustomShape 10"/>
          <p:cNvSpPr/>
          <p:nvPr/>
        </p:nvSpPr>
        <p:spPr>
          <a:xfrm>
            <a:off x="4801680" y="3074040"/>
            <a:ext cx="459360" cy="381600"/>
          </a:xfrm>
          <a:custGeom>
            <a:avLst/>
            <a:gdLst/>
            <a:ahLst/>
            <a:rect l="l" t="t" r="r" b="b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1467" name="" descr=""/>
          <p:cNvPicPr/>
          <p:nvPr/>
        </p:nvPicPr>
        <p:blipFill>
          <a:blip r:embed="rId1"/>
          <a:stretch/>
        </p:blipFill>
        <p:spPr>
          <a:xfrm>
            <a:off x="144720" y="147960"/>
            <a:ext cx="3374640" cy="690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" name="TextShape 1"/>
          <p:cNvSpPr txBox="1"/>
          <p:nvPr/>
        </p:nvSpPr>
        <p:spPr>
          <a:xfrm>
            <a:off x="0" y="184320"/>
            <a:ext cx="12801240" cy="869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720"/>
              </a:spcBef>
              <a:tabLst>
                <a:tab algn="l" pos="0"/>
              </a:tabLst>
            </a:pPr>
            <a:r>
              <a:rPr b="0" lang="en-US" sz="3600" spc="-1" strike="noStrike">
                <a:solidFill>
                  <a:srgbClr val="404040"/>
                </a:solidFill>
                <a:latin typeface="Arial"/>
                <a:ea typeface="Arial Unicode MS"/>
              </a:rPr>
              <a:t>Chart Style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9" name="TextShape 2"/>
          <p:cNvSpPr txBox="1"/>
          <p:nvPr/>
        </p:nvSpPr>
        <p:spPr>
          <a:xfrm>
            <a:off x="0" y="1054440"/>
            <a:ext cx="12801240" cy="434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281"/>
              </a:spcBef>
              <a:tabLst>
                <a:tab algn="l" pos="0"/>
              </a:tabLst>
            </a:pPr>
            <a:r>
              <a:rPr b="0" lang="en-US" sz="1400" spc="-1" strike="noStrike">
                <a:solidFill>
                  <a:srgbClr val="404040"/>
                </a:solidFill>
                <a:latin typeface="Arial"/>
                <a:ea typeface="Arial Unicode MS"/>
              </a:rPr>
              <a:t>Insert the title of your subtitle Here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470" name="Group 3"/>
          <p:cNvGrpSpPr/>
          <p:nvPr/>
        </p:nvGrpSpPr>
        <p:grpSpPr>
          <a:xfrm>
            <a:off x="1334880" y="2915640"/>
            <a:ext cx="2521080" cy="2768040"/>
            <a:chOff x="1334880" y="2915640"/>
            <a:chExt cx="2521080" cy="2768040"/>
          </a:xfrm>
        </p:grpSpPr>
        <p:grpSp>
          <p:nvGrpSpPr>
            <p:cNvPr id="1471" name="Group 4"/>
            <p:cNvGrpSpPr/>
            <p:nvPr/>
          </p:nvGrpSpPr>
          <p:grpSpPr>
            <a:xfrm>
              <a:off x="1334880" y="5466960"/>
              <a:ext cx="2521080" cy="216720"/>
              <a:chOff x="1334880" y="5466960"/>
              <a:chExt cx="2521080" cy="216720"/>
            </a:xfrm>
          </p:grpSpPr>
          <p:sp>
            <p:nvSpPr>
              <p:cNvPr id="1472" name="CustomShape 5"/>
              <p:cNvSpPr/>
              <p:nvPr/>
            </p:nvSpPr>
            <p:spPr>
              <a:xfrm>
                <a:off x="1334880" y="5466960"/>
                <a:ext cx="20160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473" name="CustomShape 6"/>
              <p:cNvSpPr/>
              <p:nvPr/>
            </p:nvSpPr>
            <p:spPr>
              <a:xfrm>
                <a:off x="1593360" y="5466960"/>
                <a:ext cx="20052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474" name="CustomShape 7"/>
              <p:cNvSpPr/>
              <p:nvPr/>
            </p:nvSpPr>
            <p:spPr>
              <a:xfrm>
                <a:off x="1850760" y="5466960"/>
                <a:ext cx="20196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475" name="CustomShape 8"/>
              <p:cNvSpPr/>
              <p:nvPr/>
            </p:nvSpPr>
            <p:spPr>
              <a:xfrm>
                <a:off x="2108880" y="5466960"/>
                <a:ext cx="20052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476" name="CustomShape 9"/>
              <p:cNvSpPr/>
              <p:nvPr/>
            </p:nvSpPr>
            <p:spPr>
              <a:xfrm>
                <a:off x="2366640" y="5466960"/>
                <a:ext cx="20088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477" name="CustomShape 10"/>
              <p:cNvSpPr/>
              <p:nvPr/>
            </p:nvSpPr>
            <p:spPr>
              <a:xfrm>
                <a:off x="2624040" y="5466960"/>
                <a:ext cx="20052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478" name="CustomShape 11"/>
              <p:cNvSpPr/>
              <p:nvPr/>
            </p:nvSpPr>
            <p:spPr>
              <a:xfrm>
                <a:off x="2881080" y="5466960"/>
                <a:ext cx="20124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479" name="CustomShape 12"/>
              <p:cNvSpPr/>
              <p:nvPr/>
            </p:nvSpPr>
            <p:spPr>
              <a:xfrm>
                <a:off x="3139200" y="5466960"/>
                <a:ext cx="20052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480" name="CustomShape 13"/>
              <p:cNvSpPr/>
              <p:nvPr/>
            </p:nvSpPr>
            <p:spPr>
              <a:xfrm>
                <a:off x="3396600" y="5466960"/>
                <a:ext cx="20016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481" name="CustomShape 14"/>
              <p:cNvSpPr/>
              <p:nvPr/>
            </p:nvSpPr>
            <p:spPr>
              <a:xfrm>
                <a:off x="3654360" y="5466960"/>
                <a:ext cx="20160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grpSp>
          <p:nvGrpSpPr>
            <p:cNvPr id="1482" name="Group 15"/>
            <p:cNvGrpSpPr/>
            <p:nvPr/>
          </p:nvGrpSpPr>
          <p:grpSpPr>
            <a:xfrm>
              <a:off x="1334880" y="5183640"/>
              <a:ext cx="2521080" cy="217080"/>
              <a:chOff x="1334880" y="5183640"/>
              <a:chExt cx="2521080" cy="217080"/>
            </a:xfrm>
          </p:grpSpPr>
          <p:sp>
            <p:nvSpPr>
              <p:cNvPr id="1483" name="CustomShape 16"/>
              <p:cNvSpPr/>
              <p:nvPr/>
            </p:nvSpPr>
            <p:spPr>
              <a:xfrm>
                <a:off x="1334880" y="5183640"/>
                <a:ext cx="20160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484" name="CustomShape 17"/>
              <p:cNvSpPr/>
              <p:nvPr/>
            </p:nvSpPr>
            <p:spPr>
              <a:xfrm>
                <a:off x="1593360" y="5183640"/>
                <a:ext cx="20052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485" name="CustomShape 18"/>
              <p:cNvSpPr/>
              <p:nvPr/>
            </p:nvSpPr>
            <p:spPr>
              <a:xfrm>
                <a:off x="1850760" y="5183640"/>
                <a:ext cx="20196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486" name="CustomShape 19"/>
              <p:cNvSpPr/>
              <p:nvPr/>
            </p:nvSpPr>
            <p:spPr>
              <a:xfrm>
                <a:off x="2108880" y="5183640"/>
                <a:ext cx="20052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487" name="CustomShape 20"/>
              <p:cNvSpPr/>
              <p:nvPr/>
            </p:nvSpPr>
            <p:spPr>
              <a:xfrm>
                <a:off x="2366640" y="5183640"/>
                <a:ext cx="20088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488" name="CustomShape 21"/>
              <p:cNvSpPr/>
              <p:nvPr/>
            </p:nvSpPr>
            <p:spPr>
              <a:xfrm>
                <a:off x="2624040" y="5183640"/>
                <a:ext cx="20052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489" name="CustomShape 22"/>
              <p:cNvSpPr/>
              <p:nvPr/>
            </p:nvSpPr>
            <p:spPr>
              <a:xfrm>
                <a:off x="2881080" y="5183640"/>
                <a:ext cx="20124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490" name="CustomShape 23"/>
              <p:cNvSpPr/>
              <p:nvPr/>
            </p:nvSpPr>
            <p:spPr>
              <a:xfrm>
                <a:off x="3139200" y="5183640"/>
                <a:ext cx="20052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491" name="CustomShape 24"/>
              <p:cNvSpPr/>
              <p:nvPr/>
            </p:nvSpPr>
            <p:spPr>
              <a:xfrm>
                <a:off x="3396600" y="5183640"/>
                <a:ext cx="20016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492" name="CustomShape 25"/>
              <p:cNvSpPr/>
              <p:nvPr/>
            </p:nvSpPr>
            <p:spPr>
              <a:xfrm>
                <a:off x="3654360" y="5183640"/>
                <a:ext cx="20160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grpSp>
          <p:nvGrpSpPr>
            <p:cNvPr id="1493" name="Group 26"/>
            <p:cNvGrpSpPr/>
            <p:nvPr/>
          </p:nvGrpSpPr>
          <p:grpSpPr>
            <a:xfrm>
              <a:off x="1334880" y="4899600"/>
              <a:ext cx="2521080" cy="216720"/>
              <a:chOff x="1334880" y="4899600"/>
              <a:chExt cx="2521080" cy="216720"/>
            </a:xfrm>
          </p:grpSpPr>
          <p:sp>
            <p:nvSpPr>
              <p:cNvPr id="1494" name="CustomShape 27"/>
              <p:cNvSpPr/>
              <p:nvPr/>
            </p:nvSpPr>
            <p:spPr>
              <a:xfrm>
                <a:off x="1334880" y="4899600"/>
                <a:ext cx="20160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495" name="CustomShape 28"/>
              <p:cNvSpPr/>
              <p:nvPr/>
            </p:nvSpPr>
            <p:spPr>
              <a:xfrm>
                <a:off x="1593360" y="4899600"/>
                <a:ext cx="20052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496" name="CustomShape 29"/>
              <p:cNvSpPr/>
              <p:nvPr/>
            </p:nvSpPr>
            <p:spPr>
              <a:xfrm>
                <a:off x="1850760" y="4899600"/>
                <a:ext cx="20196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497" name="CustomShape 30"/>
              <p:cNvSpPr/>
              <p:nvPr/>
            </p:nvSpPr>
            <p:spPr>
              <a:xfrm>
                <a:off x="2108880" y="4899600"/>
                <a:ext cx="20052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498" name="CustomShape 31"/>
              <p:cNvSpPr/>
              <p:nvPr/>
            </p:nvSpPr>
            <p:spPr>
              <a:xfrm>
                <a:off x="2366640" y="4899600"/>
                <a:ext cx="20088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499" name="CustomShape 32"/>
              <p:cNvSpPr/>
              <p:nvPr/>
            </p:nvSpPr>
            <p:spPr>
              <a:xfrm>
                <a:off x="2624040" y="4899600"/>
                <a:ext cx="20052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00" name="CustomShape 33"/>
              <p:cNvSpPr/>
              <p:nvPr/>
            </p:nvSpPr>
            <p:spPr>
              <a:xfrm>
                <a:off x="2881080" y="4899600"/>
                <a:ext cx="20124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01" name="CustomShape 34"/>
              <p:cNvSpPr/>
              <p:nvPr/>
            </p:nvSpPr>
            <p:spPr>
              <a:xfrm>
                <a:off x="3139200" y="4899600"/>
                <a:ext cx="20052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02" name="CustomShape 35"/>
              <p:cNvSpPr/>
              <p:nvPr/>
            </p:nvSpPr>
            <p:spPr>
              <a:xfrm>
                <a:off x="3396600" y="4899600"/>
                <a:ext cx="20016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03" name="CustomShape 36"/>
              <p:cNvSpPr/>
              <p:nvPr/>
            </p:nvSpPr>
            <p:spPr>
              <a:xfrm>
                <a:off x="3654360" y="4899600"/>
                <a:ext cx="20160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grpSp>
          <p:nvGrpSpPr>
            <p:cNvPr id="1504" name="Group 37"/>
            <p:cNvGrpSpPr/>
            <p:nvPr/>
          </p:nvGrpSpPr>
          <p:grpSpPr>
            <a:xfrm>
              <a:off x="1334880" y="4616280"/>
              <a:ext cx="2521080" cy="217080"/>
              <a:chOff x="1334880" y="4616280"/>
              <a:chExt cx="2521080" cy="217080"/>
            </a:xfrm>
          </p:grpSpPr>
          <p:sp>
            <p:nvSpPr>
              <p:cNvPr id="1505" name="CustomShape 38"/>
              <p:cNvSpPr/>
              <p:nvPr/>
            </p:nvSpPr>
            <p:spPr>
              <a:xfrm>
                <a:off x="1334880" y="4616280"/>
                <a:ext cx="20160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06" name="CustomShape 39"/>
              <p:cNvSpPr/>
              <p:nvPr/>
            </p:nvSpPr>
            <p:spPr>
              <a:xfrm>
                <a:off x="1593360" y="4616280"/>
                <a:ext cx="20052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07" name="CustomShape 40"/>
              <p:cNvSpPr/>
              <p:nvPr/>
            </p:nvSpPr>
            <p:spPr>
              <a:xfrm>
                <a:off x="1850760" y="4616280"/>
                <a:ext cx="20196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08" name="CustomShape 41"/>
              <p:cNvSpPr/>
              <p:nvPr/>
            </p:nvSpPr>
            <p:spPr>
              <a:xfrm>
                <a:off x="2108880" y="4616280"/>
                <a:ext cx="20052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09" name="CustomShape 42"/>
              <p:cNvSpPr/>
              <p:nvPr/>
            </p:nvSpPr>
            <p:spPr>
              <a:xfrm>
                <a:off x="2366640" y="4616280"/>
                <a:ext cx="20088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10" name="CustomShape 43"/>
              <p:cNvSpPr/>
              <p:nvPr/>
            </p:nvSpPr>
            <p:spPr>
              <a:xfrm>
                <a:off x="2624040" y="4616280"/>
                <a:ext cx="20052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11" name="CustomShape 44"/>
              <p:cNvSpPr/>
              <p:nvPr/>
            </p:nvSpPr>
            <p:spPr>
              <a:xfrm>
                <a:off x="2881080" y="4616280"/>
                <a:ext cx="20124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12" name="CustomShape 45"/>
              <p:cNvSpPr/>
              <p:nvPr/>
            </p:nvSpPr>
            <p:spPr>
              <a:xfrm>
                <a:off x="3139200" y="4616280"/>
                <a:ext cx="20052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13" name="CustomShape 46"/>
              <p:cNvSpPr/>
              <p:nvPr/>
            </p:nvSpPr>
            <p:spPr>
              <a:xfrm>
                <a:off x="3396600" y="4616280"/>
                <a:ext cx="20016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14" name="CustomShape 47"/>
              <p:cNvSpPr/>
              <p:nvPr/>
            </p:nvSpPr>
            <p:spPr>
              <a:xfrm>
                <a:off x="3654360" y="4616280"/>
                <a:ext cx="20160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grpSp>
          <p:nvGrpSpPr>
            <p:cNvPr id="1515" name="Group 48"/>
            <p:cNvGrpSpPr/>
            <p:nvPr/>
          </p:nvGrpSpPr>
          <p:grpSpPr>
            <a:xfrm>
              <a:off x="1334880" y="4332960"/>
              <a:ext cx="2521080" cy="217440"/>
              <a:chOff x="1334880" y="4332960"/>
              <a:chExt cx="2521080" cy="217440"/>
            </a:xfrm>
          </p:grpSpPr>
          <p:sp>
            <p:nvSpPr>
              <p:cNvPr id="1516" name="CustomShape 49"/>
              <p:cNvSpPr/>
              <p:nvPr/>
            </p:nvSpPr>
            <p:spPr>
              <a:xfrm>
                <a:off x="1334880" y="4332960"/>
                <a:ext cx="201600" cy="21744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17" name="CustomShape 50"/>
              <p:cNvSpPr/>
              <p:nvPr/>
            </p:nvSpPr>
            <p:spPr>
              <a:xfrm>
                <a:off x="1593360" y="4332960"/>
                <a:ext cx="200520" cy="21744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18" name="CustomShape 51"/>
              <p:cNvSpPr/>
              <p:nvPr/>
            </p:nvSpPr>
            <p:spPr>
              <a:xfrm>
                <a:off x="1850760" y="4332960"/>
                <a:ext cx="201960" cy="21744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19" name="CustomShape 52"/>
              <p:cNvSpPr/>
              <p:nvPr/>
            </p:nvSpPr>
            <p:spPr>
              <a:xfrm>
                <a:off x="2108880" y="4332960"/>
                <a:ext cx="200520" cy="21744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20" name="CustomShape 53"/>
              <p:cNvSpPr/>
              <p:nvPr/>
            </p:nvSpPr>
            <p:spPr>
              <a:xfrm>
                <a:off x="2366640" y="4332960"/>
                <a:ext cx="200880" cy="21744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21" name="CustomShape 54"/>
              <p:cNvSpPr/>
              <p:nvPr/>
            </p:nvSpPr>
            <p:spPr>
              <a:xfrm>
                <a:off x="2624040" y="4332960"/>
                <a:ext cx="200520" cy="21744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22" name="CustomShape 55"/>
              <p:cNvSpPr/>
              <p:nvPr/>
            </p:nvSpPr>
            <p:spPr>
              <a:xfrm>
                <a:off x="2881080" y="4332960"/>
                <a:ext cx="201240" cy="21744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23" name="CustomShape 56"/>
              <p:cNvSpPr/>
              <p:nvPr/>
            </p:nvSpPr>
            <p:spPr>
              <a:xfrm>
                <a:off x="3139200" y="4332960"/>
                <a:ext cx="200520" cy="21744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24" name="CustomShape 57"/>
              <p:cNvSpPr/>
              <p:nvPr/>
            </p:nvSpPr>
            <p:spPr>
              <a:xfrm>
                <a:off x="3396600" y="4332960"/>
                <a:ext cx="200160" cy="21744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25" name="CustomShape 58"/>
              <p:cNvSpPr/>
              <p:nvPr/>
            </p:nvSpPr>
            <p:spPr>
              <a:xfrm>
                <a:off x="3654360" y="4332960"/>
                <a:ext cx="201600" cy="21744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grpSp>
          <p:nvGrpSpPr>
            <p:cNvPr id="1526" name="Group 59"/>
            <p:cNvGrpSpPr/>
            <p:nvPr/>
          </p:nvGrpSpPr>
          <p:grpSpPr>
            <a:xfrm>
              <a:off x="1334880" y="4049280"/>
              <a:ext cx="2521080" cy="217440"/>
              <a:chOff x="1334880" y="4049280"/>
              <a:chExt cx="2521080" cy="217440"/>
            </a:xfrm>
          </p:grpSpPr>
          <p:sp>
            <p:nvSpPr>
              <p:cNvPr id="1527" name="CustomShape 60"/>
              <p:cNvSpPr/>
              <p:nvPr/>
            </p:nvSpPr>
            <p:spPr>
              <a:xfrm>
                <a:off x="1334880" y="4049280"/>
                <a:ext cx="201600" cy="21744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28" name="CustomShape 61"/>
              <p:cNvSpPr/>
              <p:nvPr/>
            </p:nvSpPr>
            <p:spPr>
              <a:xfrm>
                <a:off x="1593360" y="4049280"/>
                <a:ext cx="200520" cy="21744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29" name="CustomShape 62"/>
              <p:cNvSpPr/>
              <p:nvPr/>
            </p:nvSpPr>
            <p:spPr>
              <a:xfrm>
                <a:off x="1850760" y="4049280"/>
                <a:ext cx="201960" cy="21744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30" name="CustomShape 63"/>
              <p:cNvSpPr/>
              <p:nvPr/>
            </p:nvSpPr>
            <p:spPr>
              <a:xfrm>
                <a:off x="2108880" y="4049280"/>
                <a:ext cx="200520" cy="21744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31" name="CustomShape 64"/>
              <p:cNvSpPr/>
              <p:nvPr/>
            </p:nvSpPr>
            <p:spPr>
              <a:xfrm>
                <a:off x="2366640" y="4049280"/>
                <a:ext cx="200880" cy="21744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32" name="CustomShape 65"/>
              <p:cNvSpPr/>
              <p:nvPr/>
            </p:nvSpPr>
            <p:spPr>
              <a:xfrm>
                <a:off x="2624040" y="4049280"/>
                <a:ext cx="200520" cy="21744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33" name="CustomShape 66"/>
              <p:cNvSpPr/>
              <p:nvPr/>
            </p:nvSpPr>
            <p:spPr>
              <a:xfrm>
                <a:off x="2881080" y="4049280"/>
                <a:ext cx="201240" cy="21744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34" name="CustomShape 67"/>
              <p:cNvSpPr/>
              <p:nvPr/>
            </p:nvSpPr>
            <p:spPr>
              <a:xfrm>
                <a:off x="3139200" y="4049280"/>
                <a:ext cx="200520" cy="21744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35" name="CustomShape 68"/>
              <p:cNvSpPr/>
              <p:nvPr/>
            </p:nvSpPr>
            <p:spPr>
              <a:xfrm>
                <a:off x="3396600" y="4049280"/>
                <a:ext cx="200160" cy="21744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36" name="CustomShape 69"/>
              <p:cNvSpPr/>
              <p:nvPr/>
            </p:nvSpPr>
            <p:spPr>
              <a:xfrm>
                <a:off x="3654360" y="4049280"/>
                <a:ext cx="201600" cy="21744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grpSp>
          <p:nvGrpSpPr>
            <p:cNvPr id="1537" name="Group 70"/>
            <p:cNvGrpSpPr/>
            <p:nvPr/>
          </p:nvGrpSpPr>
          <p:grpSpPr>
            <a:xfrm>
              <a:off x="1334880" y="3766320"/>
              <a:ext cx="2521080" cy="216720"/>
              <a:chOff x="1334880" y="3766320"/>
              <a:chExt cx="2521080" cy="216720"/>
            </a:xfrm>
          </p:grpSpPr>
          <p:sp>
            <p:nvSpPr>
              <p:cNvPr id="1538" name="CustomShape 71"/>
              <p:cNvSpPr/>
              <p:nvPr/>
            </p:nvSpPr>
            <p:spPr>
              <a:xfrm>
                <a:off x="1334880" y="3766320"/>
                <a:ext cx="201600" cy="2167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39" name="CustomShape 72"/>
              <p:cNvSpPr/>
              <p:nvPr/>
            </p:nvSpPr>
            <p:spPr>
              <a:xfrm>
                <a:off x="1593360" y="3766320"/>
                <a:ext cx="200520" cy="2167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40" name="CustomShape 73"/>
              <p:cNvSpPr/>
              <p:nvPr/>
            </p:nvSpPr>
            <p:spPr>
              <a:xfrm>
                <a:off x="1850760" y="3766320"/>
                <a:ext cx="201960" cy="2167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41" name="CustomShape 74"/>
              <p:cNvSpPr/>
              <p:nvPr/>
            </p:nvSpPr>
            <p:spPr>
              <a:xfrm>
                <a:off x="2108880" y="3766320"/>
                <a:ext cx="200520" cy="2167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42" name="CustomShape 75"/>
              <p:cNvSpPr/>
              <p:nvPr/>
            </p:nvSpPr>
            <p:spPr>
              <a:xfrm>
                <a:off x="2366640" y="3766320"/>
                <a:ext cx="200880" cy="2167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43" name="CustomShape 76"/>
              <p:cNvSpPr/>
              <p:nvPr/>
            </p:nvSpPr>
            <p:spPr>
              <a:xfrm>
                <a:off x="2624040" y="3766320"/>
                <a:ext cx="200520" cy="2167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44" name="CustomShape 77"/>
              <p:cNvSpPr/>
              <p:nvPr/>
            </p:nvSpPr>
            <p:spPr>
              <a:xfrm>
                <a:off x="2881080" y="3766320"/>
                <a:ext cx="201240" cy="2167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45" name="CustomShape 78"/>
              <p:cNvSpPr/>
              <p:nvPr/>
            </p:nvSpPr>
            <p:spPr>
              <a:xfrm>
                <a:off x="3139200" y="3766320"/>
                <a:ext cx="200520" cy="2167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46" name="CustomShape 79"/>
              <p:cNvSpPr/>
              <p:nvPr/>
            </p:nvSpPr>
            <p:spPr>
              <a:xfrm>
                <a:off x="3396600" y="3766320"/>
                <a:ext cx="200160" cy="2167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47" name="CustomShape 80"/>
              <p:cNvSpPr/>
              <p:nvPr/>
            </p:nvSpPr>
            <p:spPr>
              <a:xfrm>
                <a:off x="3654360" y="3766320"/>
                <a:ext cx="201600" cy="2167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grpSp>
          <p:nvGrpSpPr>
            <p:cNvPr id="1548" name="Group 81"/>
            <p:cNvGrpSpPr/>
            <p:nvPr/>
          </p:nvGrpSpPr>
          <p:grpSpPr>
            <a:xfrm>
              <a:off x="1334880" y="3483000"/>
              <a:ext cx="2521080" cy="217080"/>
              <a:chOff x="1334880" y="3483000"/>
              <a:chExt cx="2521080" cy="217080"/>
            </a:xfrm>
          </p:grpSpPr>
          <p:sp>
            <p:nvSpPr>
              <p:cNvPr id="1549" name="CustomShape 82"/>
              <p:cNvSpPr/>
              <p:nvPr/>
            </p:nvSpPr>
            <p:spPr>
              <a:xfrm>
                <a:off x="1334880" y="3483000"/>
                <a:ext cx="20160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50" name="CustomShape 83"/>
              <p:cNvSpPr/>
              <p:nvPr/>
            </p:nvSpPr>
            <p:spPr>
              <a:xfrm>
                <a:off x="1593360" y="3483000"/>
                <a:ext cx="20052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51" name="CustomShape 84"/>
              <p:cNvSpPr/>
              <p:nvPr/>
            </p:nvSpPr>
            <p:spPr>
              <a:xfrm>
                <a:off x="1850760" y="3483000"/>
                <a:ext cx="20196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52" name="CustomShape 85"/>
              <p:cNvSpPr/>
              <p:nvPr/>
            </p:nvSpPr>
            <p:spPr>
              <a:xfrm>
                <a:off x="2108880" y="3483000"/>
                <a:ext cx="20052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53" name="CustomShape 86"/>
              <p:cNvSpPr/>
              <p:nvPr/>
            </p:nvSpPr>
            <p:spPr>
              <a:xfrm>
                <a:off x="2366640" y="3483000"/>
                <a:ext cx="20088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54" name="CustomShape 87"/>
              <p:cNvSpPr/>
              <p:nvPr/>
            </p:nvSpPr>
            <p:spPr>
              <a:xfrm>
                <a:off x="2624040" y="3483000"/>
                <a:ext cx="20052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55" name="CustomShape 88"/>
              <p:cNvSpPr/>
              <p:nvPr/>
            </p:nvSpPr>
            <p:spPr>
              <a:xfrm>
                <a:off x="2881080" y="3483000"/>
                <a:ext cx="20124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56" name="CustomShape 89"/>
              <p:cNvSpPr/>
              <p:nvPr/>
            </p:nvSpPr>
            <p:spPr>
              <a:xfrm>
                <a:off x="3139200" y="3483000"/>
                <a:ext cx="20052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57" name="CustomShape 90"/>
              <p:cNvSpPr/>
              <p:nvPr/>
            </p:nvSpPr>
            <p:spPr>
              <a:xfrm>
                <a:off x="3396600" y="3483000"/>
                <a:ext cx="20016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58" name="CustomShape 91"/>
              <p:cNvSpPr/>
              <p:nvPr/>
            </p:nvSpPr>
            <p:spPr>
              <a:xfrm>
                <a:off x="3654360" y="3483000"/>
                <a:ext cx="20160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grpSp>
          <p:nvGrpSpPr>
            <p:cNvPr id="1559" name="Group 92"/>
            <p:cNvGrpSpPr/>
            <p:nvPr/>
          </p:nvGrpSpPr>
          <p:grpSpPr>
            <a:xfrm>
              <a:off x="1334880" y="3198960"/>
              <a:ext cx="2521080" cy="217440"/>
              <a:chOff x="1334880" y="3198960"/>
              <a:chExt cx="2521080" cy="217440"/>
            </a:xfrm>
          </p:grpSpPr>
          <p:sp>
            <p:nvSpPr>
              <p:cNvPr id="1560" name="CustomShape 93"/>
              <p:cNvSpPr/>
              <p:nvPr/>
            </p:nvSpPr>
            <p:spPr>
              <a:xfrm>
                <a:off x="1334880" y="3198960"/>
                <a:ext cx="201600" cy="21744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61" name="CustomShape 94"/>
              <p:cNvSpPr/>
              <p:nvPr/>
            </p:nvSpPr>
            <p:spPr>
              <a:xfrm>
                <a:off x="1593360" y="3198960"/>
                <a:ext cx="200520" cy="21744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62" name="CustomShape 95"/>
              <p:cNvSpPr/>
              <p:nvPr/>
            </p:nvSpPr>
            <p:spPr>
              <a:xfrm>
                <a:off x="1850760" y="3198960"/>
                <a:ext cx="201960" cy="21744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63" name="CustomShape 96"/>
              <p:cNvSpPr/>
              <p:nvPr/>
            </p:nvSpPr>
            <p:spPr>
              <a:xfrm>
                <a:off x="2108880" y="3198960"/>
                <a:ext cx="200520" cy="21744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64" name="CustomShape 97"/>
              <p:cNvSpPr/>
              <p:nvPr/>
            </p:nvSpPr>
            <p:spPr>
              <a:xfrm>
                <a:off x="2366640" y="3198960"/>
                <a:ext cx="200880" cy="21744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65" name="CustomShape 98"/>
              <p:cNvSpPr/>
              <p:nvPr/>
            </p:nvSpPr>
            <p:spPr>
              <a:xfrm>
                <a:off x="2624040" y="3198960"/>
                <a:ext cx="200520" cy="21744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66" name="CustomShape 99"/>
              <p:cNvSpPr/>
              <p:nvPr/>
            </p:nvSpPr>
            <p:spPr>
              <a:xfrm>
                <a:off x="2881080" y="3198960"/>
                <a:ext cx="201240" cy="21744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67" name="CustomShape 100"/>
              <p:cNvSpPr/>
              <p:nvPr/>
            </p:nvSpPr>
            <p:spPr>
              <a:xfrm>
                <a:off x="3139200" y="3198960"/>
                <a:ext cx="200520" cy="21744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68" name="CustomShape 101"/>
              <p:cNvSpPr/>
              <p:nvPr/>
            </p:nvSpPr>
            <p:spPr>
              <a:xfrm>
                <a:off x="3396600" y="3198960"/>
                <a:ext cx="200160" cy="21744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69" name="CustomShape 102"/>
              <p:cNvSpPr/>
              <p:nvPr/>
            </p:nvSpPr>
            <p:spPr>
              <a:xfrm>
                <a:off x="3654360" y="3198960"/>
                <a:ext cx="201600" cy="21744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grpSp>
          <p:nvGrpSpPr>
            <p:cNvPr id="1570" name="Group 103"/>
            <p:cNvGrpSpPr/>
            <p:nvPr/>
          </p:nvGrpSpPr>
          <p:grpSpPr>
            <a:xfrm>
              <a:off x="1334880" y="2915640"/>
              <a:ext cx="2521080" cy="217080"/>
              <a:chOff x="1334880" y="2915640"/>
              <a:chExt cx="2521080" cy="217080"/>
            </a:xfrm>
          </p:grpSpPr>
          <p:sp>
            <p:nvSpPr>
              <p:cNvPr id="1571" name="CustomShape 104"/>
              <p:cNvSpPr/>
              <p:nvPr/>
            </p:nvSpPr>
            <p:spPr>
              <a:xfrm>
                <a:off x="1334880" y="2915640"/>
                <a:ext cx="20160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72" name="CustomShape 105"/>
              <p:cNvSpPr/>
              <p:nvPr/>
            </p:nvSpPr>
            <p:spPr>
              <a:xfrm>
                <a:off x="1593360" y="2915640"/>
                <a:ext cx="20052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73" name="CustomShape 106"/>
              <p:cNvSpPr/>
              <p:nvPr/>
            </p:nvSpPr>
            <p:spPr>
              <a:xfrm>
                <a:off x="1850760" y="2915640"/>
                <a:ext cx="20196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74" name="CustomShape 107"/>
              <p:cNvSpPr/>
              <p:nvPr/>
            </p:nvSpPr>
            <p:spPr>
              <a:xfrm>
                <a:off x="2108880" y="2915640"/>
                <a:ext cx="20052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75" name="CustomShape 108"/>
              <p:cNvSpPr/>
              <p:nvPr/>
            </p:nvSpPr>
            <p:spPr>
              <a:xfrm>
                <a:off x="2366640" y="2915640"/>
                <a:ext cx="20088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76" name="CustomShape 109"/>
              <p:cNvSpPr/>
              <p:nvPr/>
            </p:nvSpPr>
            <p:spPr>
              <a:xfrm>
                <a:off x="2624040" y="2915640"/>
                <a:ext cx="20052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77" name="CustomShape 110"/>
              <p:cNvSpPr/>
              <p:nvPr/>
            </p:nvSpPr>
            <p:spPr>
              <a:xfrm>
                <a:off x="2881080" y="2915640"/>
                <a:ext cx="20124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78" name="CustomShape 111"/>
              <p:cNvSpPr/>
              <p:nvPr/>
            </p:nvSpPr>
            <p:spPr>
              <a:xfrm>
                <a:off x="3139200" y="2915640"/>
                <a:ext cx="20052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79" name="CustomShape 112"/>
              <p:cNvSpPr/>
              <p:nvPr/>
            </p:nvSpPr>
            <p:spPr>
              <a:xfrm>
                <a:off x="3396600" y="2915640"/>
                <a:ext cx="20016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80" name="CustomShape 113"/>
              <p:cNvSpPr/>
              <p:nvPr/>
            </p:nvSpPr>
            <p:spPr>
              <a:xfrm>
                <a:off x="3654360" y="2915640"/>
                <a:ext cx="20160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</p:grpSp>
      <p:grpSp>
        <p:nvGrpSpPr>
          <p:cNvPr id="1581" name="Group 114"/>
          <p:cNvGrpSpPr/>
          <p:nvPr/>
        </p:nvGrpSpPr>
        <p:grpSpPr>
          <a:xfrm>
            <a:off x="5138640" y="2915640"/>
            <a:ext cx="2519280" cy="2768040"/>
            <a:chOff x="5138640" y="2915640"/>
            <a:chExt cx="2519280" cy="2768040"/>
          </a:xfrm>
        </p:grpSpPr>
        <p:grpSp>
          <p:nvGrpSpPr>
            <p:cNvPr id="1582" name="Group 115"/>
            <p:cNvGrpSpPr/>
            <p:nvPr/>
          </p:nvGrpSpPr>
          <p:grpSpPr>
            <a:xfrm>
              <a:off x="5138640" y="5466960"/>
              <a:ext cx="2519280" cy="216720"/>
              <a:chOff x="5138640" y="5466960"/>
              <a:chExt cx="2519280" cy="216720"/>
            </a:xfrm>
          </p:grpSpPr>
          <p:sp>
            <p:nvSpPr>
              <p:cNvPr id="1583" name="CustomShape 116"/>
              <p:cNvSpPr/>
              <p:nvPr/>
            </p:nvSpPr>
            <p:spPr>
              <a:xfrm>
                <a:off x="5138640" y="5466960"/>
                <a:ext cx="20016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84" name="CustomShape 117"/>
              <p:cNvSpPr/>
              <p:nvPr/>
            </p:nvSpPr>
            <p:spPr>
              <a:xfrm>
                <a:off x="5396400" y="5466960"/>
                <a:ext cx="20088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85" name="CustomShape 118"/>
              <p:cNvSpPr/>
              <p:nvPr/>
            </p:nvSpPr>
            <p:spPr>
              <a:xfrm>
                <a:off x="5652720" y="5466960"/>
                <a:ext cx="20232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86" name="CustomShape 119"/>
              <p:cNvSpPr/>
              <p:nvPr/>
            </p:nvSpPr>
            <p:spPr>
              <a:xfrm>
                <a:off x="5912280" y="5466960"/>
                <a:ext cx="20016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87" name="CustomShape 120"/>
              <p:cNvSpPr/>
              <p:nvPr/>
            </p:nvSpPr>
            <p:spPr>
              <a:xfrm>
                <a:off x="6168240" y="5466960"/>
                <a:ext cx="20160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88" name="CustomShape 121"/>
              <p:cNvSpPr/>
              <p:nvPr/>
            </p:nvSpPr>
            <p:spPr>
              <a:xfrm>
                <a:off x="6426720" y="5466960"/>
                <a:ext cx="20016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89" name="CustomShape 122"/>
              <p:cNvSpPr/>
              <p:nvPr/>
            </p:nvSpPr>
            <p:spPr>
              <a:xfrm>
                <a:off x="6684480" y="5466960"/>
                <a:ext cx="20124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90" name="CustomShape 123"/>
              <p:cNvSpPr/>
              <p:nvPr/>
            </p:nvSpPr>
            <p:spPr>
              <a:xfrm>
                <a:off x="6941520" y="5466960"/>
                <a:ext cx="20232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91" name="CustomShape 124"/>
              <p:cNvSpPr/>
              <p:nvPr/>
            </p:nvSpPr>
            <p:spPr>
              <a:xfrm>
                <a:off x="7199640" y="5466960"/>
                <a:ext cx="20052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92" name="CustomShape 125"/>
              <p:cNvSpPr/>
              <p:nvPr/>
            </p:nvSpPr>
            <p:spPr>
              <a:xfrm>
                <a:off x="7456320" y="5466960"/>
                <a:ext cx="20160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grpSp>
          <p:nvGrpSpPr>
            <p:cNvPr id="1593" name="Group 126"/>
            <p:cNvGrpSpPr/>
            <p:nvPr/>
          </p:nvGrpSpPr>
          <p:grpSpPr>
            <a:xfrm>
              <a:off x="5138640" y="5183640"/>
              <a:ext cx="2519280" cy="217080"/>
              <a:chOff x="5138640" y="5183640"/>
              <a:chExt cx="2519280" cy="217080"/>
            </a:xfrm>
          </p:grpSpPr>
          <p:sp>
            <p:nvSpPr>
              <p:cNvPr id="1594" name="CustomShape 127"/>
              <p:cNvSpPr/>
              <p:nvPr/>
            </p:nvSpPr>
            <p:spPr>
              <a:xfrm>
                <a:off x="5138640" y="5183640"/>
                <a:ext cx="20016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95" name="CustomShape 128"/>
              <p:cNvSpPr/>
              <p:nvPr/>
            </p:nvSpPr>
            <p:spPr>
              <a:xfrm>
                <a:off x="5396400" y="5183640"/>
                <a:ext cx="20088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96" name="CustomShape 129"/>
              <p:cNvSpPr/>
              <p:nvPr/>
            </p:nvSpPr>
            <p:spPr>
              <a:xfrm>
                <a:off x="5652720" y="5183640"/>
                <a:ext cx="20232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97" name="CustomShape 130"/>
              <p:cNvSpPr/>
              <p:nvPr/>
            </p:nvSpPr>
            <p:spPr>
              <a:xfrm>
                <a:off x="5912280" y="5183640"/>
                <a:ext cx="20016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98" name="CustomShape 131"/>
              <p:cNvSpPr/>
              <p:nvPr/>
            </p:nvSpPr>
            <p:spPr>
              <a:xfrm>
                <a:off x="6168240" y="5183640"/>
                <a:ext cx="20160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99" name="CustomShape 132"/>
              <p:cNvSpPr/>
              <p:nvPr/>
            </p:nvSpPr>
            <p:spPr>
              <a:xfrm>
                <a:off x="6426720" y="5183640"/>
                <a:ext cx="20016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00" name="CustomShape 133"/>
              <p:cNvSpPr/>
              <p:nvPr/>
            </p:nvSpPr>
            <p:spPr>
              <a:xfrm>
                <a:off x="6684480" y="5183640"/>
                <a:ext cx="20124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01" name="CustomShape 134"/>
              <p:cNvSpPr/>
              <p:nvPr/>
            </p:nvSpPr>
            <p:spPr>
              <a:xfrm>
                <a:off x="6941520" y="5183640"/>
                <a:ext cx="20232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02" name="CustomShape 135"/>
              <p:cNvSpPr/>
              <p:nvPr/>
            </p:nvSpPr>
            <p:spPr>
              <a:xfrm>
                <a:off x="7199640" y="5183640"/>
                <a:ext cx="20052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03" name="CustomShape 136"/>
              <p:cNvSpPr/>
              <p:nvPr/>
            </p:nvSpPr>
            <p:spPr>
              <a:xfrm>
                <a:off x="7456320" y="5183640"/>
                <a:ext cx="20160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grpSp>
          <p:nvGrpSpPr>
            <p:cNvPr id="1604" name="Group 137"/>
            <p:cNvGrpSpPr/>
            <p:nvPr/>
          </p:nvGrpSpPr>
          <p:grpSpPr>
            <a:xfrm>
              <a:off x="5138640" y="4899600"/>
              <a:ext cx="2519280" cy="216720"/>
              <a:chOff x="5138640" y="4899600"/>
              <a:chExt cx="2519280" cy="216720"/>
            </a:xfrm>
          </p:grpSpPr>
          <p:sp>
            <p:nvSpPr>
              <p:cNvPr id="1605" name="CustomShape 138"/>
              <p:cNvSpPr/>
              <p:nvPr/>
            </p:nvSpPr>
            <p:spPr>
              <a:xfrm>
                <a:off x="5138640" y="4899600"/>
                <a:ext cx="20016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06" name="CustomShape 139"/>
              <p:cNvSpPr/>
              <p:nvPr/>
            </p:nvSpPr>
            <p:spPr>
              <a:xfrm>
                <a:off x="5396400" y="4899600"/>
                <a:ext cx="20088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07" name="CustomShape 140"/>
              <p:cNvSpPr/>
              <p:nvPr/>
            </p:nvSpPr>
            <p:spPr>
              <a:xfrm>
                <a:off x="5652720" y="4899600"/>
                <a:ext cx="20232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08" name="CustomShape 141"/>
              <p:cNvSpPr/>
              <p:nvPr/>
            </p:nvSpPr>
            <p:spPr>
              <a:xfrm>
                <a:off x="5912280" y="4899600"/>
                <a:ext cx="20016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09" name="CustomShape 142"/>
              <p:cNvSpPr/>
              <p:nvPr/>
            </p:nvSpPr>
            <p:spPr>
              <a:xfrm>
                <a:off x="6168240" y="4899600"/>
                <a:ext cx="20160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10" name="CustomShape 143"/>
              <p:cNvSpPr/>
              <p:nvPr/>
            </p:nvSpPr>
            <p:spPr>
              <a:xfrm>
                <a:off x="6426720" y="4899600"/>
                <a:ext cx="20016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11" name="CustomShape 144"/>
              <p:cNvSpPr/>
              <p:nvPr/>
            </p:nvSpPr>
            <p:spPr>
              <a:xfrm>
                <a:off x="6684480" y="4899600"/>
                <a:ext cx="20124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12" name="CustomShape 145"/>
              <p:cNvSpPr/>
              <p:nvPr/>
            </p:nvSpPr>
            <p:spPr>
              <a:xfrm>
                <a:off x="6941520" y="4899600"/>
                <a:ext cx="20232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13" name="CustomShape 146"/>
              <p:cNvSpPr/>
              <p:nvPr/>
            </p:nvSpPr>
            <p:spPr>
              <a:xfrm>
                <a:off x="7199640" y="4899600"/>
                <a:ext cx="20052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14" name="CustomShape 147"/>
              <p:cNvSpPr/>
              <p:nvPr/>
            </p:nvSpPr>
            <p:spPr>
              <a:xfrm>
                <a:off x="7456320" y="4899600"/>
                <a:ext cx="20160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grpSp>
          <p:nvGrpSpPr>
            <p:cNvPr id="1615" name="Group 148"/>
            <p:cNvGrpSpPr/>
            <p:nvPr/>
          </p:nvGrpSpPr>
          <p:grpSpPr>
            <a:xfrm>
              <a:off x="5138640" y="4616280"/>
              <a:ext cx="2519280" cy="217080"/>
              <a:chOff x="5138640" y="4616280"/>
              <a:chExt cx="2519280" cy="217080"/>
            </a:xfrm>
          </p:grpSpPr>
          <p:sp>
            <p:nvSpPr>
              <p:cNvPr id="1616" name="CustomShape 149"/>
              <p:cNvSpPr/>
              <p:nvPr/>
            </p:nvSpPr>
            <p:spPr>
              <a:xfrm>
                <a:off x="5138640" y="4616280"/>
                <a:ext cx="20016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17" name="CustomShape 150"/>
              <p:cNvSpPr/>
              <p:nvPr/>
            </p:nvSpPr>
            <p:spPr>
              <a:xfrm>
                <a:off x="5396400" y="4616280"/>
                <a:ext cx="20088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18" name="CustomShape 151"/>
              <p:cNvSpPr/>
              <p:nvPr/>
            </p:nvSpPr>
            <p:spPr>
              <a:xfrm>
                <a:off x="5652720" y="4616280"/>
                <a:ext cx="20232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19" name="CustomShape 152"/>
              <p:cNvSpPr/>
              <p:nvPr/>
            </p:nvSpPr>
            <p:spPr>
              <a:xfrm>
                <a:off x="5912280" y="4616280"/>
                <a:ext cx="20016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20" name="CustomShape 153"/>
              <p:cNvSpPr/>
              <p:nvPr/>
            </p:nvSpPr>
            <p:spPr>
              <a:xfrm>
                <a:off x="6168240" y="4616280"/>
                <a:ext cx="20160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21" name="CustomShape 154"/>
              <p:cNvSpPr/>
              <p:nvPr/>
            </p:nvSpPr>
            <p:spPr>
              <a:xfrm>
                <a:off x="6426720" y="4616280"/>
                <a:ext cx="20016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22" name="CustomShape 155"/>
              <p:cNvSpPr/>
              <p:nvPr/>
            </p:nvSpPr>
            <p:spPr>
              <a:xfrm>
                <a:off x="6684480" y="4616280"/>
                <a:ext cx="20124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23" name="CustomShape 156"/>
              <p:cNvSpPr/>
              <p:nvPr/>
            </p:nvSpPr>
            <p:spPr>
              <a:xfrm>
                <a:off x="6941520" y="4616280"/>
                <a:ext cx="20232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24" name="CustomShape 157"/>
              <p:cNvSpPr/>
              <p:nvPr/>
            </p:nvSpPr>
            <p:spPr>
              <a:xfrm>
                <a:off x="7199640" y="4616280"/>
                <a:ext cx="20052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25" name="CustomShape 158"/>
              <p:cNvSpPr/>
              <p:nvPr/>
            </p:nvSpPr>
            <p:spPr>
              <a:xfrm>
                <a:off x="7456320" y="4616280"/>
                <a:ext cx="20160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grpSp>
          <p:nvGrpSpPr>
            <p:cNvPr id="1626" name="Group 159"/>
            <p:cNvGrpSpPr/>
            <p:nvPr/>
          </p:nvGrpSpPr>
          <p:grpSpPr>
            <a:xfrm>
              <a:off x="5138640" y="4332960"/>
              <a:ext cx="2519280" cy="217440"/>
              <a:chOff x="5138640" y="4332960"/>
              <a:chExt cx="2519280" cy="217440"/>
            </a:xfrm>
          </p:grpSpPr>
          <p:sp>
            <p:nvSpPr>
              <p:cNvPr id="1627" name="CustomShape 160"/>
              <p:cNvSpPr/>
              <p:nvPr/>
            </p:nvSpPr>
            <p:spPr>
              <a:xfrm>
                <a:off x="5138640" y="4332960"/>
                <a:ext cx="200160" cy="21744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28" name="CustomShape 161"/>
              <p:cNvSpPr/>
              <p:nvPr/>
            </p:nvSpPr>
            <p:spPr>
              <a:xfrm>
                <a:off x="5396400" y="4332960"/>
                <a:ext cx="200880" cy="21744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29" name="CustomShape 162"/>
              <p:cNvSpPr/>
              <p:nvPr/>
            </p:nvSpPr>
            <p:spPr>
              <a:xfrm>
                <a:off x="5652720" y="4332960"/>
                <a:ext cx="202320" cy="21744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30" name="CustomShape 163"/>
              <p:cNvSpPr/>
              <p:nvPr/>
            </p:nvSpPr>
            <p:spPr>
              <a:xfrm>
                <a:off x="5912280" y="4332960"/>
                <a:ext cx="200160" cy="21744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31" name="CustomShape 164"/>
              <p:cNvSpPr/>
              <p:nvPr/>
            </p:nvSpPr>
            <p:spPr>
              <a:xfrm>
                <a:off x="6168240" y="4332960"/>
                <a:ext cx="201600" cy="21744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32" name="CustomShape 165"/>
              <p:cNvSpPr/>
              <p:nvPr/>
            </p:nvSpPr>
            <p:spPr>
              <a:xfrm>
                <a:off x="6426720" y="4332960"/>
                <a:ext cx="200160" cy="21744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33" name="CustomShape 166"/>
              <p:cNvSpPr/>
              <p:nvPr/>
            </p:nvSpPr>
            <p:spPr>
              <a:xfrm>
                <a:off x="6684480" y="4332960"/>
                <a:ext cx="201240" cy="21744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34" name="CustomShape 167"/>
              <p:cNvSpPr/>
              <p:nvPr/>
            </p:nvSpPr>
            <p:spPr>
              <a:xfrm>
                <a:off x="6941520" y="4332960"/>
                <a:ext cx="202320" cy="21744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35" name="CustomShape 168"/>
              <p:cNvSpPr/>
              <p:nvPr/>
            </p:nvSpPr>
            <p:spPr>
              <a:xfrm>
                <a:off x="7199640" y="4332960"/>
                <a:ext cx="200520" cy="21744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36" name="CustomShape 169"/>
              <p:cNvSpPr/>
              <p:nvPr/>
            </p:nvSpPr>
            <p:spPr>
              <a:xfrm>
                <a:off x="7456320" y="4332960"/>
                <a:ext cx="201600" cy="21744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grpSp>
          <p:nvGrpSpPr>
            <p:cNvPr id="1637" name="Group 170"/>
            <p:cNvGrpSpPr/>
            <p:nvPr/>
          </p:nvGrpSpPr>
          <p:grpSpPr>
            <a:xfrm>
              <a:off x="5138640" y="4049280"/>
              <a:ext cx="2519280" cy="217440"/>
              <a:chOff x="5138640" y="4049280"/>
              <a:chExt cx="2519280" cy="217440"/>
            </a:xfrm>
          </p:grpSpPr>
          <p:sp>
            <p:nvSpPr>
              <p:cNvPr id="1638" name="CustomShape 171"/>
              <p:cNvSpPr/>
              <p:nvPr/>
            </p:nvSpPr>
            <p:spPr>
              <a:xfrm>
                <a:off x="5138640" y="4049280"/>
                <a:ext cx="200160" cy="21744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39" name="CustomShape 172"/>
              <p:cNvSpPr/>
              <p:nvPr/>
            </p:nvSpPr>
            <p:spPr>
              <a:xfrm>
                <a:off x="5396400" y="4049280"/>
                <a:ext cx="200880" cy="21744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40" name="CustomShape 173"/>
              <p:cNvSpPr/>
              <p:nvPr/>
            </p:nvSpPr>
            <p:spPr>
              <a:xfrm>
                <a:off x="5652720" y="4049280"/>
                <a:ext cx="202320" cy="21744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41" name="CustomShape 174"/>
              <p:cNvSpPr/>
              <p:nvPr/>
            </p:nvSpPr>
            <p:spPr>
              <a:xfrm>
                <a:off x="5912280" y="4049280"/>
                <a:ext cx="200160" cy="21744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42" name="CustomShape 175"/>
              <p:cNvSpPr/>
              <p:nvPr/>
            </p:nvSpPr>
            <p:spPr>
              <a:xfrm>
                <a:off x="6168240" y="4049280"/>
                <a:ext cx="201600" cy="21744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43" name="CustomShape 176"/>
              <p:cNvSpPr/>
              <p:nvPr/>
            </p:nvSpPr>
            <p:spPr>
              <a:xfrm>
                <a:off x="6426720" y="4049280"/>
                <a:ext cx="200160" cy="21744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44" name="CustomShape 177"/>
              <p:cNvSpPr/>
              <p:nvPr/>
            </p:nvSpPr>
            <p:spPr>
              <a:xfrm>
                <a:off x="6684480" y="4049280"/>
                <a:ext cx="201240" cy="21744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45" name="CustomShape 178"/>
              <p:cNvSpPr/>
              <p:nvPr/>
            </p:nvSpPr>
            <p:spPr>
              <a:xfrm>
                <a:off x="6941520" y="4049280"/>
                <a:ext cx="202320" cy="21744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46" name="CustomShape 179"/>
              <p:cNvSpPr/>
              <p:nvPr/>
            </p:nvSpPr>
            <p:spPr>
              <a:xfrm>
                <a:off x="7199640" y="4049280"/>
                <a:ext cx="200520" cy="21744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47" name="CustomShape 180"/>
              <p:cNvSpPr/>
              <p:nvPr/>
            </p:nvSpPr>
            <p:spPr>
              <a:xfrm>
                <a:off x="7456320" y="4049280"/>
                <a:ext cx="201600" cy="21744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grpSp>
          <p:nvGrpSpPr>
            <p:cNvPr id="1648" name="Group 181"/>
            <p:cNvGrpSpPr/>
            <p:nvPr/>
          </p:nvGrpSpPr>
          <p:grpSpPr>
            <a:xfrm>
              <a:off x="5138640" y="3766320"/>
              <a:ext cx="2519280" cy="216720"/>
              <a:chOff x="5138640" y="3766320"/>
              <a:chExt cx="2519280" cy="216720"/>
            </a:xfrm>
          </p:grpSpPr>
          <p:sp>
            <p:nvSpPr>
              <p:cNvPr id="1649" name="CustomShape 182"/>
              <p:cNvSpPr/>
              <p:nvPr/>
            </p:nvSpPr>
            <p:spPr>
              <a:xfrm>
                <a:off x="5138640" y="3766320"/>
                <a:ext cx="200160" cy="2167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50" name="CustomShape 183"/>
              <p:cNvSpPr/>
              <p:nvPr/>
            </p:nvSpPr>
            <p:spPr>
              <a:xfrm>
                <a:off x="5396400" y="3766320"/>
                <a:ext cx="200880" cy="2167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51" name="CustomShape 184"/>
              <p:cNvSpPr/>
              <p:nvPr/>
            </p:nvSpPr>
            <p:spPr>
              <a:xfrm>
                <a:off x="5652720" y="3766320"/>
                <a:ext cx="202320" cy="2167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52" name="CustomShape 185"/>
              <p:cNvSpPr/>
              <p:nvPr/>
            </p:nvSpPr>
            <p:spPr>
              <a:xfrm>
                <a:off x="5912280" y="3766320"/>
                <a:ext cx="200160" cy="2167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53" name="CustomShape 186"/>
              <p:cNvSpPr/>
              <p:nvPr/>
            </p:nvSpPr>
            <p:spPr>
              <a:xfrm>
                <a:off x="6168240" y="3766320"/>
                <a:ext cx="201600" cy="2167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54" name="CustomShape 187"/>
              <p:cNvSpPr/>
              <p:nvPr/>
            </p:nvSpPr>
            <p:spPr>
              <a:xfrm>
                <a:off x="6426720" y="3766320"/>
                <a:ext cx="200160" cy="2167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55" name="CustomShape 188"/>
              <p:cNvSpPr/>
              <p:nvPr/>
            </p:nvSpPr>
            <p:spPr>
              <a:xfrm>
                <a:off x="6684480" y="3766320"/>
                <a:ext cx="201240" cy="2167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56" name="CustomShape 189"/>
              <p:cNvSpPr/>
              <p:nvPr/>
            </p:nvSpPr>
            <p:spPr>
              <a:xfrm>
                <a:off x="6941520" y="3766320"/>
                <a:ext cx="20232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57" name="CustomShape 190"/>
              <p:cNvSpPr/>
              <p:nvPr/>
            </p:nvSpPr>
            <p:spPr>
              <a:xfrm>
                <a:off x="7199640" y="3766320"/>
                <a:ext cx="20052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58" name="CustomShape 191"/>
              <p:cNvSpPr/>
              <p:nvPr/>
            </p:nvSpPr>
            <p:spPr>
              <a:xfrm>
                <a:off x="7456320" y="3766320"/>
                <a:ext cx="20160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grpSp>
          <p:nvGrpSpPr>
            <p:cNvPr id="1659" name="Group 192"/>
            <p:cNvGrpSpPr/>
            <p:nvPr/>
          </p:nvGrpSpPr>
          <p:grpSpPr>
            <a:xfrm>
              <a:off x="5138640" y="3483000"/>
              <a:ext cx="2519280" cy="217080"/>
              <a:chOff x="5138640" y="3483000"/>
              <a:chExt cx="2519280" cy="217080"/>
            </a:xfrm>
          </p:grpSpPr>
          <p:sp>
            <p:nvSpPr>
              <p:cNvPr id="1660" name="CustomShape 193"/>
              <p:cNvSpPr/>
              <p:nvPr/>
            </p:nvSpPr>
            <p:spPr>
              <a:xfrm>
                <a:off x="5138640" y="3483000"/>
                <a:ext cx="20016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61" name="CustomShape 194"/>
              <p:cNvSpPr/>
              <p:nvPr/>
            </p:nvSpPr>
            <p:spPr>
              <a:xfrm>
                <a:off x="5396400" y="3483000"/>
                <a:ext cx="20088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62" name="CustomShape 195"/>
              <p:cNvSpPr/>
              <p:nvPr/>
            </p:nvSpPr>
            <p:spPr>
              <a:xfrm>
                <a:off x="5652720" y="3483000"/>
                <a:ext cx="20232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63" name="CustomShape 196"/>
              <p:cNvSpPr/>
              <p:nvPr/>
            </p:nvSpPr>
            <p:spPr>
              <a:xfrm>
                <a:off x="5912280" y="3483000"/>
                <a:ext cx="20016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64" name="CustomShape 197"/>
              <p:cNvSpPr/>
              <p:nvPr/>
            </p:nvSpPr>
            <p:spPr>
              <a:xfrm>
                <a:off x="6168240" y="3483000"/>
                <a:ext cx="20160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65" name="CustomShape 198"/>
              <p:cNvSpPr/>
              <p:nvPr/>
            </p:nvSpPr>
            <p:spPr>
              <a:xfrm>
                <a:off x="6426720" y="3483000"/>
                <a:ext cx="20016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66" name="CustomShape 199"/>
              <p:cNvSpPr/>
              <p:nvPr/>
            </p:nvSpPr>
            <p:spPr>
              <a:xfrm>
                <a:off x="6684480" y="3483000"/>
                <a:ext cx="20124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67" name="CustomShape 200"/>
              <p:cNvSpPr/>
              <p:nvPr/>
            </p:nvSpPr>
            <p:spPr>
              <a:xfrm>
                <a:off x="6941520" y="3483000"/>
                <a:ext cx="20232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68" name="CustomShape 201"/>
              <p:cNvSpPr/>
              <p:nvPr/>
            </p:nvSpPr>
            <p:spPr>
              <a:xfrm>
                <a:off x="7199640" y="3483000"/>
                <a:ext cx="20052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69" name="CustomShape 202"/>
              <p:cNvSpPr/>
              <p:nvPr/>
            </p:nvSpPr>
            <p:spPr>
              <a:xfrm>
                <a:off x="7456320" y="3483000"/>
                <a:ext cx="20160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grpSp>
          <p:nvGrpSpPr>
            <p:cNvPr id="1670" name="Group 203"/>
            <p:cNvGrpSpPr/>
            <p:nvPr/>
          </p:nvGrpSpPr>
          <p:grpSpPr>
            <a:xfrm>
              <a:off x="5138640" y="3198960"/>
              <a:ext cx="2519280" cy="217440"/>
              <a:chOff x="5138640" y="3198960"/>
              <a:chExt cx="2519280" cy="217440"/>
            </a:xfrm>
          </p:grpSpPr>
          <p:sp>
            <p:nvSpPr>
              <p:cNvPr id="1671" name="CustomShape 204"/>
              <p:cNvSpPr/>
              <p:nvPr/>
            </p:nvSpPr>
            <p:spPr>
              <a:xfrm>
                <a:off x="5138640" y="3198960"/>
                <a:ext cx="200160" cy="21744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72" name="CustomShape 205"/>
              <p:cNvSpPr/>
              <p:nvPr/>
            </p:nvSpPr>
            <p:spPr>
              <a:xfrm>
                <a:off x="5396400" y="3198960"/>
                <a:ext cx="200880" cy="21744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73" name="CustomShape 206"/>
              <p:cNvSpPr/>
              <p:nvPr/>
            </p:nvSpPr>
            <p:spPr>
              <a:xfrm>
                <a:off x="5652720" y="3198960"/>
                <a:ext cx="202320" cy="21744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74" name="CustomShape 207"/>
              <p:cNvSpPr/>
              <p:nvPr/>
            </p:nvSpPr>
            <p:spPr>
              <a:xfrm>
                <a:off x="5912280" y="3198960"/>
                <a:ext cx="200160" cy="21744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75" name="CustomShape 208"/>
              <p:cNvSpPr/>
              <p:nvPr/>
            </p:nvSpPr>
            <p:spPr>
              <a:xfrm>
                <a:off x="6168240" y="3198960"/>
                <a:ext cx="201600" cy="21744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76" name="CustomShape 209"/>
              <p:cNvSpPr/>
              <p:nvPr/>
            </p:nvSpPr>
            <p:spPr>
              <a:xfrm>
                <a:off x="6426720" y="3198960"/>
                <a:ext cx="200160" cy="21744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77" name="CustomShape 210"/>
              <p:cNvSpPr/>
              <p:nvPr/>
            </p:nvSpPr>
            <p:spPr>
              <a:xfrm>
                <a:off x="6684480" y="3198960"/>
                <a:ext cx="201240" cy="21744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78" name="CustomShape 211"/>
              <p:cNvSpPr/>
              <p:nvPr/>
            </p:nvSpPr>
            <p:spPr>
              <a:xfrm>
                <a:off x="6941520" y="3198960"/>
                <a:ext cx="202320" cy="21744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79" name="CustomShape 212"/>
              <p:cNvSpPr/>
              <p:nvPr/>
            </p:nvSpPr>
            <p:spPr>
              <a:xfrm>
                <a:off x="7199640" y="3198960"/>
                <a:ext cx="200520" cy="21744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80" name="CustomShape 213"/>
              <p:cNvSpPr/>
              <p:nvPr/>
            </p:nvSpPr>
            <p:spPr>
              <a:xfrm>
                <a:off x="7456320" y="3198960"/>
                <a:ext cx="201600" cy="21744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grpSp>
          <p:nvGrpSpPr>
            <p:cNvPr id="1681" name="Group 214"/>
            <p:cNvGrpSpPr/>
            <p:nvPr/>
          </p:nvGrpSpPr>
          <p:grpSpPr>
            <a:xfrm>
              <a:off x="5138640" y="2915640"/>
              <a:ext cx="2519280" cy="217080"/>
              <a:chOff x="5138640" y="2915640"/>
              <a:chExt cx="2519280" cy="217080"/>
            </a:xfrm>
          </p:grpSpPr>
          <p:sp>
            <p:nvSpPr>
              <p:cNvPr id="1682" name="CustomShape 215"/>
              <p:cNvSpPr/>
              <p:nvPr/>
            </p:nvSpPr>
            <p:spPr>
              <a:xfrm>
                <a:off x="5138640" y="2915640"/>
                <a:ext cx="20016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83" name="CustomShape 216"/>
              <p:cNvSpPr/>
              <p:nvPr/>
            </p:nvSpPr>
            <p:spPr>
              <a:xfrm>
                <a:off x="5396400" y="2915640"/>
                <a:ext cx="20088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84" name="CustomShape 217"/>
              <p:cNvSpPr/>
              <p:nvPr/>
            </p:nvSpPr>
            <p:spPr>
              <a:xfrm>
                <a:off x="5652720" y="2915640"/>
                <a:ext cx="20232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85" name="CustomShape 218"/>
              <p:cNvSpPr/>
              <p:nvPr/>
            </p:nvSpPr>
            <p:spPr>
              <a:xfrm>
                <a:off x="5912280" y="2915640"/>
                <a:ext cx="20016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86" name="CustomShape 219"/>
              <p:cNvSpPr/>
              <p:nvPr/>
            </p:nvSpPr>
            <p:spPr>
              <a:xfrm>
                <a:off x="6168240" y="2915640"/>
                <a:ext cx="20160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87" name="CustomShape 220"/>
              <p:cNvSpPr/>
              <p:nvPr/>
            </p:nvSpPr>
            <p:spPr>
              <a:xfrm>
                <a:off x="6426720" y="2915640"/>
                <a:ext cx="20016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88" name="CustomShape 221"/>
              <p:cNvSpPr/>
              <p:nvPr/>
            </p:nvSpPr>
            <p:spPr>
              <a:xfrm>
                <a:off x="6684480" y="2915640"/>
                <a:ext cx="20124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89" name="CustomShape 222"/>
              <p:cNvSpPr/>
              <p:nvPr/>
            </p:nvSpPr>
            <p:spPr>
              <a:xfrm>
                <a:off x="6941520" y="2915640"/>
                <a:ext cx="20232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90" name="CustomShape 223"/>
              <p:cNvSpPr/>
              <p:nvPr/>
            </p:nvSpPr>
            <p:spPr>
              <a:xfrm>
                <a:off x="7199640" y="2915640"/>
                <a:ext cx="20052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91" name="CustomShape 224"/>
              <p:cNvSpPr/>
              <p:nvPr/>
            </p:nvSpPr>
            <p:spPr>
              <a:xfrm>
                <a:off x="7456320" y="2915640"/>
                <a:ext cx="20160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</p:grpSp>
      <p:grpSp>
        <p:nvGrpSpPr>
          <p:cNvPr id="1692" name="Group 225"/>
          <p:cNvGrpSpPr/>
          <p:nvPr/>
        </p:nvGrpSpPr>
        <p:grpSpPr>
          <a:xfrm>
            <a:off x="8940960" y="2915640"/>
            <a:ext cx="2520360" cy="2768040"/>
            <a:chOff x="8940960" y="2915640"/>
            <a:chExt cx="2520360" cy="2768040"/>
          </a:xfrm>
        </p:grpSpPr>
        <p:grpSp>
          <p:nvGrpSpPr>
            <p:cNvPr id="1693" name="Group 226"/>
            <p:cNvGrpSpPr/>
            <p:nvPr/>
          </p:nvGrpSpPr>
          <p:grpSpPr>
            <a:xfrm>
              <a:off x="8940960" y="5466960"/>
              <a:ext cx="2520360" cy="216720"/>
              <a:chOff x="8940960" y="5466960"/>
              <a:chExt cx="2520360" cy="216720"/>
            </a:xfrm>
          </p:grpSpPr>
          <p:sp>
            <p:nvSpPr>
              <p:cNvPr id="1694" name="CustomShape 227"/>
              <p:cNvSpPr/>
              <p:nvPr/>
            </p:nvSpPr>
            <p:spPr>
              <a:xfrm>
                <a:off x="8940960" y="5466960"/>
                <a:ext cx="20160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95" name="CustomShape 228"/>
              <p:cNvSpPr/>
              <p:nvPr/>
            </p:nvSpPr>
            <p:spPr>
              <a:xfrm>
                <a:off x="9198360" y="5466960"/>
                <a:ext cx="20160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96" name="CustomShape 229"/>
              <p:cNvSpPr/>
              <p:nvPr/>
            </p:nvSpPr>
            <p:spPr>
              <a:xfrm>
                <a:off x="9456480" y="5466960"/>
                <a:ext cx="20124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97" name="CustomShape 230"/>
              <p:cNvSpPr/>
              <p:nvPr/>
            </p:nvSpPr>
            <p:spPr>
              <a:xfrm>
                <a:off x="9714240" y="5466960"/>
                <a:ext cx="20052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98" name="CustomShape 231"/>
              <p:cNvSpPr/>
              <p:nvPr/>
            </p:nvSpPr>
            <p:spPr>
              <a:xfrm>
                <a:off x="9971280" y="5466960"/>
                <a:ext cx="20160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699" name="CustomShape 232"/>
              <p:cNvSpPr/>
              <p:nvPr/>
            </p:nvSpPr>
            <p:spPr>
              <a:xfrm>
                <a:off x="10229760" y="5466960"/>
                <a:ext cx="20088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00" name="CustomShape 233"/>
              <p:cNvSpPr/>
              <p:nvPr/>
            </p:nvSpPr>
            <p:spPr>
              <a:xfrm>
                <a:off x="10486800" y="5466960"/>
                <a:ext cx="20160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01" name="CustomShape 234"/>
              <p:cNvSpPr/>
              <p:nvPr/>
            </p:nvSpPr>
            <p:spPr>
              <a:xfrm>
                <a:off x="10743840" y="5466960"/>
                <a:ext cx="20196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02" name="CustomShape 235"/>
              <p:cNvSpPr/>
              <p:nvPr/>
            </p:nvSpPr>
            <p:spPr>
              <a:xfrm>
                <a:off x="11002680" y="5466960"/>
                <a:ext cx="20016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03" name="CustomShape 236"/>
              <p:cNvSpPr/>
              <p:nvPr/>
            </p:nvSpPr>
            <p:spPr>
              <a:xfrm>
                <a:off x="11259720" y="5466960"/>
                <a:ext cx="20160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grpSp>
          <p:nvGrpSpPr>
            <p:cNvPr id="1704" name="Group 237"/>
            <p:cNvGrpSpPr/>
            <p:nvPr/>
          </p:nvGrpSpPr>
          <p:grpSpPr>
            <a:xfrm>
              <a:off x="8940960" y="5183640"/>
              <a:ext cx="2520360" cy="217080"/>
              <a:chOff x="8940960" y="5183640"/>
              <a:chExt cx="2520360" cy="217080"/>
            </a:xfrm>
          </p:grpSpPr>
          <p:sp>
            <p:nvSpPr>
              <p:cNvPr id="1705" name="CustomShape 238"/>
              <p:cNvSpPr/>
              <p:nvPr/>
            </p:nvSpPr>
            <p:spPr>
              <a:xfrm>
                <a:off x="8940960" y="5183640"/>
                <a:ext cx="20160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06" name="CustomShape 239"/>
              <p:cNvSpPr/>
              <p:nvPr/>
            </p:nvSpPr>
            <p:spPr>
              <a:xfrm>
                <a:off x="9198360" y="5183640"/>
                <a:ext cx="20160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07" name="CustomShape 240"/>
              <p:cNvSpPr/>
              <p:nvPr/>
            </p:nvSpPr>
            <p:spPr>
              <a:xfrm>
                <a:off x="9456480" y="5183640"/>
                <a:ext cx="20124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08" name="CustomShape 241"/>
              <p:cNvSpPr/>
              <p:nvPr/>
            </p:nvSpPr>
            <p:spPr>
              <a:xfrm>
                <a:off x="9714240" y="5183640"/>
                <a:ext cx="20052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09" name="CustomShape 242"/>
              <p:cNvSpPr/>
              <p:nvPr/>
            </p:nvSpPr>
            <p:spPr>
              <a:xfrm>
                <a:off x="9971280" y="5183640"/>
                <a:ext cx="20160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10" name="CustomShape 243"/>
              <p:cNvSpPr/>
              <p:nvPr/>
            </p:nvSpPr>
            <p:spPr>
              <a:xfrm>
                <a:off x="10229760" y="5183640"/>
                <a:ext cx="20088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11" name="CustomShape 244"/>
              <p:cNvSpPr/>
              <p:nvPr/>
            </p:nvSpPr>
            <p:spPr>
              <a:xfrm>
                <a:off x="10486800" y="5183640"/>
                <a:ext cx="20160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12" name="CustomShape 245"/>
              <p:cNvSpPr/>
              <p:nvPr/>
            </p:nvSpPr>
            <p:spPr>
              <a:xfrm>
                <a:off x="10743840" y="5183640"/>
                <a:ext cx="20196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13" name="CustomShape 246"/>
              <p:cNvSpPr/>
              <p:nvPr/>
            </p:nvSpPr>
            <p:spPr>
              <a:xfrm>
                <a:off x="11002680" y="5183640"/>
                <a:ext cx="20016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14" name="CustomShape 247"/>
              <p:cNvSpPr/>
              <p:nvPr/>
            </p:nvSpPr>
            <p:spPr>
              <a:xfrm>
                <a:off x="11259720" y="5183640"/>
                <a:ext cx="20160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grpSp>
          <p:nvGrpSpPr>
            <p:cNvPr id="1715" name="Group 248"/>
            <p:cNvGrpSpPr/>
            <p:nvPr/>
          </p:nvGrpSpPr>
          <p:grpSpPr>
            <a:xfrm>
              <a:off x="8940960" y="4899600"/>
              <a:ext cx="2520360" cy="216720"/>
              <a:chOff x="8940960" y="4899600"/>
              <a:chExt cx="2520360" cy="216720"/>
            </a:xfrm>
          </p:grpSpPr>
          <p:sp>
            <p:nvSpPr>
              <p:cNvPr id="1716" name="CustomShape 249"/>
              <p:cNvSpPr/>
              <p:nvPr/>
            </p:nvSpPr>
            <p:spPr>
              <a:xfrm>
                <a:off x="8940960" y="4899600"/>
                <a:ext cx="20160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17" name="CustomShape 250"/>
              <p:cNvSpPr/>
              <p:nvPr/>
            </p:nvSpPr>
            <p:spPr>
              <a:xfrm>
                <a:off x="9198360" y="4899600"/>
                <a:ext cx="20160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18" name="CustomShape 251"/>
              <p:cNvSpPr/>
              <p:nvPr/>
            </p:nvSpPr>
            <p:spPr>
              <a:xfrm>
                <a:off x="9456480" y="4899600"/>
                <a:ext cx="20124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19" name="CustomShape 252"/>
              <p:cNvSpPr/>
              <p:nvPr/>
            </p:nvSpPr>
            <p:spPr>
              <a:xfrm>
                <a:off x="9714240" y="4899600"/>
                <a:ext cx="20052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20" name="CustomShape 253"/>
              <p:cNvSpPr/>
              <p:nvPr/>
            </p:nvSpPr>
            <p:spPr>
              <a:xfrm>
                <a:off x="9971280" y="4899600"/>
                <a:ext cx="20160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21" name="CustomShape 254"/>
              <p:cNvSpPr/>
              <p:nvPr/>
            </p:nvSpPr>
            <p:spPr>
              <a:xfrm>
                <a:off x="10229760" y="4899600"/>
                <a:ext cx="20088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22" name="CustomShape 255"/>
              <p:cNvSpPr/>
              <p:nvPr/>
            </p:nvSpPr>
            <p:spPr>
              <a:xfrm>
                <a:off x="10486800" y="4899600"/>
                <a:ext cx="20160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23" name="CustomShape 256"/>
              <p:cNvSpPr/>
              <p:nvPr/>
            </p:nvSpPr>
            <p:spPr>
              <a:xfrm>
                <a:off x="10743840" y="4899600"/>
                <a:ext cx="20196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24" name="CustomShape 257"/>
              <p:cNvSpPr/>
              <p:nvPr/>
            </p:nvSpPr>
            <p:spPr>
              <a:xfrm>
                <a:off x="11002680" y="4899600"/>
                <a:ext cx="20016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25" name="CustomShape 258"/>
              <p:cNvSpPr/>
              <p:nvPr/>
            </p:nvSpPr>
            <p:spPr>
              <a:xfrm>
                <a:off x="11259720" y="4899600"/>
                <a:ext cx="20160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grpSp>
          <p:nvGrpSpPr>
            <p:cNvPr id="1726" name="Group 259"/>
            <p:cNvGrpSpPr/>
            <p:nvPr/>
          </p:nvGrpSpPr>
          <p:grpSpPr>
            <a:xfrm>
              <a:off x="8940960" y="4616280"/>
              <a:ext cx="2520360" cy="217080"/>
              <a:chOff x="8940960" y="4616280"/>
              <a:chExt cx="2520360" cy="217080"/>
            </a:xfrm>
          </p:grpSpPr>
          <p:sp>
            <p:nvSpPr>
              <p:cNvPr id="1727" name="CustomShape 260"/>
              <p:cNvSpPr/>
              <p:nvPr/>
            </p:nvSpPr>
            <p:spPr>
              <a:xfrm>
                <a:off x="8940960" y="4616280"/>
                <a:ext cx="20160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28" name="CustomShape 261"/>
              <p:cNvSpPr/>
              <p:nvPr/>
            </p:nvSpPr>
            <p:spPr>
              <a:xfrm>
                <a:off x="9198360" y="4616280"/>
                <a:ext cx="20160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29" name="CustomShape 262"/>
              <p:cNvSpPr/>
              <p:nvPr/>
            </p:nvSpPr>
            <p:spPr>
              <a:xfrm>
                <a:off x="9456480" y="4616280"/>
                <a:ext cx="20124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30" name="CustomShape 263"/>
              <p:cNvSpPr/>
              <p:nvPr/>
            </p:nvSpPr>
            <p:spPr>
              <a:xfrm>
                <a:off x="9714240" y="4616280"/>
                <a:ext cx="20052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31" name="CustomShape 264"/>
              <p:cNvSpPr/>
              <p:nvPr/>
            </p:nvSpPr>
            <p:spPr>
              <a:xfrm>
                <a:off x="9971280" y="4616280"/>
                <a:ext cx="20160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32" name="CustomShape 265"/>
              <p:cNvSpPr/>
              <p:nvPr/>
            </p:nvSpPr>
            <p:spPr>
              <a:xfrm>
                <a:off x="10229760" y="4616280"/>
                <a:ext cx="20088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33" name="CustomShape 266"/>
              <p:cNvSpPr/>
              <p:nvPr/>
            </p:nvSpPr>
            <p:spPr>
              <a:xfrm>
                <a:off x="10486800" y="4616280"/>
                <a:ext cx="20160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34" name="CustomShape 267"/>
              <p:cNvSpPr/>
              <p:nvPr/>
            </p:nvSpPr>
            <p:spPr>
              <a:xfrm>
                <a:off x="10743840" y="4616280"/>
                <a:ext cx="20196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35" name="CustomShape 268"/>
              <p:cNvSpPr/>
              <p:nvPr/>
            </p:nvSpPr>
            <p:spPr>
              <a:xfrm>
                <a:off x="11002680" y="4616280"/>
                <a:ext cx="20016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36" name="CustomShape 269"/>
              <p:cNvSpPr/>
              <p:nvPr/>
            </p:nvSpPr>
            <p:spPr>
              <a:xfrm>
                <a:off x="11259720" y="4616280"/>
                <a:ext cx="20160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grpSp>
          <p:nvGrpSpPr>
            <p:cNvPr id="1737" name="Group 270"/>
            <p:cNvGrpSpPr/>
            <p:nvPr/>
          </p:nvGrpSpPr>
          <p:grpSpPr>
            <a:xfrm>
              <a:off x="8940960" y="4332960"/>
              <a:ext cx="2520360" cy="217440"/>
              <a:chOff x="8940960" y="4332960"/>
              <a:chExt cx="2520360" cy="217440"/>
            </a:xfrm>
          </p:grpSpPr>
          <p:sp>
            <p:nvSpPr>
              <p:cNvPr id="1738" name="CustomShape 271"/>
              <p:cNvSpPr/>
              <p:nvPr/>
            </p:nvSpPr>
            <p:spPr>
              <a:xfrm>
                <a:off x="8940960" y="4332960"/>
                <a:ext cx="201600" cy="21744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39" name="CustomShape 272"/>
              <p:cNvSpPr/>
              <p:nvPr/>
            </p:nvSpPr>
            <p:spPr>
              <a:xfrm>
                <a:off x="9198360" y="4332960"/>
                <a:ext cx="201600" cy="21744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40" name="CustomShape 273"/>
              <p:cNvSpPr/>
              <p:nvPr/>
            </p:nvSpPr>
            <p:spPr>
              <a:xfrm>
                <a:off x="9456480" y="4332960"/>
                <a:ext cx="201240" cy="21744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41" name="CustomShape 274"/>
              <p:cNvSpPr/>
              <p:nvPr/>
            </p:nvSpPr>
            <p:spPr>
              <a:xfrm>
                <a:off x="9714240" y="4332960"/>
                <a:ext cx="200520" cy="21744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42" name="CustomShape 275"/>
              <p:cNvSpPr/>
              <p:nvPr/>
            </p:nvSpPr>
            <p:spPr>
              <a:xfrm>
                <a:off x="9971280" y="4332960"/>
                <a:ext cx="201600" cy="21744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43" name="CustomShape 276"/>
              <p:cNvSpPr/>
              <p:nvPr/>
            </p:nvSpPr>
            <p:spPr>
              <a:xfrm>
                <a:off x="10229760" y="4332960"/>
                <a:ext cx="200880" cy="21744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44" name="CustomShape 277"/>
              <p:cNvSpPr/>
              <p:nvPr/>
            </p:nvSpPr>
            <p:spPr>
              <a:xfrm>
                <a:off x="10486800" y="4332960"/>
                <a:ext cx="201600" cy="21744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45" name="CustomShape 278"/>
              <p:cNvSpPr/>
              <p:nvPr/>
            </p:nvSpPr>
            <p:spPr>
              <a:xfrm>
                <a:off x="10743840" y="4332960"/>
                <a:ext cx="201960" cy="21744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46" name="CustomShape 279"/>
              <p:cNvSpPr/>
              <p:nvPr/>
            </p:nvSpPr>
            <p:spPr>
              <a:xfrm>
                <a:off x="11002680" y="4332960"/>
                <a:ext cx="200160" cy="21744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47" name="CustomShape 280"/>
              <p:cNvSpPr/>
              <p:nvPr/>
            </p:nvSpPr>
            <p:spPr>
              <a:xfrm>
                <a:off x="11259720" y="4332960"/>
                <a:ext cx="201600" cy="21744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grpSp>
          <p:nvGrpSpPr>
            <p:cNvPr id="1748" name="Group 281"/>
            <p:cNvGrpSpPr/>
            <p:nvPr/>
          </p:nvGrpSpPr>
          <p:grpSpPr>
            <a:xfrm>
              <a:off x="8940960" y="4049280"/>
              <a:ext cx="2520360" cy="217440"/>
              <a:chOff x="8940960" y="4049280"/>
              <a:chExt cx="2520360" cy="217440"/>
            </a:xfrm>
          </p:grpSpPr>
          <p:sp>
            <p:nvSpPr>
              <p:cNvPr id="1749" name="CustomShape 282"/>
              <p:cNvSpPr/>
              <p:nvPr/>
            </p:nvSpPr>
            <p:spPr>
              <a:xfrm>
                <a:off x="8940960" y="4049280"/>
                <a:ext cx="201600" cy="21744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50" name="CustomShape 283"/>
              <p:cNvSpPr/>
              <p:nvPr/>
            </p:nvSpPr>
            <p:spPr>
              <a:xfrm>
                <a:off x="9198360" y="4049280"/>
                <a:ext cx="201600" cy="21744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51" name="CustomShape 284"/>
              <p:cNvSpPr/>
              <p:nvPr/>
            </p:nvSpPr>
            <p:spPr>
              <a:xfrm>
                <a:off x="9456480" y="4049280"/>
                <a:ext cx="201240" cy="21744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52" name="CustomShape 285"/>
              <p:cNvSpPr/>
              <p:nvPr/>
            </p:nvSpPr>
            <p:spPr>
              <a:xfrm>
                <a:off x="9714240" y="4049280"/>
                <a:ext cx="200520" cy="21744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53" name="CustomShape 286"/>
              <p:cNvSpPr/>
              <p:nvPr/>
            </p:nvSpPr>
            <p:spPr>
              <a:xfrm>
                <a:off x="9971280" y="4049280"/>
                <a:ext cx="201600" cy="21744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54" name="CustomShape 287"/>
              <p:cNvSpPr/>
              <p:nvPr/>
            </p:nvSpPr>
            <p:spPr>
              <a:xfrm>
                <a:off x="10229760" y="4049280"/>
                <a:ext cx="200880" cy="21744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55" name="CustomShape 288"/>
              <p:cNvSpPr/>
              <p:nvPr/>
            </p:nvSpPr>
            <p:spPr>
              <a:xfrm>
                <a:off x="10486800" y="4049280"/>
                <a:ext cx="201600" cy="21744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56" name="CustomShape 289"/>
              <p:cNvSpPr/>
              <p:nvPr/>
            </p:nvSpPr>
            <p:spPr>
              <a:xfrm>
                <a:off x="10743840" y="4049280"/>
                <a:ext cx="201960" cy="21744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57" name="CustomShape 290"/>
              <p:cNvSpPr/>
              <p:nvPr/>
            </p:nvSpPr>
            <p:spPr>
              <a:xfrm>
                <a:off x="11002680" y="4049280"/>
                <a:ext cx="200160" cy="21744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58" name="CustomShape 291"/>
              <p:cNvSpPr/>
              <p:nvPr/>
            </p:nvSpPr>
            <p:spPr>
              <a:xfrm>
                <a:off x="11259720" y="4049280"/>
                <a:ext cx="201600" cy="21744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grpSp>
          <p:nvGrpSpPr>
            <p:cNvPr id="1759" name="Group 292"/>
            <p:cNvGrpSpPr/>
            <p:nvPr/>
          </p:nvGrpSpPr>
          <p:grpSpPr>
            <a:xfrm>
              <a:off x="8940960" y="3766320"/>
              <a:ext cx="2520360" cy="216720"/>
              <a:chOff x="8940960" y="3766320"/>
              <a:chExt cx="2520360" cy="216720"/>
            </a:xfrm>
          </p:grpSpPr>
          <p:sp>
            <p:nvSpPr>
              <p:cNvPr id="1760" name="CustomShape 293"/>
              <p:cNvSpPr/>
              <p:nvPr/>
            </p:nvSpPr>
            <p:spPr>
              <a:xfrm>
                <a:off x="8940960" y="3766320"/>
                <a:ext cx="20160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61" name="CustomShape 294"/>
              <p:cNvSpPr/>
              <p:nvPr/>
            </p:nvSpPr>
            <p:spPr>
              <a:xfrm>
                <a:off x="9198360" y="3766320"/>
                <a:ext cx="20160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62" name="CustomShape 295"/>
              <p:cNvSpPr/>
              <p:nvPr/>
            </p:nvSpPr>
            <p:spPr>
              <a:xfrm>
                <a:off x="9456480" y="3766320"/>
                <a:ext cx="20124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63" name="CustomShape 296"/>
              <p:cNvSpPr/>
              <p:nvPr/>
            </p:nvSpPr>
            <p:spPr>
              <a:xfrm>
                <a:off x="9714240" y="3766320"/>
                <a:ext cx="20052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64" name="CustomShape 297"/>
              <p:cNvSpPr/>
              <p:nvPr/>
            </p:nvSpPr>
            <p:spPr>
              <a:xfrm>
                <a:off x="9971280" y="3766320"/>
                <a:ext cx="20160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65" name="CustomShape 298"/>
              <p:cNvSpPr/>
              <p:nvPr/>
            </p:nvSpPr>
            <p:spPr>
              <a:xfrm>
                <a:off x="10229760" y="3766320"/>
                <a:ext cx="20088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66" name="CustomShape 299"/>
              <p:cNvSpPr/>
              <p:nvPr/>
            </p:nvSpPr>
            <p:spPr>
              <a:xfrm>
                <a:off x="10486800" y="3766320"/>
                <a:ext cx="20160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67" name="CustomShape 300"/>
              <p:cNvSpPr/>
              <p:nvPr/>
            </p:nvSpPr>
            <p:spPr>
              <a:xfrm>
                <a:off x="10743840" y="3766320"/>
                <a:ext cx="20196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68" name="CustomShape 301"/>
              <p:cNvSpPr/>
              <p:nvPr/>
            </p:nvSpPr>
            <p:spPr>
              <a:xfrm>
                <a:off x="11002680" y="3766320"/>
                <a:ext cx="20016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69" name="CustomShape 302"/>
              <p:cNvSpPr/>
              <p:nvPr/>
            </p:nvSpPr>
            <p:spPr>
              <a:xfrm>
                <a:off x="11259720" y="3766320"/>
                <a:ext cx="201600" cy="2167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grpSp>
          <p:nvGrpSpPr>
            <p:cNvPr id="1770" name="Group 303"/>
            <p:cNvGrpSpPr/>
            <p:nvPr/>
          </p:nvGrpSpPr>
          <p:grpSpPr>
            <a:xfrm>
              <a:off x="8940960" y="3483000"/>
              <a:ext cx="2520360" cy="217080"/>
              <a:chOff x="8940960" y="3483000"/>
              <a:chExt cx="2520360" cy="217080"/>
            </a:xfrm>
          </p:grpSpPr>
          <p:sp>
            <p:nvSpPr>
              <p:cNvPr id="1771" name="CustomShape 304"/>
              <p:cNvSpPr/>
              <p:nvPr/>
            </p:nvSpPr>
            <p:spPr>
              <a:xfrm>
                <a:off x="8940960" y="3483000"/>
                <a:ext cx="20160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72" name="CustomShape 305"/>
              <p:cNvSpPr/>
              <p:nvPr/>
            </p:nvSpPr>
            <p:spPr>
              <a:xfrm>
                <a:off x="9198360" y="3483000"/>
                <a:ext cx="20160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73" name="CustomShape 306"/>
              <p:cNvSpPr/>
              <p:nvPr/>
            </p:nvSpPr>
            <p:spPr>
              <a:xfrm>
                <a:off x="9456480" y="3483000"/>
                <a:ext cx="20124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74" name="CustomShape 307"/>
              <p:cNvSpPr/>
              <p:nvPr/>
            </p:nvSpPr>
            <p:spPr>
              <a:xfrm>
                <a:off x="9714240" y="3483000"/>
                <a:ext cx="20052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75" name="CustomShape 308"/>
              <p:cNvSpPr/>
              <p:nvPr/>
            </p:nvSpPr>
            <p:spPr>
              <a:xfrm>
                <a:off x="9971280" y="3483000"/>
                <a:ext cx="20160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76" name="CustomShape 309"/>
              <p:cNvSpPr/>
              <p:nvPr/>
            </p:nvSpPr>
            <p:spPr>
              <a:xfrm>
                <a:off x="10229760" y="3483000"/>
                <a:ext cx="20088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77" name="CustomShape 310"/>
              <p:cNvSpPr/>
              <p:nvPr/>
            </p:nvSpPr>
            <p:spPr>
              <a:xfrm>
                <a:off x="10486800" y="3483000"/>
                <a:ext cx="20160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78" name="CustomShape 311"/>
              <p:cNvSpPr/>
              <p:nvPr/>
            </p:nvSpPr>
            <p:spPr>
              <a:xfrm>
                <a:off x="10743840" y="3483000"/>
                <a:ext cx="20196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79" name="CustomShape 312"/>
              <p:cNvSpPr/>
              <p:nvPr/>
            </p:nvSpPr>
            <p:spPr>
              <a:xfrm>
                <a:off x="11002680" y="3483000"/>
                <a:ext cx="20016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80" name="CustomShape 313"/>
              <p:cNvSpPr/>
              <p:nvPr/>
            </p:nvSpPr>
            <p:spPr>
              <a:xfrm>
                <a:off x="11259720" y="3483000"/>
                <a:ext cx="201600" cy="21708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grpSp>
          <p:nvGrpSpPr>
            <p:cNvPr id="1781" name="Group 314"/>
            <p:cNvGrpSpPr/>
            <p:nvPr/>
          </p:nvGrpSpPr>
          <p:grpSpPr>
            <a:xfrm>
              <a:off x="8940960" y="3198960"/>
              <a:ext cx="2520360" cy="217440"/>
              <a:chOff x="8940960" y="3198960"/>
              <a:chExt cx="2520360" cy="217440"/>
            </a:xfrm>
          </p:grpSpPr>
          <p:sp>
            <p:nvSpPr>
              <p:cNvPr id="1782" name="CustomShape 315"/>
              <p:cNvSpPr/>
              <p:nvPr/>
            </p:nvSpPr>
            <p:spPr>
              <a:xfrm>
                <a:off x="8940960" y="3198960"/>
                <a:ext cx="201600" cy="21744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83" name="CustomShape 316"/>
              <p:cNvSpPr/>
              <p:nvPr/>
            </p:nvSpPr>
            <p:spPr>
              <a:xfrm>
                <a:off x="9198360" y="3198960"/>
                <a:ext cx="201600" cy="21744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84" name="CustomShape 317"/>
              <p:cNvSpPr/>
              <p:nvPr/>
            </p:nvSpPr>
            <p:spPr>
              <a:xfrm>
                <a:off x="9456480" y="3198960"/>
                <a:ext cx="201240" cy="21744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85" name="CustomShape 318"/>
              <p:cNvSpPr/>
              <p:nvPr/>
            </p:nvSpPr>
            <p:spPr>
              <a:xfrm>
                <a:off x="9714240" y="3198960"/>
                <a:ext cx="200520" cy="21744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86" name="CustomShape 319"/>
              <p:cNvSpPr/>
              <p:nvPr/>
            </p:nvSpPr>
            <p:spPr>
              <a:xfrm>
                <a:off x="9971280" y="3198960"/>
                <a:ext cx="201600" cy="21744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87" name="CustomShape 320"/>
              <p:cNvSpPr/>
              <p:nvPr/>
            </p:nvSpPr>
            <p:spPr>
              <a:xfrm>
                <a:off x="10229760" y="3198960"/>
                <a:ext cx="200880" cy="21744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88" name="CustomShape 321"/>
              <p:cNvSpPr/>
              <p:nvPr/>
            </p:nvSpPr>
            <p:spPr>
              <a:xfrm>
                <a:off x="10486800" y="3198960"/>
                <a:ext cx="201600" cy="21744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89" name="CustomShape 322"/>
              <p:cNvSpPr/>
              <p:nvPr/>
            </p:nvSpPr>
            <p:spPr>
              <a:xfrm>
                <a:off x="10743840" y="3198960"/>
                <a:ext cx="201960" cy="21744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90" name="CustomShape 323"/>
              <p:cNvSpPr/>
              <p:nvPr/>
            </p:nvSpPr>
            <p:spPr>
              <a:xfrm>
                <a:off x="11002680" y="3198960"/>
                <a:ext cx="200160" cy="21744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91" name="CustomShape 324"/>
              <p:cNvSpPr/>
              <p:nvPr/>
            </p:nvSpPr>
            <p:spPr>
              <a:xfrm>
                <a:off x="11259720" y="3198960"/>
                <a:ext cx="201600" cy="21744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grpSp>
          <p:nvGrpSpPr>
            <p:cNvPr id="1792" name="Group 325"/>
            <p:cNvGrpSpPr/>
            <p:nvPr/>
          </p:nvGrpSpPr>
          <p:grpSpPr>
            <a:xfrm>
              <a:off x="8940960" y="2915640"/>
              <a:ext cx="2520360" cy="217080"/>
              <a:chOff x="8940960" y="2915640"/>
              <a:chExt cx="2520360" cy="217080"/>
            </a:xfrm>
          </p:grpSpPr>
          <p:sp>
            <p:nvSpPr>
              <p:cNvPr id="1793" name="CustomShape 326"/>
              <p:cNvSpPr/>
              <p:nvPr/>
            </p:nvSpPr>
            <p:spPr>
              <a:xfrm>
                <a:off x="8940960" y="2915640"/>
                <a:ext cx="20160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94" name="CustomShape 327"/>
              <p:cNvSpPr/>
              <p:nvPr/>
            </p:nvSpPr>
            <p:spPr>
              <a:xfrm>
                <a:off x="9198360" y="2915640"/>
                <a:ext cx="20160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95" name="CustomShape 328"/>
              <p:cNvSpPr/>
              <p:nvPr/>
            </p:nvSpPr>
            <p:spPr>
              <a:xfrm>
                <a:off x="9456480" y="2915640"/>
                <a:ext cx="20124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96" name="CustomShape 329"/>
              <p:cNvSpPr/>
              <p:nvPr/>
            </p:nvSpPr>
            <p:spPr>
              <a:xfrm>
                <a:off x="9714240" y="2915640"/>
                <a:ext cx="20052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97" name="CustomShape 330"/>
              <p:cNvSpPr/>
              <p:nvPr/>
            </p:nvSpPr>
            <p:spPr>
              <a:xfrm>
                <a:off x="9971280" y="2915640"/>
                <a:ext cx="20160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98" name="CustomShape 331"/>
              <p:cNvSpPr/>
              <p:nvPr/>
            </p:nvSpPr>
            <p:spPr>
              <a:xfrm>
                <a:off x="10229760" y="2915640"/>
                <a:ext cx="20088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99" name="CustomShape 332"/>
              <p:cNvSpPr/>
              <p:nvPr/>
            </p:nvSpPr>
            <p:spPr>
              <a:xfrm>
                <a:off x="10486800" y="2915640"/>
                <a:ext cx="20160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800" name="CustomShape 333"/>
              <p:cNvSpPr/>
              <p:nvPr/>
            </p:nvSpPr>
            <p:spPr>
              <a:xfrm>
                <a:off x="10743840" y="2915640"/>
                <a:ext cx="20196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801" name="CustomShape 334"/>
              <p:cNvSpPr/>
              <p:nvPr/>
            </p:nvSpPr>
            <p:spPr>
              <a:xfrm>
                <a:off x="11002680" y="2915640"/>
                <a:ext cx="20016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802" name="CustomShape 335"/>
              <p:cNvSpPr/>
              <p:nvPr/>
            </p:nvSpPr>
            <p:spPr>
              <a:xfrm>
                <a:off x="11259720" y="2915640"/>
                <a:ext cx="201600" cy="2170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</p:grpSp>
      <p:sp>
        <p:nvSpPr>
          <p:cNvPr id="1803" name="CustomShape 336"/>
          <p:cNvSpPr/>
          <p:nvPr/>
        </p:nvSpPr>
        <p:spPr>
          <a:xfrm>
            <a:off x="2117880" y="1768680"/>
            <a:ext cx="954360" cy="103068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804" name="CustomShape 337"/>
          <p:cNvSpPr/>
          <p:nvPr/>
        </p:nvSpPr>
        <p:spPr>
          <a:xfrm>
            <a:off x="5921640" y="1768680"/>
            <a:ext cx="954360" cy="103068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805" name="CustomShape 338"/>
          <p:cNvSpPr/>
          <p:nvPr/>
        </p:nvSpPr>
        <p:spPr>
          <a:xfrm>
            <a:off x="9723240" y="1768680"/>
            <a:ext cx="955800" cy="103068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806" name="CustomShape 339"/>
          <p:cNvSpPr/>
          <p:nvPr/>
        </p:nvSpPr>
        <p:spPr>
          <a:xfrm>
            <a:off x="2140920" y="2100240"/>
            <a:ext cx="93096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800" spc="-1" strike="noStrike">
                <a:solidFill>
                  <a:srgbClr val="ffce29"/>
                </a:solidFill>
                <a:latin typeface="Arial"/>
                <a:ea typeface="Arial Unicode MS"/>
              </a:rPr>
              <a:t>46%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807" name="CustomShape 340"/>
          <p:cNvSpPr/>
          <p:nvPr/>
        </p:nvSpPr>
        <p:spPr>
          <a:xfrm>
            <a:off x="5936040" y="2088360"/>
            <a:ext cx="93096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800" spc="-1" strike="noStrike">
                <a:solidFill>
                  <a:srgbClr val="ffce29"/>
                </a:solidFill>
                <a:latin typeface="Arial"/>
                <a:ea typeface="Arial Unicode MS"/>
              </a:rPr>
              <a:t>63%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808" name="CustomShape 341"/>
          <p:cNvSpPr/>
          <p:nvPr/>
        </p:nvSpPr>
        <p:spPr>
          <a:xfrm>
            <a:off x="9731520" y="2077920"/>
            <a:ext cx="93096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800" spc="-1" strike="noStrike">
                <a:solidFill>
                  <a:srgbClr val="ffce29"/>
                </a:solidFill>
                <a:latin typeface="Arial"/>
                <a:ea typeface="Arial Unicode MS"/>
              </a:rPr>
              <a:t>78%</a:t>
            </a:r>
            <a:endParaRPr b="0" lang="en-US" sz="1800" spc="-1" strike="noStrike">
              <a:latin typeface="Arial"/>
            </a:endParaRPr>
          </a:p>
        </p:txBody>
      </p:sp>
      <p:grpSp>
        <p:nvGrpSpPr>
          <p:cNvPr id="1809" name="Group 342"/>
          <p:cNvGrpSpPr/>
          <p:nvPr/>
        </p:nvGrpSpPr>
        <p:grpSpPr>
          <a:xfrm>
            <a:off x="1326960" y="5793840"/>
            <a:ext cx="2527920" cy="783360"/>
            <a:chOff x="1326960" y="5793840"/>
            <a:chExt cx="2527920" cy="783360"/>
          </a:xfrm>
        </p:grpSpPr>
        <p:sp>
          <p:nvSpPr>
            <p:cNvPr id="1810" name="CustomShape 343"/>
            <p:cNvSpPr/>
            <p:nvPr/>
          </p:nvSpPr>
          <p:spPr>
            <a:xfrm>
              <a:off x="1326960" y="6121800"/>
              <a:ext cx="252792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ctr"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zing.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1811" name="CustomShape 344"/>
            <p:cNvSpPr/>
            <p:nvPr/>
          </p:nvSpPr>
          <p:spPr>
            <a:xfrm>
              <a:off x="1326960" y="5793840"/>
              <a:ext cx="252792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ctr">
                <a:lnSpc>
                  <a:spcPct val="100000"/>
                </a:lnSpc>
              </a:pPr>
              <a:r>
                <a:rPr b="1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b="0" lang="en-US" sz="1200" spc="-1" strike="noStrike">
                <a:latin typeface="Arial"/>
              </a:endParaRPr>
            </a:p>
          </p:txBody>
        </p:sp>
      </p:grpSp>
      <p:grpSp>
        <p:nvGrpSpPr>
          <p:cNvPr id="1812" name="Group 345"/>
          <p:cNvGrpSpPr/>
          <p:nvPr/>
        </p:nvGrpSpPr>
        <p:grpSpPr>
          <a:xfrm>
            <a:off x="5136840" y="5793840"/>
            <a:ext cx="2527920" cy="783360"/>
            <a:chOff x="5136840" y="5793840"/>
            <a:chExt cx="2527920" cy="783360"/>
          </a:xfrm>
        </p:grpSpPr>
        <p:sp>
          <p:nvSpPr>
            <p:cNvPr id="1813" name="CustomShape 346"/>
            <p:cNvSpPr/>
            <p:nvPr/>
          </p:nvSpPr>
          <p:spPr>
            <a:xfrm>
              <a:off x="5136840" y="6121800"/>
              <a:ext cx="252792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ctr"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zing.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1814" name="CustomShape 347"/>
            <p:cNvSpPr/>
            <p:nvPr/>
          </p:nvSpPr>
          <p:spPr>
            <a:xfrm>
              <a:off x="5136840" y="5793840"/>
              <a:ext cx="252792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ctr">
                <a:lnSpc>
                  <a:spcPct val="100000"/>
                </a:lnSpc>
              </a:pPr>
              <a:r>
                <a:rPr b="1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b="0" lang="en-US" sz="1200" spc="-1" strike="noStrike">
                <a:latin typeface="Arial"/>
              </a:endParaRPr>
            </a:p>
          </p:txBody>
        </p:sp>
      </p:grpSp>
      <p:grpSp>
        <p:nvGrpSpPr>
          <p:cNvPr id="1815" name="Group 348"/>
          <p:cNvGrpSpPr/>
          <p:nvPr/>
        </p:nvGrpSpPr>
        <p:grpSpPr>
          <a:xfrm>
            <a:off x="8948160" y="5793840"/>
            <a:ext cx="2527920" cy="783360"/>
            <a:chOff x="8948160" y="5793840"/>
            <a:chExt cx="2527920" cy="783360"/>
          </a:xfrm>
        </p:grpSpPr>
        <p:sp>
          <p:nvSpPr>
            <p:cNvPr id="1816" name="CustomShape 349"/>
            <p:cNvSpPr/>
            <p:nvPr/>
          </p:nvSpPr>
          <p:spPr>
            <a:xfrm>
              <a:off x="8948160" y="6121800"/>
              <a:ext cx="252792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ctr"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zing.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1817" name="CustomShape 350"/>
            <p:cNvSpPr/>
            <p:nvPr/>
          </p:nvSpPr>
          <p:spPr>
            <a:xfrm>
              <a:off x="8948160" y="5793840"/>
              <a:ext cx="252792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ctr">
                <a:lnSpc>
                  <a:spcPct val="100000"/>
                </a:lnSpc>
              </a:pPr>
              <a:r>
                <a:rPr b="1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b="0" lang="en-US" sz="1200" spc="-1" strike="noStrike">
                <a:latin typeface="Arial"/>
              </a:endParaRPr>
            </a:p>
          </p:txBody>
        </p:sp>
      </p:grpSp>
      <p:pic>
        <p:nvPicPr>
          <p:cNvPr id="1818" name="" descr=""/>
          <p:cNvPicPr/>
          <p:nvPr/>
        </p:nvPicPr>
        <p:blipFill>
          <a:blip r:embed="rId1"/>
          <a:stretch/>
        </p:blipFill>
        <p:spPr>
          <a:xfrm>
            <a:off x="144720" y="147960"/>
            <a:ext cx="3374640" cy="690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19" name="Group 1"/>
          <p:cNvGrpSpPr/>
          <p:nvPr/>
        </p:nvGrpSpPr>
        <p:grpSpPr>
          <a:xfrm>
            <a:off x="518040" y="2323440"/>
            <a:ext cx="871920" cy="943200"/>
            <a:chOff x="518040" y="2323440"/>
            <a:chExt cx="871920" cy="943200"/>
          </a:xfrm>
        </p:grpSpPr>
        <p:sp>
          <p:nvSpPr>
            <p:cNvPr id="1820" name="CustomShape 2"/>
            <p:cNvSpPr/>
            <p:nvPr/>
          </p:nvSpPr>
          <p:spPr>
            <a:xfrm>
              <a:off x="518040" y="2323440"/>
              <a:ext cx="871920" cy="94320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821" name="CustomShape 3"/>
            <p:cNvSpPr/>
            <p:nvPr/>
          </p:nvSpPr>
          <p:spPr>
            <a:xfrm>
              <a:off x="593640" y="2405520"/>
              <a:ext cx="721800" cy="77904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1822" name="CustomShape 4"/>
          <p:cNvSpPr/>
          <p:nvPr/>
        </p:nvSpPr>
        <p:spPr>
          <a:xfrm rot="16200000">
            <a:off x="779760" y="2637360"/>
            <a:ext cx="343800" cy="318600"/>
          </a:xfrm>
          <a:custGeom>
            <a:avLst/>
            <a:gdLst/>
            <a:ahLst/>
            <a:rect l="l" t="t" r="r" b="b"/>
            <a:pathLst>
              <a:path w="3185463" h="3187558">
                <a:moveTo>
                  <a:pt x="764000" y="2343999"/>
                </a:moveTo>
                <a:cubicBezTo>
                  <a:pt x="566798" y="2256389"/>
                  <a:pt x="385374" y="2134753"/>
                  <a:pt x="230072" y="1981662"/>
                </a:cubicBezTo>
                <a:cubicBezTo>
                  <a:pt x="297001" y="2223876"/>
                  <a:pt x="428049" y="2439341"/>
                  <a:pt x="603989" y="2608945"/>
                </a:cubicBezTo>
                <a:cubicBezTo>
                  <a:pt x="667739" y="2525681"/>
                  <a:pt x="720588" y="2436567"/>
                  <a:pt x="764000" y="2343999"/>
                </a:cubicBezTo>
                <a:close/>
                <a:moveTo>
                  <a:pt x="783530" y="862903"/>
                </a:moveTo>
                <a:cubicBezTo>
                  <a:pt x="737619" y="760936"/>
                  <a:pt x="681240" y="662513"/>
                  <a:pt x="611676" y="571152"/>
                </a:cubicBezTo>
                <a:cubicBezTo>
                  <a:pt x="419218" y="754019"/>
                  <a:pt x="279227" y="991173"/>
                  <a:pt x="215545" y="1258034"/>
                </a:cubicBezTo>
                <a:cubicBezTo>
                  <a:pt x="378729" y="1090139"/>
                  <a:pt x="571934" y="956907"/>
                  <a:pt x="783530" y="862903"/>
                </a:cubicBezTo>
                <a:close/>
                <a:moveTo>
                  <a:pt x="935657" y="1673146"/>
                </a:moveTo>
                <a:lnTo>
                  <a:pt x="227023" y="1673146"/>
                </a:lnTo>
                <a:cubicBezTo>
                  <a:pt x="393068" y="1882941"/>
                  <a:pt x="605618" y="2045968"/>
                  <a:pt x="844267" y="2153109"/>
                </a:cubicBezTo>
                <a:cubicBezTo>
                  <a:pt x="897907" y="1997390"/>
                  <a:pt x="928862" y="1835739"/>
                  <a:pt x="935657" y="1673146"/>
                </a:cubicBezTo>
                <a:close/>
                <a:moveTo>
                  <a:pt x="935928" y="1493146"/>
                </a:moveTo>
                <a:cubicBezTo>
                  <a:pt x="928922" y="1345638"/>
                  <a:pt x="902278" y="1198995"/>
                  <a:pt x="856775" y="1056956"/>
                </a:cubicBezTo>
                <a:cubicBezTo>
                  <a:pt x="636768" y="1156959"/>
                  <a:pt x="439487" y="1304654"/>
                  <a:pt x="281464" y="1493146"/>
                </a:cubicBezTo>
                <a:close/>
                <a:moveTo>
                  <a:pt x="1469785" y="2515107"/>
                </a:moveTo>
                <a:cubicBezTo>
                  <a:pt x="1283000" y="2508124"/>
                  <a:pt x="1100523" y="2472287"/>
                  <a:pt x="927628" y="2411229"/>
                </a:cubicBezTo>
                <a:cubicBezTo>
                  <a:pt x="876831" y="2520843"/>
                  <a:pt x="814172" y="2626182"/>
                  <a:pt x="738220" y="2724387"/>
                </a:cubicBezTo>
                <a:cubicBezTo>
                  <a:pt x="944637" y="2881665"/>
                  <a:pt x="1196120" y="2982471"/>
                  <a:pt x="1469785" y="3005418"/>
                </a:cubicBezTo>
                <a:close/>
                <a:moveTo>
                  <a:pt x="1469785" y="1673146"/>
                </a:moveTo>
                <a:lnTo>
                  <a:pt x="1112275" y="1673146"/>
                </a:lnTo>
                <a:cubicBezTo>
                  <a:pt x="1105327" y="1858153"/>
                  <a:pt x="1070032" y="2042144"/>
                  <a:pt x="1008001" y="2219039"/>
                </a:cubicBezTo>
                <a:cubicBezTo>
                  <a:pt x="1155519" y="2270408"/>
                  <a:pt x="1310845" y="2300826"/>
                  <a:pt x="1469785" y="2307834"/>
                </a:cubicBezTo>
                <a:close/>
                <a:moveTo>
                  <a:pt x="1469785" y="898989"/>
                </a:moveTo>
                <a:cubicBezTo>
                  <a:pt x="1315103" y="907762"/>
                  <a:pt x="1164166" y="938783"/>
                  <a:pt x="1020939" y="990066"/>
                </a:cubicBezTo>
                <a:cubicBezTo>
                  <a:pt x="1074574" y="1153655"/>
                  <a:pt x="1105461" y="1322925"/>
                  <a:pt x="1112368" y="1493146"/>
                </a:cubicBezTo>
                <a:lnTo>
                  <a:pt x="1469785" y="1493146"/>
                </a:lnTo>
                <a:close/>
                <a:moveTo>
                  <a:pt x="1469785" y="182141"/>
                </a:moveTo>
                <a:cubicBezTo>
                  <a:pt x="1199839" y="204777"/>
                  <a:pt x="951477" y="303168"/>
                  <a:pt x="746615" y="456764"/>
                </a:cubicBezTo>
                <a:cubicBezTo>
                  <a:pt x="828296" y="562801"/>
                  <a:pt x="894225" y="677310"/>
                  <a:pt x="947434" y="796072"/>
                </a:cubicBezTo>
                <a:cubicBezTo>
                  <a:pt x="1113886" y="736067"/>
                  <a:pt x="1289644" y="700323"/>
                  <a:pt x="1469785" y="691530"/>
                </a:cubicBezTo>
                <a:close/>
                <a:moveTo>
                  <a:pt x="2150063" y="992171"/>
                </a:moveTo>
                <a:cubicBezTo>
                  <a:pt x="1990712" y="935501"/>
                  <a:pt x="1822242" y="902595"/>
                  <a:pt x="1649785" y="897224"/>
                </a:cubicBezTo>
                <a:lnTo>
                  <a:pt x="1649785" y="1493146"/>
                </a:lnTo>
                <a:lnTo>
                  <a:pt x="2063712" y="1493146"/>
                </a:lnTo>
                <a:cubicBezTo>
                  <a:pt x="2069089" y="1323887"/>
                  <a:pt x="2098366" y="1155330"/>
                  <a:pt x="2150063" y="992171"/>
                </a:cubicBezTo>
                <a:close/>
                <a:moveTo>
                  <a:pt x="2168848" y="2199110"/>
                </a:moveTo>
                <a:cubicBezTo>
                  <a:pt x="2108555" y="2028681"/>
                  <a:pt x="2073581" y="1851532"/>
                  <a:pt x="2065295" y="1673146"/>
                </a:cubicBezTo>
                <a:lnTo>
                  <a:pt x="1649785" y="1673146"/>
                </a:lnTo>
                <a:lnTo>
                  <a:pt x="1649785" y="2307299"/>
                </a:lnTo>
                <a:cubicBezTo>
                  <a:pt x="1829404" y="2299517"/>
                  <a:pt x="2004315" y="2261965"/>
                  <a:pt x="2168848" y="2199110"/>
                </a:cubicBezTo>
                <a:close/>
                <a:moveTo>
                  <a:pt x="2422394" y="446879"/>
                </a:moveTo>
                <a:cubicBezTo>
                  <a:pt x="2204309" y="287209"/>
                  <a:pt x="1938140" y="189883"/>
                  <a:pt x="1649785" y="178919"/>
                </a:cubicBezTo>
                <a:lnTo>
                  <a:pt x="1649785" y="689876"/>
                </a:lnTo>
                <a:cubicBezTo>
                  <a:pt x="1846998" y="695154"/>
                  <a:pt x="2039668" y="732502"/>
                  <a:pt x="2221721" y="797410"/>
                </a:cubicBezTo>
                <a:cubicBezTo>
                  <a:pt x="2275056" y="675360"/>
                  <a:pt x="2341760" y="557662"/>
                  <a:pt x="2422394" y="446879"/>
                </a:cubicBezTo>
                <a:close/>
                <a:moveTo>
                  <a:pt x="2447278" y="2722123"/>
                </a:moveTo>
                <a:cubicBezTo>
                  <a:pt x="2366121" y="2618714"/>
                  <a:pt x="2299534" y="2507403"/>
                  <a:pt x="2246145" y="2391362"/>
                </a:cubicBezTo>
                <a:cubicBezTo>
                  <a:pt x="2057375" y="2464119"/>
                  <a:pt x="1856285" y="2506958"/>
                  <a:pt x="1649785" y="2514779"/>
                </a:cubicBezTo>
                <a:lnTo>
                  <a:pt x="1649785" y="3008639"/>
                </a:lnTo>
                <a:cubicBezTo>
                  <a:pt x="1949198" y="2997255"/>
                  <a:pt x="2224691" y="2892757"/>
                  <a:pt x="2447278" y="2722123"/>
                </a:cubicBezTo>
                <a:close/>
                <a:moveTo>
                  <a:pt x="2878934" y="1493146"/>
                </a:moveTo>
                <a:cubicBezTo>
                  <a:pt x="2723190" y="1307255"/>
                  <a:pt x="2529440" y="1161128"/>
                  <a:pt x="2313862" y="1060620"/>
                </a:cubicBezTo>
                <a:cubicBezTo>
                  <a:pt x="2270535" y="1201714"/>
                  <a:pt x="2245604" y="1347104"/>
                  <a:pt x="2240109" y="1493146"/>
                </a:cubicBezTo>
                <a:close/>
                <a:moveTo>
                  <a:pt x="2890636" y="1673146"/>
                </a:moveTo>
                <a:lnTo>
                  <a:pt x="2241814" y="1673146"/>
                </a:lnTo>
                <a:cubicBezTo>
                  <a:pt x="2249736" y="1827102"/>
                  <a:pt x="2279520" y="1979973"/>
                  <a:pt x="2329964" y="2127513"/>
                </a:cubicBezTo>
                <a:cubicBezTo>
                  <a:pt x="2545677" y="2019923"/>
                  <a:pt x="2738160" y="1866413"/>
                  <a:pt x="2890636" y="1673146"/>
                </a:cubicBezTo>
                <a:close/>
                <a:moveTo>
                  <a:pt x="2973035" y="1284386"/>
                </a:moveTo>
                <a:cubicBezTo>
                  <a:pt x="2912066" y="1001840"/>
                  <a:pt x="2765308" y="751379"/>
                  <a:pt x="2561381" y="561108"/>
                </a:cubicBezTo>
                <a:cubicBezTo>
                  <a:pt x="2489321" y="656437"/>
                  <a:pt x="2431363" y="759225"/>
                  <a:pt x="2384553" y="865647"/>
                </a:cubicBezTo>
                <a:cubicBezTo>
                  <a:pt x="2604520" y="964977"/>
                  <a:pt x="2804622" y="1106677"/>
                  <a:pt x="2973035" y="1284386"/>
                </a:cubicBezTo>
                <a:close/>
                <a:moveTo>
                  <a:pt x="2974277" y="1897328"/>
                </a:moveTo>
                <a:cubicBezTo>
                  <a:pt x="2812488" y="2073933"/>
                  <a:pt x="2619878" y="2216690"/>
                  <a:pt x="2407486" y="2319665"/>
                </a:cubicBezTo>
                <a:cubicBezTo>
                  <a:pt x="2454169" y="2420503"/>
                  <a:pt x="2511856" y="2517376"/>
                  <a:pt x="2582047" y="2607468"/>
                </a:cubicBezTo>
                <a:cubicBezTo>
                  <a:pt x="2776399" y="2417974"/>
                  <a:pt x="2916061" y="2172750"/>
                  <a:pt x="2974277" y="1897328"/>
                </a:cubicBezTo>
                <a:close/>
                <a:moveTo>
                  <a:pt x="3185463" y="1593779"/>
                </a:moveTo>
                <a:cubicBezTo>
                  <a:pt x="3185463" y="2473999"/>
                  <a:pt x="2471904" y="3187558"/>
                  <a:pt x="1591684" y="3187558"/>
                </a:cubicBezTo>
                <a:cubicBezTo>
                  <a:pt x="738111" y="3187558"/>
                  <a:pt x="41261" y="2516549"/>
                  <a:pt x="1913" y="1673146"/>
                </a:cubicBezTo>
                <a:lnTo>
                  <a:pt x="0" y="1673146"/>
                </a:lnTo>
                <a:lnTo>
                  <a:pt x="0" y="1493146"/>
                </a:lnTo>
                <a:lnTo>
                  <a:pt x="2750" y="1493146"/>
                </a:lnTo>
                <a:cubicBezTo>
                  <a:pt x="50490" y="700174"/>
                  <a:pt x="679654" y="64473"/>
                  <a:pt x="1469785" y="6156"/>
                </a:cubicBezTo>
                <a:lnTo>
                  <a:pt x="1469785" y="0"/>
                </a:lnTo>
                <a:lnTo>
                  <a:pt x="1591684" y="0"/>
                </a:lnTo>
                <a:lnTo>
                  <a:pt x="1649785" y="0"/>
                </a:lnTo>
                <a:lnTo>
                  <a:pt x="1649785" y="2934"/>
                </a:lnTo>
                <a:cubicBezTo>
                  <a:pt x="2503127" y="31654"/>
                  <a:pt x="3185463" y="733032"/>
                  <a:pt x="3185463" y="159377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1823" name="Group 5"/>
          <p:cNvGrpSpPr/>
          <p:nvPr/>
        </p:nvGrpSpPr>
        <p:grpSpPr>
          <a:xfrm>
            <a:off x="518040" y="3632400"/>
            <a:ext cx="871920" cy="943200"/>
            <a:chOff x="518040" y="3632400"/>
            <a:chExt cx="871920" cy="943200"/>
          </a:xfrm>
        </p:grpSpPr>
        <p:sp>
          <p:nvSpPr>
            <p:cNvPr id="1824" name="CustomShape 6"/>
            <p:cNvSpPr/>
            <p:nvPr/>
          </p:nvSpPr>
          <p:spPr>
            <a:xfrm>
              <a:off x="518040" y="3632400"/>
              <a:ext cx="871920" cy="94320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825" name="CustomShape 7"/>
            <p:cNvSpPr/>
            <p:nvPr/>
          </p:nvSpPr>
          <p:spPr>
            <a:xfrm>
              <a:off x="593640" y="3714480"/>
              <a:ext cx="721800" cy="77904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1826" name="Group 8"/>
          <p:cNvGrpSpPr/>
          <p:nvPr/>
        </p:nvGrpSpPr>
        <p:grpSpPr>
          <a:xfrm>
            <a:off x="518040" y="4941360"/>
            <a:ext cx="871920" cy="943200"/>
            <a:chOff x="518040" y="4941360"/>
            <a:chExt cx="871920" cy="943200"/>
          </a:xfrm>
        </p:grpSpPr>
        <p:sp>
          <p:nvSpPr>
            <p:cNvPr id="1827" name="CustomShape 9"/>
            <p:cNvSpPr/>
            <p:nvPr/>
          </p:nvSpPr>
          <p:spPr>
            <a:xfrm>
              <a:off x="518040" y="4941360"/>
              <a:ext cx="871920" cy="94320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828" name="CustomShape 10"/>
            <p:cNvSpPr/>
            <p:nvPr/>
          </p:nvSpPr>
          <p:spPr>
            <a:xfrm>
              <a:off x="593640" y="5023440"/>
              <a:ext cx="721800" cy="77904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1829" name="Group 11"/>
          <p:cNvGrpSpPr/>
          <p:nvPr/>
        </p:nvGrpSpPr>
        <p:grpSpPr>
          <a:xfrm>
            <a:off x="1604880" y="2142720"/>
            <a:ext cx="2822040" cy="784080"/>
            <a:chOff x="1604880" y="2142720"/>
            <a:chExt cx="2822040" cy="784080"/>
          </a:xfrm>
        </p:grpSpPr>
        <p:sp>
          <p:nvSpPr>
            <p:cNvPr id="1830" name="CustomShape 12"/>
            <p:cNvSpPr/>
            <p:nvPr/>
          </p:nvSpPr>
          <p:spPr>
            <a:xfrm>
              <a:off x="1604880" y="2471400"/>
              <a:ext cx="282204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1831" name="CustomShape 13"/>
            <p:cNvSpPr/>
            <p:nvPr/>
          </p:nvSpPr>
          <p:spPr>
            <a:xfrm>
              <a:off x="1604880" y="2142720"/>
              <a:ext cx="282204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1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b="0" lang="en-US" sz="1200" spc="-1" strike="noStrike">
                <a:latin typeface="Arial"/>
              </a:endParaRPr>
            </a:p>
          </p:txBody>
        </p:sp>
      </p:grpSp>
      <p:sp>
        <p:nvSpPr>
          <p:cNvPr id="1832" name="CustomShape 14"/>
          <p:cNvSpPr/>
          <p:nvPr/>
        </p:nvSpPr>
        <p:spPr>
          <a:xfrm>
            <a:off x="785520" y="3950280"/>
            <a:ext cx="348120" cy="313560"/>
          </a:xfrm>
          <a:custGeom>
            <a:avLst/>
            <a:gdLst/>
            <a:ahLst/>
            <a:rect l="l" t="t" r="r" b="b"/>
            <a:pathLst>
              <a:path w="3186824" h="2663936">
                <a:moveTo>
                  <a:pt x="2624444" y="2376100"/>
                </a:moveTo>
                <a:lnTo>
                  <a:pt x="2624444" y="2520100"/>
                </a:lnTo>
                <a:lnTo>
                  <a:pt x="2952463" y="2520100"/>
                </a:lnTo>
                <a:lnTo>
                  <a:pt x="2952463" y="2376100"/>
                </a:lnTo>
                <a:close/>
                <a:moveTo>
                  <a:pt x="210911" y="2376100"/>
                </a:moveTo>
                <a:lnTo>
                  <a:pt x="210911" y="2520100"/>
                </a:lnTo>
                <a:lnTo>
                  <a:pt x="538930" y="2520100"/>
                </a:lnTo>
                <a:lnTo>
                  <a:pt x="538930" y="2376100"/>
                </a:lnTo>
                <a:close/>
                <a:moveTo>
                  <a:pt x="2624444" y="2095269"/>
                </a:moveTo>
                <a:lnTo>
                  <a:pt x="2624444" y="2239269"/>
                </a:lnTo>
                <a:lnTo>
                  <a:pt x="2952463" y="2239269"/>
                </a:lnTo>
                <a:lnTo>
                  <a:pt x="2952463" y="2095269"/>
                </a:lnTo>
                <a:close/>
                <a:moveTo>
                  <a:pt x="210911" y="2095269"/>
                </a:moveTo>
                <a:lnTo>
                  <a:pt x="210911" y="2239269"/>
                </a:lnTo>
                <a:lnTo>
                  <a:pt x="538930" y="2239269"/>
                </a:lnTo>
                <a:lnTo>
                  <a:pt x="538930" y="2095269"/>
                </a:lnTo>
                <a:close/>
                <a:moveTo>
                  <a:pt x="2624444" y="1814436"/>
                </a:moveTo>
                <a:lnTo>
                  <a:pt x="2624444" y="1958436"/>
                </a:lnTo>
                <a:lnTo>
                  <a:pt x="2952463" y="1958436"/>
                </a:lnTo>
                <a:lnTo>
                  <a:pt x="2952463" y="1814436"/>
                </a:lnTo>
                <a:close/>
                <a:moveTo>
                  <a:pt x="210911" y="1814436"/>
                </a:moveTo>
                <a:lnTo>
                  <a:pt x="210911" y="1958436"/>
                </a:lnTo>
                <a:lnTo>
                  <a:pt x="538930" y="1958436"/>
                </a:lnTo>
                <a:lnTo>
                  <a:pt x="538930" y="1814436"/>
                </a:lnTo>
                <a:close/>
                <a:moveTo>
                  <a:pt x="2624444" y="1533603"/>
                </a:moveTo>
                <a:lnTo>
                  <a:pt x="2624444" y="1677603"/>
                </a:lnTo>
                <a:lnTo>
                  <a:pt x="2952463" y="1677603"/>
                </a:lnTo>
                <a:lnTo>
                  <a:pt x="2952463" y="1533603"/>
                </a:lnTo>
                <a:close/>
                <a:moveTo>
                  <a:pt x="210911" y="1533603"/>
                </a:moveTo>
                <a:lnTo>
                  <a:pt x="210911" y="1677603"/>
                </a:lnTo>
                <a:lnTo>
                  <a:pt x="538930" y="1677603"/>
                </a:lnTo>
                <a:lnTo>
                  <a:pt x="538930" y="1533603"/>
                </a:lnTo>
                <a:close/>
                <a:moveTo>
                  <a:pt x="2624444" y="1252770"/>
                </a:moveTo>
                <a:lnTo>
                  <a:pt x="2624444" y="1396770"/>
                </a:lnTo>
                <a:lnTo>
                  <a:pt x="2952463" y="1396770"/>
                </a:lnTo>
                <a:lnTo>
                  <a:pt x="2952463" y="1252770"/>
                </a:lnTo>
                <a:close/>
                <a:moveTo>
                  <a:pt x="210911" y="1252770"/>
                </a:moveTo>
                <a:lnTo>
                  <a:pt x="210911" y="1396770"/>
                </a:lnTo>
                <a:lnTo>
                  <a:pt x="538930" y="1396770"/>
                </a:lnTo>
                <a:lnTo>
                  <a:pt x="538930" y="1252770"/>
                </a:lnTo>
                <a:close/>
                <a:moveTo>
                  <a:pt x="2624444" y="971937"/>
                </a:moveTo>
                <a:lnTo>
                  <a:pt x="2624444" y="1115937"/>
                </a:lnTo>
                <a:lnTo>
                  <a:pt x="2952463" y="1115937"/>
                </a:lnTo>
                <a:lnTo>
                  <a:pt x="2952463" y="971937"/>
                </a:lnTo>
                <a:close/>
                <a:moveTo>
                  <a:pt x="210911" y="971937"/>
                </a:moveTo>
                <a:lnTo>
                  <a:pt x="210911" y="1115937"/>
                </a:lnTo>
                <a:lnTo>
                  <a:pt x="538930" y="1115937"/>
                </a:lnTo>
                <a:lnTo>
                  <a:pt x="538930" y="971937"/>
                </a:lnTo>
                <a:close/>
                <a:moveTo>
                  <a:pt x="2624444" y="691104"/>
                </a:moveTo>
                <a:lnTo>
                  <a:pt x="2624444" y="835104"/>
                </a:lnTo>
                <a:lnTo>
                  <a:pt x="2952463" y="835104"/>
                </a:lnTo>
                <a:lnTo>
                  <a:pt x="2952463" y="691104"/>
                </a:lnTo>
                <a:close/>
                <a:moveTo>
                  <a:pt x="210911" y="691104"/>
                </a:moveTo>
                <a:lnTo>
                  <a:pt x="210911" y="835104"/>
                </a:lnTo>
                <a:lnTo>
                  <a:pt x="538930" y="835104"/>
                </a:lnTo>
                <a:lnTo>
                  <a:pt x="538930" y="691104"/>
                </a:lnTo>
                <a:close/>
                <a:moveTo>
                  <a:pt x="988006" y="552354"/>
                </a:moveTo>
                <a:lnTo>
                  <a:pt x="988006" y="2111583"/>
                </a:lnTo>
                <a:lnTo>
                  <a:pt x="2332169" y="1331969"/>
                </a:lnTo>
                <a:close/>
                <a:moveTo>
                  <a:pt x="2624444" y="410271"/>
                </a:moveTo>
                <a:lnTo>
                  <a:pt x="2624444" y="554271"/>
                </a:lnTo>
                <a:lnTo>
                  <a:pt x="2952463" y="554271"/>
                </a:lnTo>
                <a:lnTo>
                  <a:pt x="2952463" y="410271"/>
                </a:lnTo>
                <a:close/>
                <a:moveTo>
                  <a:pt x="210911" y="410271"/>
                </a:moveTo>
                <a:lnTo>
                  <a:pt x="210911" y="554271"/>
                </a:lnTo>
                <a:lnTo>
                  <a:pt x="538930" y="554271"/>
                </a:lnTo>
                <a:lnTo>
                  <a:pt x="538930" y="410271"/>
                </a:lnTo>
                <a:close/>
                <a:moveTo>
                  <a:pt x="2624444" y="129438"/>
                </a:moveTo>
                <a:lnTo>
                  <a:pt x="2624444" y="273438"/>
                </a:lnTo>
                <a:lnTo>
                  <a:pt x="2952463" y="273438"/>
                </a:lnTo>
                <a:lnTo>
                  <a:pt x="2952463" y="129438"/>
                </a:lnTo>
                <a:close/>
                <a:moveTo>
                  <a:pt x="210911" y="129438"/>
                </a:moveTo>
                <a:lnTo>
                  <a:pt x="210911" y="273438"/>
                </a:lnTo>
                <a:lnTo>
                  <a:pt x="538930" y="273438"/>
                </a:lnTo>
                <a:lnTo>
                  <a:pt x="538930" y="129438"/>
                </a:lnTo>
                <a:close/>
                <a:moveTo>
                  <a:pt x="0" y="0"/>
                </a:moveTo>
                <a:lnTo>
                  <a:pt x="3186824" y="0"/>
                </a:lnTo>
                <a:lnTo>
                  <a:pt x="3186824" y="2663936"/>
                </a:lnTo>
                <a:lnTo>
                  <a:pt x="0" y="266393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833" name="CustomShape 15"/>
          <p:cNvSpPr/>
          <p:nvPr/>
        </p:nvSpPr>
        <p:spPr>
          <a:xfrm>
            <a:off x="767520" y="5264640"/>
            <a:ext cx="376560" cy="312120"/>
          </a:xfrm>
          <a:custGeom>
            <a:avLst/>
            <a:gdLst/>
            <a:ahLst/>
            <a:rect l="l" t="t" r="r" b="b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1834" name="Group 16"/>
          <p:cNvGrpSpPr/>
          <p:nvPr/>
        </p:nvGrpSpPr>
        <p:grpSpPr>
          <a:xfrm>
            <a:off x="1604880" y="3444480"/>
            <a:ext cx="2822040" cy="784080"/>
            <a:chOff x="1604880" y="3444480"/>
            <a:chExt cx="2822040" cy="784080"/>
          </a:xfrm>
        </p:grpSpPr>
        <p:sp>
          <p:nvSpPr>
            <p:cNvPr id="1835" name="CustomShape 17"/>
            <p:cNvSpPr/>
            <p:nvPr/>
          </p:nvSpPr>
          <p:spPr>
            <a:xfrm>
              <a:off x="1604880" y="3773160"/>
              <a:ext cx="282204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1836" name="CustomShape 18"/>
            <p:cNvSpPr/>
            <p:nvPr/>
          </p:nvSpPr>
          <p:spPr>
            <a:xfrm>
              <a:off x="1604880" y="3444480"/>
              <a:ext cx="282204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1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b="0" lang="en-US" sz="1200" spc="-1" strike="noStrike">
                <a:latin typeface="Arial"/>
              </a:endParaRPr>
            </a:p>
          </p:txBody>
        </p:sp>
      </p:grpSp>
      <p:grpSp>
        <p:nvGrpSpPr>
          <p:cNvPr id="1837" name="Group 19"/>
          <p:cNvGrpSpPr/>
          <p:nvPr/>
        </p:nvGrpSpPr>
        <p:grpSpPr>
          <a:xfrm>
            <a:off x="1604880" y="4746960"/>
            <a:ext cx="2822040" cy="784080"/>
            <a:chOff x="1604880" y="4746960"/>
            <a:chExt cx="2822040" cy="784080"/>
          </a:xfrm>
        </p:grpSpPr>
        <p:sp>
          <p:nvSpPr>
            <p:cNvPr id="1838" name="CustomShape 20"/>
            <p:cNvSpPr/>
            <p:nvPr/>
          </p:nvSpPr>
          <p:spPr>
            <a:xfrm>
              <a:off x="1604880" y="5075640"/>
              <a:ext cx="282204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1839" name="CustomShape 21"/>
            <p:cNvSpPr/>
            <p:nvPr/>
          </p:nvSpPr>
          <p:spPr>
            <a:xfrm>
              <a:off x="1604880" y="4746960"/>
              <a:ext cx="282204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1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b="0" lang="en-US" sz="1200" spc="-1" strike="noStrike">
                <a:latin typeface="Arial"/>
              </a:endParaRPr>
            </a:p>
          </p:txBody>
        </p:sp>
      </p:grpSp>
      <p:grpSp>
        <p:nvGrpSpPr>
          <p:cNvPr id="1840" name="Group 22"/>
          <p:cNvGrpSpPr/>
          <p:nvPr/>
        </p:nvGrpSpPr>
        <p:grpSpPr>
          <a:xfrm>
            <a:off x="495720" y="6250320"/>
            <a:ext cx="871920" cy="943200"/>
            <a:chOff x="495720" y="6250320"/>
            <a:chExt cx="871920" cy="943200"/>
          </a:xfrm>
        </p:grpSpPr>
        <p:sp>
          <p:nvSpPr>
            <p:cNvPr id="1841" name="CustomShape 23"/>
            <p:cNvSpPr/>
            <p:nvPr/>
          </p:nvSpPr>
          <p:spPr>
            <a:xfrm>
              <a:off x="495720" y="6250320"/>
              <a:ext cx="871920" cy="94320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842" name="CustomShape 24"/>
            <p:cNvSpPr/>
            <p:nvPr/>
          </p:nvSpPr>
          <p:spPr>
            <a:xfrm>
              <a:off x="571320" y="6332400"/>
              <a:ext cx="721800" cy="77904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1843" name="Group 25"/>
          <p:cNvGrpSpPr/>
          <p:nvPr/>
        </p:nvGrpSpPr>
        <p:grpSpPr>
          <a:xfrm>
            <a:off x="1604880" y="6048000"/>
            <a:ext cx="2822040" cy="784080"/>
            <a:chOff x="1604880" y="6048000"/>
            <a:chExt cx="2822040" cy="784080"/>
          </a:xfrm>
        </p:grpSpPr>
        <p:sp>
          <p:nvSpPr>
            <p:cNvPr id="1844" name="CustomShape 26"/>
            <p:cNvSpPr/>
            <p:nvPr/>
          </p:nvSpPr>
          <p:spPr>
            <a:xfrm>
              <a:off x="1604880" y="6376680"/>
              <a:ext cx="282204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1845" name="CustomShape 27"/>
            <p:cNvSpPr/>
            <p:nvPr/>
          </p:nvSpPr>
          <p:spPr>
            <a:xfrm>
              <a:off x="1604880" y="6048000"/>
              <a:ext cx="282204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1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b="0" lang="en-US" sz="1200" spc="-1" strike="noStrike">
                <a:latin typeface="Arial"/>
              </a:endParaRPr>
            </a:p>
          </p:txBody>
        </p:sp>
      </p:grpSp>
      <p:sp>
        <p:nvSpPr>
          <p:cNvPr id="1846" name="CustomShape 28"/>
          <p:cNvSpPr/>
          <p:nvPr/>
        </p:nvSpPr>
        <p:spPr>
          <a:xfrm rot="2700000">
            <a:off x="788400" y="6458400"/>
            <a:ext cx="259920" cy="494640"/>
          </a:xfrm>
          <a:custGeom>
            <a:avLst/>
            <a:gdLst/>
            <a:ah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847" name="CustomShape 29"/>
          <p:cNvSpPr/>
          <p:nvPr/>
        </p:nvSpPr>
        <p:spPr>
          <a:xfrm>
            <a:off x="551520" y="220320"/>
            <a:ext cx="4131720" cy="18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  <a:spcBef>
                <a:spcPts val="641"/>
              </a:spcBef>
              <a:tabLst>
                <a:tab algn="l" pos="0"/>
              </a:tabLst>
            </a:pPr>
            <a:r>
              <a:rPr b="1" lang="en-US" sz="3200" spc="-1" strike="noStrike">
                <a:solidFill>
                  <a:srgbClr val="404040"/>
                </a:solidFill>
                <a:latin typeface="Arial"/>
                <a:ea typeface="Arial Unicode MS"/>
              </a:rPr>
              <a:t>Portfolio </a:t>
            </a:r>
            <a:endParaRPr b="0" lang="en-US" sz="3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algn="l" pos="0"/>
              </a:tabLst>
            </a:pPr>
            <a:r>
              <a:rPr b="1" lang="en-US" sz="3200" spc="-1" strike="noStrike">
                <a:solidFill>
                  <a:srgbClr val="404040"/>
                </a:solidFill>
                <a:latin typeface="Arial"/>
                <a:ea typeface="Arial Unicode MS"/>
              </a:rPr>
              <a:t>Presentation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1848" name="CustomShape 30"/>
          <p:cNvSpPr/>
          <p:nvPr/>
        </p:nvSpPr>
        <p:spPr>
          <a:xfrm rot="18900000">
            <a:off x="8910360" y="2244240"/>
            <a:ext cx="1695240" cy="1690560"/>
          </a:xfrm>
          <a:prstGeom prst="frame">
            <a:avLst>
              <a:gd name="adj1" fmla="val 7733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1849" name="" descr=""/>
          <p:cNvPicPr/>
          <p:nvPr/>
        </p:nvPicPr>
        <p:blipFill>
          <a:blip r:embed="rId1"/>
          <a:stretch/>
        </p:blipFill>
        <p:spPr>
          <a:xfrm>
            <a:off x="144720" y="147960"/>
            <a:ext cx="3374640" cy="690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0" name="Group 1"/>
          <p:cNvGrpSpPr/>
          <p:nvPr/>
        </p:nvGrpSpPr>
        <p:grpSpPr>
          <a:xfrm>
            <a:off x="4595400" y="2683080"/>
            <a:ext cx="1955880" cy="2418480"/>
            <a:chOff x="4595400" y="2683080"/>
            <a:chExt cx="1955880" cy="2418480"/>
          </a:xfrm>
        </p:grpSpPr>
        <p:sp>
          <p:nvSpPr>
            <p:cNvPr id="1851" name="CustomShape 2"/>
            <p:cNvSpPr/>
            <p:nvPr/>
          </p:nvSpPr>
          <p:spPr>
            <a:xfrm flipV="1" rot="13851600">
              <a:off x="5277240" y="4154040"/>
              <a:ext cx="1331640" cy="518760"/>
            </a:xfrm>
            <a:prstGeom prst="homePlate">
              <a:avLst>
                <a:gd name="adj" fmla="val 5000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852" name="CustomShape 3"/>
            <p:cNvSpPr/>
            <p:nvPr/>
          </p:nvSpPr>
          <p:spPr>
            <a:xfrm rot="13852200">
              <a:off x="4511880" y="3192120"/>
              <a:ext cx="1454400" cy="516240"/>
            </a:xfrm>
            <a:prstGeom prst="chevron">
              <a:avLst>
                <a:gd name="adj" fmla="val 5000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1853" name="Group 4"/>
          <p:cNvGrpSpPr/>
          <p:nvPr/>
        </p:nvGrpSpPr>
        <p:grpSpPr>
          <a:xfrm>
            <a:off x="6273000" y="2536200"/>
            <a:ext cx="1776240" cy="2539800"/>
            <a:chOff x="6273000" y="2536200"/>
            <a:chExt cx="1776240" cy="2539800"/>
          </a:xfrm>
        </p:grpSpPr>
        <p:sp>
          <p:nvSpPr>
            <p:cNvPr id="1854" name="CustomShape 5"/>
            <p:cNvSpPr/>
            <p:nvPr/>
          </p:nvSpPr>
          <p:spPr>
            <a:xfrm flipV="1" rot="7384200">
              <a:off x="6827760" y="3016440"/>
              <a:ext cx="1343520" cy="515520"/>
            </a:xfrm>
            <a:prstGeom prst="homePlate">
              <a:avLst>
                <a:gd name="adj" fmla="val 5000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855" name="CustomShape 6"/>
            <p:cNvSpPr/>
            <p:nvPr/>
          </p:nvSpPr>
          <p:spPr>
            <a:xfrm rot="7384200">
              <a:off x="6120720" y="4058280"/>
              <a:ext cx="1464840" cy="514800"/>
            </a:xfrm>
            <a:prstGeom prst="chevron">
              <a:avLst>
                <a:gd name="adj" fmla="val 5000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1856" name="Group 7"/>
          <p:cNvGrpSpPr/>
          <p:nvPr/>
        </p:nvGrpSpPr>
        <p:grpSpPr>
          <a:xfrm>
            <a:off x="5126760" y="2371680"/>
            <a:ext cx="2480040" cy="544320"/>
            <a:chOff x="5126760" y="2371680"/>
            <a:chExt cx="2480040" cy="544320"/>
          </a:xfrm>
        </p:grpSpPr>
        <p:sp>
          <p:nvSpPr>
            <p:cNvPr id="1857" name="CustomShape 8"/>
            <p:cNvSpPr/>
            <p:nvPr/>
          </p:nvSpPr>
          <p:spPr>
            <a:xfrm flipV="1">
              <a:off x="5126760" y="2371320"/>
              <a:ext cx="1269360" cy="543600"/>
            </a:xfrm>
            <a:prstGeom prst="homePlate">
              <a:avLst>
                <a:gd name="adj" fmla="val 5000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858" name="CustomShape 9"/>
            <p:cNvSpPr/>
            <p:nvPr/>
          </p:nvSpPr>
          <p:spPr>
            <a:xfrm>
              <a:off x="6219000" y="2372040"/>
              <a:ext cx="1387800" cy="543960"/>
            </a:xfrm>
            <a:prstGeom prst="chevron">
              <a:avLst>
                <a:gd name="adj" fmla="val 5000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1859" name="TextShape 10"/>
          <p:cNvSpPr txBox="1"/>
          <p:nvPr/>
        </p:nvSpPr>
        <p:spPr>
          <a:xfrm>
            <a:off x="0" y="184320"/>
            <a:ext cx="12801240" cy="869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720"/>
              </a:spcBef>
              <a:tabLst>
                <a:tab algn="l" pos="0"/>
              </a:tabLst>
            </a:pPr>
            <a:r>
              <a:rPr b="0" lang="en-US" sz="3600" spc="-1" strike="noStrike">
                <a:solidFill>
                  <a:srgbClr val="404040"/>
                </a:solidFill>
                <a:latin typeface="Arial"/>
                <a:ea typeface="Arial Unicode MS"/>
              </a:rPr>
              <a:t>Infographic Style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0" name="TextShape 11"/>
          <p:cNvSpPr txBox="1"/>
          <p:nvPr/>
        </p:nvSpPr>
        <p:spPr>
          <a:xfrm>
            <a:off x="0" y="1054440"/>
            <a:ext cx="12801240" cy="434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281"/>
              </a:spcBef>
              <a:tabLst>
                <a:tab algn="l" pos="0"/>
              </a:tabLst>
            </a:pPr>
            <a:r>
              <a:rPr b="0" lang="en-US" sz="1400" spc="-1" strike="noStrike">
                <a:solidFill>
                  <a:srgbClr val="404040"/>
                </a:solidFill>
                <a:latin typeface="Arial"/>
                <a:ea typeface="Arial Unicode MS"/>
              </a:rPr>
              <a:t>Insert the title of your subtitle Here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1" name="CustomShape 12"/>
          <p:cNvSpPr/>
          <p:nvPr/>
        </p:nvSpPr>
        <p:spPr>
          <a:xfrm>
            <a:off x="4179960" y="1992240"/>
            <a:ext cx="1209600" cy="1304280"/>
          </a:xfrm>
          <a:prstGeom prst="ellipse">
            <a:avLst/>
          </a:prstGeom>
          <a:solidFill>
            <a:schemeClr val="accent1"/>
          </a:solidFill>
          <a:ln w="88900"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862" name="CustomShape 13"/>
          <p:cNvSpPr/>
          <p:nvPr/>
        </p:nvSpPr>
        <p:spPr>
          <a:xfrm>
            <a:off x="5786280" y="4494600"/>
            <a:ext cx="1209600" cy="1304280"/>
          </a:xfrm>
          <a:prstGeom prst="ellipse">
            <a:avLst/>
          </a:prstGeom>
          <a:solidFill>
            <a:schemeClr val="accent1"/>
          </a:solidFill>
          <a:ln w="88900"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863" name="CustomShape 14"/>
          <p:cNvSpPr/>
          <p:nvPr/>
        </p:nvSpPr>
        <p:spPr>
          <a:xfrm>
            <a:off x="7392960" y="1992240"/>
            <a:ext cx="1209600" cy="1304280"/>
          </a:xfrm>
          <a:prstGeom prst="ellipse">
            <a:avLst/>
          </a:prstGeom>
          <a:solidFill>
            <a:schemeClr val="accent1"/>
          </a:solidFill>
          <a:ln w="88900"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864" name="CustomShape 15"/>
          <p:cNvSpPr/>
          <p:nvPr/>
        </p:nvSpPr>
        <p:spPr>
          <a:xfrm rot="16200000">
            <a:off x="4534200" y="2411280"/>
            <a:ext cx="502920" cy="466200"/>
          </a:xfrm>
          <a:custGeom>
            <a:avLst/>
            <a:gdLst/>
            <a:ahLst/>
            <a:rect l="l" t="t" r="r" b="b"/>
            <a:pathLst>
              <a:path w="3185463" h="3187558">
                <a:moveTo>
                  <a:pt x="764000" y="2343999"/>
                </a:moveTo>
                <a:cubicBezTo>
                  <a:pt x="566798" y="2256389"/>
                  <a:pt x="385374" y="2134753"/>
                  <a:pt x="230072" y="1981662"/>
                </a:cubicBezTo>
                <a:cubicBezTo>
                  <a:pt x="297001" y="2223876"/>
                  <a:pt x="428049" y="2439341"/>
                  <a:pt x="603989" y="2608945"/>
                </a:cubicBezTo>
                <a:cubicBezTo>
                  <a:pt x="667739" y="2525681"/>
                  <a:pt x="720588" y="2436567"/>
                  <a:pt x="764000" y="2343999"/>
                </a:cubicBezTo>
                <a:close/>
                <a:moveTo>
                  <a:pt x="783530" y="862903"/>
                </a:moveTo>
                <a:cubicBezTo>
                  <a:pt x="737619" y="760936"/>
                  <a:pt x="681240" y="662513"/>
                  <a:pt x="611676" y="571152"/>
                </a:cubicBezTo>
                <a:cubicBezTo>
                  <a:pt x="419218" y="754019"/>
                  <a:pt x="279227" y="991173"/>
                  <a:pt x="215545" y="1258034"/>
                </a:cubicBezTo>
                <a:cubicBezTo>
                  <a:pt x="378729" y="1090139"/>
                  <a:pt x="571934" y="956907"/>
                  <a:pt x="783530" y="862903"/>
                </a:cubicBezTo>
                <a:close/>
                <a:moveTo>
                  <a:pt x="935657" y="1673146"/>
                </a:moveTo>
                <a:lnTo>
                  <a:pt x="227023" y="1673146"/>
                </a:lnTo>
                <a:cubicBezTo>
                  <a:pt x="393068" y="1882941"/>
                  <a:pt x="605618" y="2045968"/>
                  <a:pt x="844267" y="2153109"/>
                </a:cubicBezTo>
                <a:cubicBezTo>
                  <a:pt x="897907" y="1997390"/>
                  <a:pt x="928862" y="1835739"/>
                  <a:pt x="935657" y="1673146"/>
                </a:cubicBezTo>
                <a:close/>
                <a:moveTo>
                  <a:pt x="935928" y="1493146"/>
                </a:moveTo>
                <a:cubicBezTo>
                  <a:pt x="928922" y="1345638"/>
                  <a:pt x="902278" y="1198995"/>
                  <a:pt x="856775" y="1056956"/>
                </a:cubicBezTo>
                <a:cubicBezTo>
                  <a:pt x="636768" y="1156959"/>
                  <a:pt x="439487" y="1304654"/>
                  <a:pt x="281464" y="1493146"/>
                </a:cubicBezTo>
                <a:close/>
                <a:moveTo>
                  <a:pt x="1469785" y="2515107"/>
                </a:moveTo>
                <a:cubicBezTo>
                  <a:pt x="1283000" y="2508124"/>
                  <a:pt x="1100523" y="2472287"/>
                  <a:pt x="927628" y="2411229"/>
                </a:cubicBezTo>
                <a:cubicBezTo>
                  <a:pt x="876831" y="2520843"/>
                  <a:pt x="814172" y="2626182"/>
                  <a:pt x="738220" y="2724387"/>
                </a:cubicBezTo>
                <a:cubicBezTo>
                  <a:pt x="944637" y="2881665"/>
                  <a:pt x="1196120" y="2982471"/>
                  <a:pt x="1469785" y="3005418"/>
                </a:cubicBezTo>
                <a:close/>
                <a:moveTo>
                  <a:pt x="1469785" y="1673146"/>
                </a:moveTo>
                <a:lnTo>
                  <a:pt x="1112275" y="1673146"/>
                </a:lnTo>
                <a:cubicBezTo>
                  <a:pt x="1105327" y="1858153"/>
                  <a:pt x="1070032" y="2042144"/>
                  <a:pt x="1008001" y="2219039"/>
                </a:cubicBezTo>
                <a:cubicBezTo>
                  <a:pt x="1155519" y="2270408"/>
                  <a:pt x="1310845" y="2300826"/>
                  <a:pt x="1469785" y="2307834"/>
                </a:cubicBezTo>
                <a:close/>
                <a:moveTo>
                  <a:pt x="1469785" y="898989"/>
                </a:moveTo>
                <a:cubicBezTo>
                  <a:pt x="1315103" y="907762"/>
                  <a:pt x="1164166" y="938783"/>
                  <a:pt x="1020939" y="990066"/>
                </a:cubicBezTo>
                <a:cubicBezTo>
                  <a:pt x="1074574" y="1153655"/>
                  <a:pt x="1105461" y="1322925"/>
                  <a:pt x="1112368" y="1493146"/>
                </a:cubicBezTo>
                <a:lnTo>
                  <a:pt x="1469785" y="1493146"/>
                </a:lnTo>
                <a:close/>
                <a:moveTo>
                  <a:pt x="1469785" y="182141"/>
                </a:moveTo>
                <a:cubicBezTo>
                  <a:pt x="1199839" y="204777"/>
                  <a:pt x="951477" y="303168"/>
                  <a:pt x="746615" y="456764"/>
                </a:cubicBezTo>
                <a:cubicBezTo>
                  <a:pt x="828296" y="562801"/>
                  <a:pt x="894225" y="677310"/>
                  <a:pt x="947434" y="796072"/>
                </a:cubicBezTo>
                <a:cubicBezTo>
                  <a:pt x="1113886" y="736067"/>
                  <a:pt x="1289644" y="700323"/>
                  <a:pt x="1469785" y="691530"/>
                </a:cubicBezTo>
                <a:close/>
                <a:moveTo>
                  <a:pt x="2150063" y="992171"/>
                </a:moveTo>
                <a:cubicBezTo>
                  <a:pt x="1990712" y="935501"/>
                  <a:pt x="1822242" y="902595"/>
                  <a:pt x="1649785" y="897224"/>
                </a:cubicBezTo>
                <a:lnTo>
                  <a:pt x="1649785" y="1493146"/>
                </a:lnTo>
                <a:lnTo>
                  <a:pt x="2063712" y="1493146"/>
                </a:lnTo>
                <a:cubicBezTo>
                  <a:pt x="2069089" y="1323887"/>
                  <a:pt x="2098366" y="1155330"/>
                  <a:pt x="2150063" y="992171"/>
                </a:cubicBezTo>
                <a:close/>
                <a:moveTo>
                  <a:pt x="2168848" y="2199110"/>
                </a:moveTo>
                <a:cubicBezTo>
                  <a:pt x="2108555" y="2028681"/>
                  <a:pt x="2073581" y="1851532"/>
                  <a:pt x="2065295" y="1673146"/>
                </a:cubicBezTo>
                <a:lnTo>
                  <a:pt x="1649785" y="1673146"/>
                </a:lnTo>
                <a:lnTo>
                  <a:pt x="1649785" y="2307299"/>
                </a:lnTo>
                <a:cubicBezTo>
                  <a:pt x="1829404" y="2299517"/>
                  <a:pt x="2004315" y="2261965"/>
                  <a:pt x="2168848" y="2199110"/>
                </a:cubicBezTo>
                <a:close/>
                <a:moveTo>
                  <a:pt x="2422394" y="446879"/>
                </a:moveTo>
                <a:cubicBezTo>
                  <a:pt x="2204309" y="287209"/>
                  <a:pt x="1938140" y="189883"/>
                  <a:pt x="1649785" y="178919"/>
                </a:cubicBezTo>
                <a:lnTo>
                  <a:pt x="1649785" y="689876"/>
                </a:lnTo>
                <a:cubicBezTo>
                  <a:pt x="1846998" y="695154"/>
                  <a:pt x="2039668" y="732502"/>
                  <a:pt x="2221721" y="797410"/>
                </a:cubicBezTo>
                <a:cubicBezTo>
                  <a:pt x="2275056" y="675360"/>
                  <a:pt x="2341760" y="557662"/>
                  <a:pt x="2422394" y="446879"/>
                </a:cubicBezTo>
                <a:close/>
                <a:moveTo>
                  <a:pt x="2447278" y="2722123"/>
                </a:moveTo>
                <a:cubicBezTo>
                  <a:pt x="2366121" y="2618714"/>
                  <a:pt x="2299534" y="2507403"/>
                  <a:pt x="2246145" y="2391362"/>
                </a:cubicBezTo>
                <a:cubicBezTo>
                  <a:pt x="2057375" y="2464119"/>
                  <a:pt x="1856285" y="2506958"/>
                  <a:pt x="1649785" y="2514779"/>
                </a:cubicBezTo>
                <a:lnTo>
                  <a:pt x="1649785" y="3008639"/>
                </a:lnTo>
                <a:cubicBezTo>
                  <a:pt x="1949198" y="2997255"/>
                  <a:pt x="2224691" y="2892757"/>
                  <a:pt x="2447278" y="2722123"/>
                </a:cubicBezTo>
                <a:close/>
                <a:moveTo>
                  <a:pt x="2878934" y="1493146"/>
                </a:moveTo>
                <a:cubicBezTo>
                  <a:pt x="2723190" y="1307255"/>
                  <a:pt x="2529440" y="1161128"/>
                  <a:pt x="2313862" y="1060620"/>
                </a:cubicBezTo>
                <a:cubicBezTo>
                  <a:pt x="2270535" y="1201714"/>
                  <a:pt x="2245604" y="1347104"/>
                  <a:pt x="2240109" y="1493146"/>
                </a:cubicBezTo>
                <a:close/>
                <a:moveTo>
                  <a:pt x="2890636" y="1673146"/>
                </a:moveTo>
                <a:lnTo>
                  <a:pt x="2241814" y="1673146"/>
                </a:lnTo>
                <a:cubicBezTo>
                  <a:pt x="2249736" y="1827102"/>
                  <a:pt x="2279520" y="1979973"/>
                  <a:pt x="2329964" y="2127513"/>
                </a:cubicBezTo>
                <a:cubicBezTo>
                  <a:pt x="2545677" y="2019923"/>
                  <a:pt x="2738160" y="1866413"/>
                  <a:pt x="2890636" y="1673146"/>
                </a:cubicBezTo>
                <a:close/>
                <a:moveTo>
                  <a:pt x="2973035" y="1284386"/>
                </a:moveTo>
                <a:cubicBezTo>
                  <a:pt x="2912066" y="1001840"/>
                  <a:pt x="2765308" y="751379"/>
                  <a:pt x="2561381" y="561108"/>
                </a:cubicBezTo>
                <a:cubicBezTo>
                  <a:pt x="2489321" y="656437"/>
                  <a:pt x="2431363" y="759225"/>
                  <a:pt x="2384553" y="865647"/>
                </a:cubicBezTo>
                <a:cubicBezTo>
                  <a:pt x="2604520" y="964977"/>
                  <a:pt x="2804622" y="1106677"/>
                  <a:pt x="2973035" y="1284386"/>
                </a:cubicBezTo>
                <a:close/>
                <a:moveTo>
                  <a:pt x="2974277" y="1897328"/>
                </a:moveTo>
                <a:cubicBezTo>
                  <a:pt x="2812488" y="2073933"/>
                  <a:pt x="2619878" y="2216690"/>
                  <a:pt x="2407486" y="2319665"/>
                </a:cubicBezTo>
                <a:cubicBezTo>
                  <a:pt x="2454169" y="2420503"/>
                  <a:pt x="2511856" y="2517376"/>
                  <a:pt x="2582047" y="2607468"/>
                </a:cubicBezTo>
                <a:cubicBezTo>
                  <a:pt x="2776399" y="2417974"/>
                  <a:pt x="2916061" y="2172750"/>
                  <a:pt x="2974277" y="1897328"/>
                </a:cubicBezTo>
                <a:close/>
                <a:moveTo>
                  <a:pt x="3185463" y="1593779"/>
                </a:moveTo>
                <a:cubicBezTo>
                  <a:pt x="3185463" y="2473999"/>
                  <a:pt x="2471904" y="3187558"/>
                  <a:pt x="1591684" y="3187558"/>
                </a:cubicBezTo>
                <a:cubicBezTo>
                  <a:pt x="738111" y="3187558"/>
                  <a:pt x="41261" y="2516549"/>
                  <a:pt x="1913" y="1673146"/>
                </a:cubicBezTo>
                <a:lnTo>
                  <a:pt x="0" y="1673146"/>
                </a:lnTo>
                <a:lnTo>
                  <a:pt x="0" y="1493146"/>
                </a:lnTo>
                <a:lnTo>
                  <a:pt x="2750" y="1493146"/>
                </a:lnTo>
                <a:cubicBezTo>
                  <a:pt x="50490" y="700174"/>
                  <a:pt x="679654" y="64473"/>
                  <a:pt x="1469785" y="6156"/>
                </a:cubicBezTo>
                <a:lnTo>
                  <a:pt x="1469785" y="0"/>
                </a:lnTo>
                <a:lnTo>
                  <a:pt x="1591684" y="0"/>
                </a:lnTo>
                <a:lnTo>
                  <a:pt x="1649785" y="0"/>
                </a:lnTo>
                <a:lnTo>
                  <a:pt x="1649785" y="2934"/>
                </a:lnTo>
                <a:cubicBezTo>
                  <a:pt x="2503127" y="31654"/>
                  <a:pt x="3185463" y="733032"/>
                  <a:pt x="3185463" y="1593779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865" name="CustomShape 16"/>
          <p:cNvSpPr/>
          <p:nvPr/>
        </p:nvSpPr>
        <p:spPr>
          <a:xfrm rot="2700000">
            <a:off x="6220080" y="4819680"/>
            <a:ext cx="324360" cy="618480"/>
          </a:xfrm>
          <a:custGeom>
            <a:avLst/>
            <a:gdLst/>
            <a:ah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866" name="CustomShape 17"/>
          <p:cNvSpPr/>
          <p:nvPr/>
        </p:nvSpPr>
        <p:spPr>
          <a:xfrm>
            <a:off x="7768080" y="2453040"/>
            <a:ext cx="459360" cy="381600"/>
          </a:xfrm>
          <a:custGeom>
            <a:avLst/>
            <a:gdLst/>
            <a:ahLst/>
            <a:rect l="l" t="t" r="r" b="b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1867" name="Group 18"/>
          <p:cNvGrpSpPr/>
          <p:nvPr/>
        </p:nvGrpSpPr>
        <p:grpSpPr>
          <a:xfrm>
            <a:off x="4577400" y="5952240"/>
            <a:ext cx="3628440" cy="784080"/>
            <a:chOff x="4577400" y="5952240"/>
            <a:chExt cx="3628440" cy="784080"/>
          </a:xfrm>
        </p:grpSpPr>
        <p:sp>
          <p:nvSpPr>
            <p:cNvPr id="1868" name="CustomShape 19"/>
            <p:cNvSpPr/>
            <p:nvPr/>
          </p:nvSpPr>
          <p:spPr>
            <a:xfrm>
              <a:off x="4577400" y="6280920"/>
              <a:ext cx="362844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ctr"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and appeal to your Presentations.     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1869" name="CustomShape 20"/>
            <p:cNvSpPr/>
            <p:nvPr/>
          </p:nvSpPr>
          <p:spPr>
            <a:xfrm>
              <a:off x="4577400" y="5952240"/>
              <a:ext cx="362844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ctr">
                <a:lnSpc>
                  <a:spcPct val="100000"/>
                </a:lnSpc>
              </a:pPr>
              <a:r>
                <a:rPr b="1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b="0" lang="en-US" sz="1200" spc="-1" strike="noStrike">
                <a:latin typeface="Arial"/>
              </a:endParaRPr>
            </a:p>
          </p:txBody>
        </p:sp>
      </p:grpSp>
      <p:grpSp>
        <p:nvGrpSpPr>
          <p:cNvPr id="1870" name="Group 21"/>
          <p:cNvGrpSpPr/>
          <p:nvPr/>
        </p:nvGrpSpPr>
        <p:grpSpPr>
          <a:xfrm>
            <a:off x="8817840" y="1993320"/>
            <a:ext cx="3628440" cy="784080"/>
            <a:chOff x="8817840" y="1993320"/>
            <a:chExt cx="3628440" cy="784080"/>
          </a:xfrm>
        </p:grpSpPr>
        <p:sp>
          <p:nvSpPr>
            <p:cNvPr id="1871" name="CustomShape 22"/>
            <p:cNvSpPr/>
            <p:nvPr/>
          </p:nvSpPr>
          <p:spPr>
            <a:xfrm>
              <a:off x="8817840" y="2322000"/>
              <a:ext cx="362844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and appeal to your Presentations.     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1872" name="CustomShape 23"/>
            <p:cNvSpPr/>
            <p:nvPr/>
          </p:nvSpPr>
          <p:spPr>
            <a:xfrm>
              <a:off x="8817840" y="1993320"/>
              <a:ext cx="362844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1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b="0" lang="en-US" sz="1200" spc="-1" strike="noStrike">
                <a:latin typeface="Arial"/>
              </a:endParaRPr>
            </a:p>
          </p:txBody>
        </p:sp>
      </p:grpSp>
      <p:grpSp>
        <p:nvGrpSpPr>
          <p:cNvPr id="1873" name="Group 24"/>
          <p:cNvGrpSpPr/>
          <p:nvPr/>
        </p:nvGrpSpPr>
        <p:grpSpPr>
          <a:xfrm>
            <a:off x="386280" y="1993320"/>
            <a:ext cx="3628440" cy="784080"/>
            <a:chOff x="386280" y="1993320"/>
            <a:chExt cx="3628440" cy="784080"/>
          </a:xfrm>
        </p:grpSpPr>
        <p:sp>
          <p:nvSpPr>
            <p:cNvPr id="1874" name="CustomShape 25"/>
            <p:cNvSpPr/>
            <p:nvPr/>
          </p:nvSpPr>
          <p:spPr>
            <a:xfrm>
              <a:off x="386280" y="2322000"/>
              <a:ext cx="362844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r"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and appeal to your Presentations.     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1875" name="CustomShape 26"/>
            <p:cNvSpPr/>
            <p:nvPr/>
          </p:nvSpPr>
          <p:spPr>
            <a:xfrm>
              <a:off x="386280" y="1993320"/>
              <a:ext cx="362844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r">
                <a:lnSpc>
                  <a:spcPct val="100000"/>
                </a:lnSpc>
              </a:pPr>
              <a:r>
                <a:rPr b="1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b="0" lang="en-US" sz="1200" spc="-1" strike="noStrike">
                <a:latin typeface="Arial"/>
              </a:endParaRPr>
            </a:p>
          </p:txBody>
        </p:sp>
      </p:grpSp>
      <p:pic>
        <p:nvPicPr>
          <p:cNvPr id="1876" name="" descr=""/>
          <p:cNvPicPr/>
          <p:nvPr/>
        </p:nvPicPr>
        <p:blipFill>
          <a:blip r:embed="rId1"/>
          <a:stretch/>
        </p:blipFill>
        <p:spPr>
          <a:xfrm>
            <a:off x="144720" y="147960"/>
            <a:ext cx="3374640" cy="690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7" name="CustomShape 1"/>
          <p:cNvSpPr/>
          <p:nvPr/>
        </p:nvSpPr>
        <p:spPr>
          <a:xfrm>
            <a:off x="551520" y="1054080"/>
            <a:ext cx="4131720" cy="29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  <a:spcBef>
                <a:spcPts val="641"/>
              </a:spcBef>
              <a:tabLst>
                <a:tab algn="l" pos="0"/>
              </a:tabLst>
            </a:pPr>
            <a:r>
              <a:rPr b="1" lang="en-US" sz="3200" spc="-1" strike="noStrike">
                <a:solidFill>
                  <a:srgbClr val="404040"/>
                </a:solidFill>
                <a:latin typeface="Arial"/>
                <a:ea typeface="Arial Unicode MS"/>
              </a:rPr>
              <a:t>Portfolio </a:t>
            </a:r>
            <a:endParaRPr b="0" lang="en-US" sz="3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algn="l" pos="0"/>
              </a:tabLst>
            </a:pPr>
            <a:r>
              <a:rPr b="1" lang="en-US" sz="3200" spc="-1" strike="noStrike">
                <a:solidFill>
                  <a:srgbClr val="404040"/>
                </a:solidFill>
                <a:latin typeface="Arial"/>
                <a:ea typeface="Arial Unicode MS"/>
              </a:rPr>
              <a:t>Presentation</a:t>
            </a:r>
            <a:endParaRPr b="0" lang="en-US" sz="3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algn="l" pos="0"/>
              </a:tabLst>
            </a:pPr>
            <a:r>
              <a:rPr b="1" lang="en-US" sz="3200" spc="-1" strike="noStrike">
                <a:solidFill>
                  <a:srgbClr val="404040"/>
                </a:solidFill>
                <a:latin typeface="Arial"/>
                <a:ea typeface="Arial Unicode MS"/>
              </a:rPr>
              <a:t>Designed</a:t>
            </a:r>
            <a:endParaRPr b="0" lang="en-US" sz="3200" spc="-1" strike="noStrike">
              <a:latin typeface="Arial"/>
            </a:endParaRPr>
          </a:p>
        </p:txBody>
      </p:sp>
      <p:grpSp>
        <p:nvGrpSpPr>
          <p:cNvPr id="1878" name="Group 2"/>
          <p:cNvGrpSpPr/>
          <p:nvPr/>
        </p:nvGrpSpPr>
        <p:grpSpPr>
          <a:xfrm>
            <a:off x="7608240" y="426600"/>
            <a:ext cx="4436280" cy="782640"/>
            <a:chOff x="7608240" y="426600"/>
            <a:chExt cx="4436280" cy="782640"/>
          </a:xfrm>
        </p:grpSpPr>
        <p:sp>
          <p:nvSpPr>
            <p:cNvPr id="1879" name="CustomShape 3"/>
            <p:cNvSpPr/>
            <p:nvPr/>
          </p:nvSpPr>
          <p:spPr>
            <a:xfrm>
              <a:off x="7608240" y="754560"/>
              <a:ext cx="4436280" cy="45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and appeal to your Presentations. 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1880" name="CustomShape 4"/>
            <p:cNvSpPr/>
            <p:nvPr/>
          </p:nvSpPr>
          <p:spPr>
            <a:xfrm>
              <a:off x="7608240" y="426600"/>
              <a:ext cx="443628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1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b="0" lang="en-US" sz="1200" spc="-1" strike="noStrike">
                <a:latin typeface="Arial"/>
              </a:endParaRPr>
            </a:p>
          </p:txBody>
        </p:sp>
      </p:grpSp>
      <p:grpSp>
        <p:nvGrpSpPr>
          <p:cNvPr id="1881" name="Group 5"/>
          <p:cNvGrpSpPr/>
          <p:nvPr/>
        </p:nvGrpSpPr>
        <p:grpSpPr>
          <a:xfrm>
            <a:off x="6052320" y="6060240"/>
            <a:ext cx="4436280" cy="783360"/>
            <a:chOff x="6052320" y="6060240"/>
            <a:chExt cx="4436280" cy="783360"/>
          </a:xfrm>
        </p:grpSpPr>
        <p:sp>
          <p:nvSpPr>
            <p:cNvPr id="1882" name="CustomShape 6"/>
            <p:cNvSpPr/>
            <p:nvPr/>
          </p:nvSpPr>
          <p:spPr>
            <a:xfrm>
              <a:off x="6052320" y="6388920"/>
              <a:ext cx="4436280" cy="45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r"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and appeal to your Presentations. 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1883" name="CustomShape 7"/>
            <p:cNvSpPr/>
            <p:nvPr/>
          </p:nvSpPr>
          <p:spPr>
            <a:xfrm>
              <a:off x="6052320" y="6060240"/>
              <a:ext cx="443628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r">
                <a:lnSpc>
                  <a:spcPct val="100000"/>
                </a:lnSpc>
              </a:pPr>
              <a:r>
                <a:rPr b="1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b="0" lang="en-US" sz="1200" spc="-1" strike="noStrike">
                <a:latin typeface="Arial"/>
              </a:endParaRPr>
            </a:p>
          </p:txBody>
        </p:sp>
      </p:grpSp>
      <p:grpSp>
        <p:nvGrpSpPr>
          <p:cNvPr id="1884" name="Group 8"/>
          <p:cNvGrpSpPr/>
          <p:nvPr/>
        </p:nvGrpSpPr>
        <p:grpSpPr>
          <a:xfrm>
            <a:off x="5144040" y="2696760"/>
            <a:ext cx="1864440" cy="1331280"/>
            <a:chOff x="5144040" y="2696760"/>
            <a:chExt cx="1864440" cy="1331280"/>
          </a:xfrm>
        </p:grpSpPr>
        <p:sp>
          <p:nvSpPr>
            <p:cNvPr id="1885" name="CustomShape 9"/>
            <p:cNvSpPr/>
            <p:nvPr/>
          </p:nvSpPr>
          <p:spPr>
            <a:xfrm>
              <a:off x="5144040" y="3025080"/>
              <a:ext cx="1864440" cy="1002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r"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and appeal to your Presentations.  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1886" name="CustomShape 10"/>
            <p:cNvSpPr/>
            <p:nvPr/>
          </p:nvSpPr>
          <p:spPr>
            <a:xfrm>
              <a:off x="5144040" y="2696760"/>
              <a:ext cx="186444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r">
                <a:lnSpc>
                  <a:spcPct val="100000"/>
                </a:lnSpc>
              </a:pPr>
              <a:r>
                <a:rPr b="1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b="0" lang="en-US" sz="1200" spc="-1" strike="noStrike">
                <a:latin typeface="Arial"/>
              </a:endParaRPr>
            </a:p>
          </p:txBody>
        </p:sp>
      </p:grpSp>
      <p:sp>
        <p:nvSpPr>
          <p:cNvPr id="1887" name="CustomShape 11"/>
          <p:cNvSpPr/>
          <p:nvPr/>
        </p:nvSpPr>
        <p:spPr>
          <a:xfrm>
            <a:off x="551520" y="4236120"/>
            <a:ext cx="3729240" cy="63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404040"/>
                </a:solidFill>
                <a:latin typeface="Arial"/>
                <a:ea typeface="Arial Unicode MS"/>
              </a:rPr>
              <a:t>Get a modern PowerPoint  Presentation that is beautifully designed.  Easy to change colors, photos and Text.  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888" name="CustomShape 12"/>
          <p:cNvSpPr/>
          <p:nvPr/>
        </p:nvSpPr>
        <p:spPr>
          <a:xfrm>
            <a:off x="551520" y="5734080"/>
            <a:ext cx="372924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404040"/>
                </a:solidFill>
                <a:latin typeface="Arial"/>
                <a:ea typeface="Arial Unicode MS"/>
              </a:rPr>
              <a:t>You can simply impress your audience and add a unique zing.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889" name="CustomShape 13"/>
          <p:cNvSpPr/>
          <p:nvPr/>
        </p:nvSpPr>
        <p:spPr>
          <a:xfrm>
            <a:off x="7339680" y="2285280"/>
            <a:ext cx="3327120" cy="3196800"/>
          </a:xfrm>
          <a:prstGeom prst="frame">
            <a:avLst>
              <a:gd name="adj1" fmla="val 138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890" name="CustomShape 14"/>
          <p:cNvSpPr/>
          <p:nvPr/>
        </p:nvSpPr>
        <p:spPr>
          <a:xfrm>
            <a:off x="5317920" y="135000"/>
            <a:ext cx="1757160" cy="1901160"/>
          </a:xfrm>
          <a:prstGeom prst="frame">
            <a:avLst>
              <a:gd name="adj1" fmla="val 2654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891" name="CustomShape 15"/>
          <p:cNvSpPr/>
          <p:nvPr/>
        </p:nvSpPr>
        <p:spPr>
          <a:xfrm>
            <a:off x="10912680" y="5730840"/>
            <a:ext cx="1756800" cy="1901160"/>
          </a:xfrm>
          <a:prstGeom prst="frame">
            <a:avLst>
              <a:gd name="adj1" fmla="val 2654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1892" name="" descr=""/>
          <p:cNvPicPr/>
          <p:nvPr/>
        </p:nvPicPr>
        <p:blipFill>
          <a:blip r:embed="rId1"/>
          <a:stretch/>
        </p:blipFill>
        <p:spPr>
          <a:xfrm>
            <a:off x="144720" y="147960"/>
            <a:ext cx="3374640" cy="690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3" name="TextShape 1"/>
          <p:cNvSpPr txBox="1"/>
          <p:nvPr/>
        </p:nvSpPr>
        <p:spPr>
          <a:xfrm>
            <a:off x="0" y="184320"/>
            <a:ext cx="12801240" cy="869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720"/>
              </a:spcBef>
              <a:tabLst>
                <a:tab algn="l" pos="0"/>
              </a:tabLst>
            </a:pPr>
            <a:r>
              <a:rPr b="0" lang="en-US" sz="3600" spc="-1" strike="noStrike">
                <a:solidFill>
                  <a:srgbClr val="404040"/>
                </a:solidFill>
                <a:latin typeface="Arial"/>
                <a:ea typeface="Arial Unicode MS"/>
              </a:rPr>
              <a:t>Chart Style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4" name="TextShape 2"/>
          <p:cNvSpPr txBox="1"/>
          <p:nvPr/>
        </p:nvSpPr>
        <p:spPr>
          <a:xfrm>
            <a:off x="0" y="1054440"/>
            <a:ext cx="12801240" cy="434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281"/>
              </a:spcBef>
              <a:tabLst>
                <a:tab algn="l" pos="0"/>
              </a:tabLst>
            </a:pPr>
            <a:r>
              <a:rPr b="0" lang="en-US" sz="1400" spc="-1" strike="noStrike">
                <a:solidFill>
                  <a:srgbClr val="404040"/>
                </a:solidFill>
                <a:latin typeface="Arial"/>
                <a:ea typeface="Arial Unicode MS"/>
              </a:rPr>
              <a:t>Insert the title of your subtitle Here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895" name="Chart 4"/>
          <p:cNvGraphicFramePr/>
          <p:nvPr/>
        </p:nvGraphicFramePr>
        <p:xfrm>
          <a:off x="3946320" y="1848240"/>
          <a:ext cx="4972320" cy="5020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896" name="CustomShape 3"/>
          <p:cNvSpPr/>
          <p:nvPr/>
        </p:nvSpPr>
        <p:spPr>
          <a:xfrm>
            <a:off x="7396560" y="3515760"/>
            <a:ext cx="111780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Arial Unicode MS"/>
              </a:rPr>
              <a:t>45%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897" name="CustomShape 4"/>
          <p:cNvSpPr/>
          <p:nvPr/>
        </p:nvSpPr>
        <p:spPr>
          <a:xfrm>
            <a:off x="4853520" y="5474160"/>
            <a:ext cx="111780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Arial Unicode MS"/>
              </a:rPr>
              <a:t>30%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898" name="CustomShape 5"/>
          <p:cNvSpPr/>
          <p:nvPr/>
        </p:nvSpPr>
        <p:spPr>
          <a:xfrm>
            <a:off x="4741920" y="2874600"/>
            <a:ext cx="111780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Arial Unicode MS"/>
              </a:rPr>
              <a:t>25%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899" name="CustomShape 6"/>
          <p:cNvSpPr/>
          <p:nvPr/>
        </p:nvSpPr>
        <p:spPr>
          <a:xfrm>
            <a:off x="5239800" y="3072240"/>
            <a:ext cx="2385000" cy="2574000"/>
          </a:xfrm>
          <a:prstGeom prst="ellips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900" name="CustomShape 7"/>
          <p:cNvSpPr/>
          <p:nvPr/>
        </p:nvSpPr>
        <p:spPr>
          <a:xfrm rot="16200000">
            <a:off x="5882040" y="3897000"/>
            <a:ext cx="999360" cy="925920"/>
          </a:xfrm>
          <a:custGeom>
            <a:avLst/>
            <a:gdLst/>
            <a:ahLst/>
            <a:rect l="l" t="t" r="r" b="b"/>
            <a:pathLst>
              <a:path w="3185463" h="3187558">
                <a:moveTo>
                  <a:pt x="764000" y="2343999"/>
                </a:moveTo>
                <a:cubicBezTo>
                  <a:pt x="566798" y="2256389"/>
                  <a:pt x="385374" y="2134753"/>
                  <a:pt x="230072" y="1981662"/>
                </a:cubicBezTo>
                <a:cubicBezTo>
                  <a:pt x="297001" y="2223876"/>
                  <a:pt x="428049" y="2439341"/>
                  <a:pt x="603989" y="2608945"/>
                </a:cubicBezTo>
                <a:cubicBezTo>
                  <a:pt x="667739" y="2525681"/>
                  <a:pt x="720588" y="2436567"/>
                  <a:pt x="764000" y="2343999"/>
                </a:cubicBezTo>
                <a:close/>
                <a:moveTo>
                  <a:pt x="783530" y="862903"/>
                </a:moveTo>
                <a:cubicBezTo>
                  <a:pt x="737619" y="760936"/>
                  <a:pt x="681240" y="662513"/>
                  <a:pt x="611676" y="571152"/>
                </a:cubicBezTo>
                <a:cubicBezTo>
                  <a:pt x="419218" y="754019"/>
                  <a:pt x="279227" y="991173"/>
                  <a:pt x="215545" y="1258034"/>
                </a:cubicBezTo>
                <a:cubicBezTo>
                  <a:pt x="378729" y="1090139"/>
                  <a:pt x="571934" y="956907"/>
                  <a:pt x="783530" y="862903"/>
                </a:cubicBezTo>
                <a:close/>
                <a:moveTo>
                  <a:pt x="935657" y="1673146"/>
                </a:moveTo>
                <a:lnTo>
                  <a:pt x="227023" y="1673146"/>
                </a:lnTo>
                <a:cubicBezTo>
                  <a:pt x="393068" y="1882941"/>
                  <a:pt x="605618" y="2045968"/>
                  <a:pt x="844267" y="2153109"/>
                </a:cubicBezTo>
                <a:cubicBezTo>
                  <a:pt x="897907" y="1997390"/>
                  <a:pt x="928862" y="1835739"/>
                  <a:pt x="935657" y="1673146"/>
                </a:cubicBezTo>
                <a:close/>
                <a:moveTo>
                  <a:pt x="935928" y="1493146"/>
                </a:moveTo>
                <a:cubicBezTo>
                  <a:pt x="928922" y="1345638"/>
                  <a:pt x="902278" y="1198995"/>
                  <a:pt x="856775" y="1056956"/>
                </a:cubicBezTo>
                <a:cubicBezTo>
                  <a:pt x="636768" y="1156959"/>
                  <a:pt x="439487" y="1304654"/>
                  <a:pt x="281464" y="1493146"/>
                </a:cubicBezTo>
                <a:close/>
                <a:moveTo>
                  <a:pt x="1469785" y="2515107"/>
                </a:moveTo>
                <a:cubicBezTo>
                  <a:pt x="1283000" y="2508124"/>
                  <a:pt x="1100523" y="2472287"/>
                  <a:pt x="927628" y="2411229"/>
                </a:cubicBezTo>
                <a:cubicBezTo>
                  <a:pt x="876831" y="2520843"/>
                  <a:pt x="814172" y="2626182"/>
                  <a:pt x="738220" y="2724387"/>
                </a:cubicBezTo>
                <a:cubicBezTo>
                  <a:pt x="944637" y="2881665"/>
                  <a:pt x="1196120" y="2982471"/>
                  <a:pt x="1469785" y="3005418"/>
                </a:cubicBezTo>
                <a:close/>
                <a:moveTo>
                  <a:pt x="1469785" y="1673146"/>
                </a:moveTo>
                <a:lnTo>
                  <a:pt x="1112275" y="1673146"/>
                </a:lnTo>
                <a:cubicBezTo>
                  <a:pt x="1105327" y="1858153"/>
                  <a:pt x="1070032" y="2042144"/>
                  <a:pt x="1008001" y="2219039"/>
                </a:cubicBezTo>
                <a:cubicBezTo>
                  <a:pt x="1155519" y="2270408"/>
                  <a:pt x="1310845" y="2300826"/>
                  <a:pt x="1469785" y="2307834"/>
                </a:cubicBezTo>
                <a:close/>
                <a:moveTo>
                  <a:pt x="1469785" y="898989"/>
                </a:moveTo>
                <a:cubicBezTo>
                  <a:pt x="1315103" y="907762"/>
                  <a:pt x="1164166" y="938783"/>
                  <a:pt x="1020939" y="990066"/>
                </a:cubicBezTo>
                <a:cubicBezTo>
                  <a:pt x="1074574" y="1153655"/>
                  <a:pt x="1105461" y="1322925"/>
                  <a:pt x="1112368" y="1493146"/>
                </a:cubicBezTo>
                <a:lnTo>
                  <a:pt x="1469785" y="1493146"/>
                </a:lnTo>
                <a:close/>
                <a:moveTo>
                  <a:pt x="1469785" y="182141"/>
                </a:moveTo>
                <a:cubicBezTo>
                  <a:pt x="1199839" y="204777"/>
                  <a:pt x="951477" y="303168"/>
                  <a:pt x="746615" y="456764"/>
                </a:cubicBezTo>
                <a:cubicBezTo>
                  <a:pt x="828296" y="562801"/>
                  <a:pt x="894225" y="677310"/>
                  <a:pt x="947434" y="796072"/>
                </a:cubicBezTo>
                <a:cubicBezTo>
                  <a:pt x="1113886" y="736067"/>
                  <a:pt x="1289644" y="700323"/>
                  <a:pt x="1469785" y="691530"/>
                </a:cubicBezTo>
                <a:close/>
                <a:moveTo>
                  <a:pt x="2150063" y="992171"/>
                </a:moveTo>
                <a:cubicBezTo>
                  <a:pt x="1990712" y="935501"/>
                  <a:pt x="1822242" y="902595"/>
                  <a:pt x="1649785" y="897224"/>
                </a:cubicBezTo>
                <a:lnTo>
                  <a:pt x="1649785" y="1493146"/>
                </a:lnTo>
                <a:lnTo>
                  <a:pt x="2063712" y="1493146"/>
                </a:lnTo>
                <a:cubicBezTo>
                  <a:pt x="2069089" y="1323887"/>
                  <a:pt x="2098366" y="1155330"/>
                  <a:pt x="2150063" y="992171"/>
                </a:cubicBezTo>
                <a:close/>
                <a:moveTo>
                  <a:pt x="2168848" y="2199110"/>
                </a:moveTo>
                <a:cubicBezTo>
                  <a:pt x="2108555" y="2028681"/>
                  <a:pt x="2073581" y="1851532"/>
                  <a:pt x="2065295" y="1673146"/>
                </a:cubicBezTo>
                <a:lnTo>
                  <a:pt x="1649785" y="1673146"/>
                </a:lnTo>
                <a:lnTo>
                  <a:pt x="1649785" y="2307299"/>
                </a:lnTo>
                <a:cubicBezTo>
                  <a:pt x="1829404" y="2299517"/>
                  <a:pt x="2004315" y="2261965"/>
                  <a:pt x="2168848" y="2199110"/>
                </a:cubicBezTo>
                <a:close/>
                <a:moveTo>
                  <a:pt x="2422394" y="446879"/>
                </a:moveTo>
                <a:cubicBezTo>
                  <a:pt x="2204309" y="287209"/>
                  <a:pt x="1938140" y="189883"/>
                  <a:pt x="1649785" y="178919"/>
                </a:cubicBezTo>
                <a:lnTo>
                  <a:pt x="1649785" y="689876"/>
                </a:lnTo>
                <a:cubicBezTo>
                  <a:pt x="1846998" y="695154"/>
                  <a:pt x="2039668" y="732502"/>
                  <a:pt x="2221721" y="797410"/>
                </a:cubicBezTo>
                <a:cubicBezTo>
                  <a:pt x="2275056" y="675360"/>
                  <a:pt x="2341760" y="557662"/>
                  <a:pt x="2422394" y="446879"/>
                </a:cubicBezTo>
                <a:close/>
                <a:moveTo>
                  <a:pt x="2447278" y="2722123"/>
                </a:moveTo>
                <a:cubicBezTo>
                  <a:pt x="2366121" y="2618714"/>
                  <a:pt x="2299534" y="2507403"/>
                  <a:pt x="2246145" y="2391362"/>
                </a:cubicBezTo>
                <a:cubicBezTo>
                  <a:pt x="2057375" y="2464119"/>
                  <a:pt x="1856285" y="2506958"/>
                  <a:pt x="1649785" y="2514779"/>
                </a:cubicBezTo>
                <a:lnTo>
                  <a:pt x="1649785" y="3008639"/>
                </a:lnTo>
                <a:cubicBezTo>
                  <a:pt x="1949198" y="2997255"/>
                  <a:pt x="2224691" y="2892757"/>
                  <a:pt x="2447278" y="2722123"/>
                </a:cubicBezTo>
                <a:close/>
                <a:moveTo>
                  <a:pt x="2878934" y="1493146"/>
                </a:moveTo>
                <a:cubicBezTo>
                  <a:pt x="2723190" y="1307255"/>
                  <a:pt x="2529440" y="1161128"/>
                  <a:pt x="2313862" y="1060620"/>
                </a:cubicBezTo>
                <a:cubicBezTo>
                  <a:pt x="2270535" y="1201714"/>
                  <a:pt x="2245604" y="1347104"/>
                  <a:pt x="2240109" y="1493146"/>
                </a:cubicBezTo>
                <a:close/>
                <a:moveTo>
                  <a:pt x="2890636" y="1673146"/>
                </a:moveTo>
                <a:lnTo>
                  <a:pt x="2241814" y="1673146"/>
                </a:lnTo>
                <a:cubicBezTo>
                  <a:pt x="2249736" y="1827102"/>
                  <a:pt x="2279520" y="1979973"/>
                  <a:pt x="2329964" y="2127513"/>
                </a:cubicBezTo>
                <a:cubicBezTo>
                  <a:pt x="2545677" y="2019923"/>
                  <a:pt x="2738160" y="1866413"/>
                  <a:pt x="2890636" y="1673146"/>
                </a:cubicBezTo>
                <a:close/>
                <a:moveTo>
                  <a:pt x="2973035" y="1284386"/>
                </a:moveTo>
                <a:cubicBezTo>
                  <a:pt x="2912066" y="1001840"/>
                  <a:pt x="2765308" y="751379"/>
                  <a:pt x="2561381" y="561108"/>
                </a:cubicBezTo>
                <a:cubicBezTo>
                  <a:pt x="2489321" y="656437"/>
                  <a:pt x="2431363" y="759225"/>
                  <a:pt x="2384553" y="865647"/>
                </a:cubicBezTo>
                <a:cubicBezTo>
                  <a:pt x="2604520" y="964977"/>
                  <a:pt x="2804622" y="1106677"/>
                  <a:pt x="2973035" y="1284386"/>
                </a:cubicBezTo>
                <a:close/>
                <a:moveTo>
                  <a:pt x="2974277" y="1897328"/>
                </a:moveTo>
                <a:cubicBezTo>
                  <a:pt x="2812488" y="2073933"/>
                  <a:pt x="2619878" y="2216690"/>
                  <a:pt x="2407486" y="2319665"/>
                </a:cubicBezTo>
                <a:cubicBezTo>
                  <a:pt x="2454169" y="2420503"/>
                  <a:pt x="2511856" y="2517376"/>
                  <a:pt x="2582047" y="2607468"/>
                </a:cubicBezTo>
                <a:cubicBezTo>
                  <a:pt x="2776399" y="2417974"/>
                  <a:pt x="2916061" y="2172750"/>
                  <a:pt x="2974277" y="1897328"/>
                </a:cubicBezTo>
                <a:close/>
                <a:moveTo>
                  <a:pt x="3185463" y="1593779"/>
                </a:moveTo>
                <a:cubicBezTo>
                  <a:pt x="3185463" y="2473999"/>
                  <a:pt x="2471904" y="3187558"/>
                  <a:pt x="1591684" y="3187558"/>
                </a:cubicBezTo>
                <a:cubicBezTo>
                  <a:pt x="738111" y="3187558"/>
                  <a:pt x="41261" y="2516549"/>
                  <a:pt x="1913" y="1673146"/>
                </a:cubicBezTo>
                <a:lnTo>
                  <a:pt x="0" y="1673146"/>
                </a:lnTo>
                <a:lnTo>
                  <a:pt x="0" y="1493146"/>
                </a:lnTo>
                <a:lnTo>
                  <a:pt x="2750" y="1493146"/>
                </a:lnTo>
                <a:cubicBezTo>
                  <a:pt x="50490" y="700174"/>
                  <a:pt x="679654" y="64473"/>
                  <a:pt x="1469785" y="6156"/>
                </a:cubicBezTo>
                <a:lnTo>
                  <a:pt x="1469785" y="0"/>
                </a:lnTo>
                <a:lnTo>
                  <a:pt x="1591684" y="0"/>
                </a:lnTo>
                <a:lnTo>
                  <a:pt x="1649785" y="0"/>
                </a:lnTo>
                <a:lnTo>
                  <a:pt x="1649785" y="2934"/>
                </a:lnTo>
                <a:cubicBezTo>
                  <a:pt x="2503127" y="31654"/>
                  <a:pt x="3185463" y="733032"/>
                  <a:pt x="3185463" y="159377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1901" name="Group 8"/>
          <p:cNvGrpSpPr/>
          <p:nvPr/>
        </p:nvGrpSpPr>
        <p:grpSpPr>
          <a:xfrm>
            <a:off x="8717400" y="2165040"/>
            <a:ext cx="3327120" cy="2186280"/>
            <a:chOff x="8717400" y="2165040"/>
            <a:chExt cx="3327120" cy="2186280"/>
          </a:xfrm>
        </p:grpSpPr>
        <p:sp>
          <p:nvSpPr>
            <p:cNvPr id="1902" name="CustomShape 9"/>
            <p:cNvSpPr/>
            <p:nvPr/>
          </p:nvSpPr>
          <p:spPr>
            <a:xfrm>
              <a:off x="8717400" y="2618280"/>
              <a:ext cx="3327120" cy="1733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and appeal to your Presentations. Get a modern PowerPoint  Presentation that is beautifully designed.  Easy to change colors, photos and Text. </a:t>
              </a:r>
              <a:endParaRPr b="0" lang="en-US" sz="1200" spc="-1" strike="noStrike">
                <a:latin typeface="Arial"/>
              </a:endParaRPr>
            </a:p>
            <a:p>
              <a:pPr>
                <a:lnSpc>
                  <a:spcPct val="100000"/>
                </a:lnSpc>
              </a:pPr>
              <a:endParaRPr b="0" lang="en-US" sz="1200" spc="-1" strike="noStrike"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Get a modern PowerPoint  Presentation that is beautifully designed.  Easy to change colors, photos and Text. 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1903" name="CustomShape 10"/>
            <p:cNvSpPr/>
            <p:nvPr/>
          </p:nvSpPr>
          <p:spPr>
            <a:xfrm>
              <a:off x="8717400" y="2165040"/>
              <a:ext cx="3327120" cy="27216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1" lang="en-US" sz="1200" spc="-1" strike="noStrike">
                  <a:solidFill>
                    <a:srgbClr val="ffffff"/>
                  </a:solidFill>
                  <a:latin typeface="Arial"/>
                  <a:ea typeface="Arial Unicode MS"/>
                </a:rPr>
                <a:t>Your Text  Here</a:t>
              </a:r>
              <a:endParaRPr b="0" lang="en-US" sz="1200" spc="-1" strike="noStrike">
                <a:latin typeface="Arial"/>
              </a:endParaRPr>
            </a:p>
          </p:txBody>
        </p:sp>
      </p:grpSp>
      <p:grpSp>
        <p:nvGrpSpPr>
          <p:cNvPr id="1904" name="Group 11"/>
          <p:cNvGrpSpPr/>
          <p:nvPr/>
        </p:nvGrpSpPr>
        <p:grpSpPr>
          <a:xfrm>
            <a:off x="754200" y="2165040"/>
            <a:ext cx="3327120" cy="1273680"/>
            <a:chOff x="754200" y="2165040"/>
            <a:chExt cx="3327120" cy="1273680"/>
          </a:xfrm>
        </p:grpSpPr>
        <p:sp>
          <p:nvSpPr>
            <p:cNvPr id="1905" name="CustomShape 12"/>
            <p:cNvSpPr/>
            <p:nvPr/>
          </p:nvSpPr>
          <p:spPr>
            <a:xfrm>
              <a:off x="754200" y="2618280"/>
              <a:ext cx="3327120" cy="82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r"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and appeal to your Presentations. Get a modern PowerPoint  Presentation that is beautifully designed.  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1906" name="CustomShape 13"/>
            <p:cNvSpPr/>
            <p:nvPr/>
          </p:nvSpPr>
          <p:spPr>
            <a:xfrm>
              <a:off x="754200" y="2165040"/>
              <a:ext cx="3327120" cy="27216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r">
                <a:lnSpc>
                  <a:spcPct val="100000"/>
                </a:lnSpc>
              </a:pPr>
              <a:r>
                <a:rPr b="1" lang="en-US" sz="1200" spc="-1" strike="noStrike">
                  <a:solidFill>
                    <a:srgbClr val="ffffff"/>
                  </a:solidFill>
                  <a:latin typeface="Arial"/>
                  <a:ea typeface="Arial Unicode MS"/>
                </a:rPr>
                <a:t>Your Text  Here</a:t>
              </a:r>
              <a:endParaRPr b="0" lang="en-US" sz="1200" spc="-1" strike="noStrike">
                <a:latin typeface="Arial"/>
              </a:endParaRPr>
            </a:p>
          </p:txBody>
        </p:sp>
      </p:grpSp>
      <p:grpSp>
        <p:nvGrpSpPr>
          <p:cNvPr id="1907" name="Group 14"/>
          <p:cNvGrpSpPr/>
          <p:nvPr/>
        </p:nvGrpSpPr>
        <p:grpSpPr>
          <a:xfrm>
            <a:off x="754200" y="4487400"/>
            <a:ext cx="3327120" cy="1274760"/>
            <a:chOff x="754200" y="4487400"/>
            <a:chExt cx="3327120" cy="1274760"/>
          </a:xfrm>
        </p:grpSpPr>
        <p:sp>
          <p:nvSpPr>
            <p:cNvPr id="1908" name="CustomShape 15"/>
            <p:cNvSpPr/>
            <p:nvPr/>
          </p:nvSpPr>
          <p:spPr>
            <a:xfrm>
              <a:off x="754200" y="4941720"/>
              <a:ext cx="3327120" cy="82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r"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and appeal to your Presentations. Get a modern PowerPoint  Presentation that is beautifully designed.  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1909" name="CustomShape 16"/>
            <p:cNvSpPr/>
            <p:nvPr/>
          </p:nvSpPr>
          <p:spPr>
            <a:xfrm>
              <a:off x="754200" y="4487400"/>
              <a:ext cx="3327120" cy="27216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r">
                <a:lnSpc>
                  <a:spcPct val="100000"/>
                </a:lnSpc>
              </a:pPr>
              <a:r>
                <a:rPr b="1" lang="en-US" sz="1200" spc="-1" strike="noStrike">
                  <a:solidFill>
                    <a:srgbClr val="ffffff"/>
                  </a:solidFill>
                  <a:latin typeface="Arial"/>
                  <a:ea typeface="Arial Unicode MS"/>
                </a:rPr>
                <a:t>Your Text  Here</a:t>
              </a:r>
              <a:endParaRPr b="0" lang="en-US" sz="1200" spc="-1" strike="noStrike">
                <a:latin typeface="Arial"/>
              </a:endParaRPr>
            </a:p>
          </p:txBody>
        </p:sp>
      </p:grpSp>
      <p:pic>
        <p:nvPicPr>
          <p:cNvPr id="1910" name="" descr=""/>
          <p:cNvPicPr/>
          <p:nvPr/>
        </p:nvPicPr>
        <p:blipFill>
          <a:blip r:embed="rId2"/>
          <a:stretch/>
        </p:blipFill>
        <p:spPr>
          <a:xfrm>
            <a:off x="144720" y="147960"/>
            <a:ext cx="3374640" cy="690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1" name="TextShape 1"/>
          <p:cNvSpPr txBox="1"/>
          <p:nvPr/>
        </p:nvSpPr>
        <p:spPr>
          <a:xfrm>
            <a:off x="652320" y="619560"/>
            <a:ext cx="3224160" cy="2066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spcBef>
                <a:spcPts val="720"/>
              </a:spcBef>
              <a:tabLst>
                <a:tab algn="l" pos="0"/>
              </a:tabLst>
            </a:pPr>
            <a:r>
              <a:rPr b="0" lang="en-US" sz="3600" spc="-1" strike="noStrike">
                <a:solidFill>
                  <a:srgbClr val="404040"/>
                </a:solidFill>
                <a:latin typeface="Arial"/>
                <a:ea typeface="Arial Unicode MS"/>
              </a:rPr>
              <a:t>Columns Style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2" name="TextShape 2"/>
          <p:cNvSpPr txBox="1"/>
          <p:nvPr/>
        </p:nvSpPr>
        <p:spPr>
          <a:xfrm>
            <a:off x="652320" y="2687760"/>
            <a:ext cx="3224160" cy="761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spcBef>
                <a:spcPts val="281"/>
              </a:spcBef>
              <a:tabLst>
                <a:tab algn="l" pos="0"/>
              </a:tabLst>
            </a:pPr>
            <a:r>
              <a:rPr b="0" lang="en-US" sz="1400" spc="-1" strike="noStrike">
                <a:solidFill>
                  <a:srgbClr val="404040"/>
                </a:solidFill>
                <a:latin typeface="Arial"/>
                <a:ea typeface="Arial Unicode MS"/>
              </a:rPr>
              <a:t>Insert the title of your subtitle Here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913" name="Group 3"/>
          <p:cNvGrpSpPr/>
          <p:nvPr/>
        </p:nvGrpSpPr>
        <p:grpSpPr>
          <a:xfrm>
            <a:off x="4910040" y="1633680"/>
            <a:ext cx="7032960" cy="2649600"/>
            <a:chOff x="4910040" y="1633680"/>
            <a:chExt cx="7032960" cy="2649600"/>
          </a:xfrm>
        </p:grpSpPr>
        <p:sp>
          <p:nvSpPr>
            <p:cNvPr id="1914" name="CustomShape 4"/>
            <p:cNvSpPr/>
            <p:nvPr/>
          </p:nvSpPr>
          <p:spPr>
            <a:xfrm>
              <a:off x="4910040" y="2185200"/>
              <a:ext cx="7032960" cy="2098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and appeal to your Presentations. Easy to change colors, photos and Text.</a:t>
              </a:r>
              <a:endParaRPr b="0" lang="en-US" sz="1200" spc="-1" strike="noStrike"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and appeal to your Presentations. You can simply impress your audience and add a unique zing and appeal to your Presentations. Easy to change colors, photos and Text. You can simply impress your audience and add a unique zing and appeal to your Presentations. </a:t>
              </a:r>
              <a:endParaRPr b="0" lang="en-US" sz="1200" spc="-1" strike="noStrike">
                <a:latin typeface="Arial"/>
              </a:endParaRPr>
            </a:p>
            <a:p>
              <a:pPr>
                <a:lnSpc>
                  <a:spcPct val="100000"/>
                </a:lnSpc>
              </a:pPr>
              <a:endParaRPr b="0" lang="en-US" sz="1200" spc="-1" strike="noStrike"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and appeal to your Presentations.</a:t>
              </a:r>
              <a:endParaRPr b="0" lang="en-US" sz="1200" spc="-1" strike="noStrike">
                <a:latin typeface="Arial"/>
              </a:endParaRPr>
            </a:p>
            <a:p>
              <a:pPr>
                <a:lnSpc>
                  <a:spcPct val="100000"/>
                </a:lnSpc>
              </a:pPr>
              <a:endParaRPr b="0" lang="en-US" sz="1200" spc="-1" strike="noStrike"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Easy to change colors, photos and Text.</a:t>
              </a:r>
              <a:endParaRPr b="0" lang="en-US" sz="1200" spc="-1" strike="noStrike"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and appeal to your Presentations. 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1915" name="CustomShape 5"/>
            <p:cNvSpPr/>
            <p:nvPr/>
          </p:nvSpPr>
          <p:spPr>
            <a:xfrm>
              <a:off x="4910040" y="1633680"/>
              <a:ext cx="7032960" cy="302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ctr">
                <a:lnSpc>
                  <a:spcPct val="100000"/>
                </a:lnSpc>
              </a:pPr>
              <a:r>
                <a:rPr b="1" lang="en-US" sz="14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b="0" lang="en-US" sz="1400" spc="-1" strike="noStrike">
                <a:latin typeface="Arial"/>
              </a:endParaRPr>
            </a:p>
          </p:txBody>
        </p:sp>
      </p:grpSp>
      <p:pic>
        <p:nvPicPr>
          <p:cNvPr id="1916" name="" descr=""/>
          <p:cNvPicPr/>
          <p:nvPr/>
        </p:nvPicPr>
        <p:blipFill>
          <a:blip r:embed="rId1"/>
          <a:stretch/>
        </p:blipFill>
        <p:spPr>
          <a:xfrm>
            <a:off x="144720" y="147960"/>
            <a:ext cx="3374640" cy="690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7" name="TextShape 1"/>
          <p:cNvSpPr txBox="1"/>
          <p:nvPr/>
        </p:nvSpPr>
        <p:spPr>
          <a:xfrm>
            <a:off x="652320" y="619560"/>
            <a:ext cx="3224160" cy="2066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spcBef>
                <a:spcPts val="720"/>
              </a:spcBef>
              <a:tabLst>
                <a:tab algn="l" pos="0"/>
              </a:tabLst>
            </a:pPr>
            <a:r>
              <a:rPr b="0" lang="en-US" sz="3600" spc="-1" strike="noStrike">
                <a:solidFill>
                  <a:srgbClr val="404040"/>
                </a:solidFill>
                <a:latin typeface="Arial"/>
                <a:ea typeface="Arial Unicode MS"/>
              </a:rPr>
              <a:t>Columns Style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8" name="TextShape 2"/>
          <p:cNvSpPr txBox="1"/>
          <p:nvPr/>
        </p:nvSpPr>
        <p:spPr>
          <a:xfrm>
            <a:off x="652320" y="2687760"/>
            <a:ext cx="3224160" cy="761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spcBef>
                <a:spcPts val="281"/>
              </a:spcBef>
              <a:tabLst>
                <a:tab algn="l" pos="0"/>
              </a:tabLst>
            </a:pPr>
            <a:r>
              <a:rPr b="0" lang="en-US" sz="1400" spc="-1" strike="noStrike">
                <a:solidFill>
                  <a:srgbClr val="404040"/>
                </a:solidFill>
                <a:latin typeface="Arial"/>
                <a:ea typeface="Arial Unicode MS"/>
              </a:rPr>
              <a:t>Insert the title of your subtitle Here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919" name="Group 3"/>
          <p:cNvGrpSpPr/>
          <p:nvPr/>
        </p:nvGrpSpPr>
        <p:grpSpPr>
          <a:xfrm>
            <a:off x="4909680" y="1633680"/>
            <a:ext cx="3153240" cy="2467080"/>
            <a:chOff x="4909680" y="1633680"/>
            <a:chExt cx="3153240" cy="2467080"/>
          </a:xfrm>
        </p:grpSpPr>
        <p:sp>
          <p:nvSpPr>
            <p:cNvPr id="1920" name="CustomShape 4"/>
            <p:cNvSpPr/>
            <p:nvPr/>
          </p:nvSpPr>
          <p:spPr>
            <a:xfrm>
              <a:off x="4909680" y="2185200"/>
              <a:ext cx="3153240" cy="1915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and appeal to your Presentations. Easy to change colors, photos and Text. You can simply impress your audience and add a unique zing and appeal to your Presentations. </a:t>
              </a:r>
              <a:endParaRPr b="0" lang="en-US" sz="1200" spc="-1" strike="noStrike">
                <a:latin typeface="Arial"/>
              </a:endParaRPr>
            </a:p>
            <a:p>
              <a:pPr>
                <a:lnSpc>
                  <a:spcPct val="100000"/>
                </a:lnSpc>
              </a:pPr>
              <a:endParaRPr b="0" lang="en-US" sz="1200" spc="-1" strike="noStrike"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and appeal to your Presentations.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1921" name="CustomShape 5"/>
            <p:cNvSpPr/>
            <p:nvPr/>
          </p:nvSpPr>
          <p:spPr>
            <a:xfrm>
              <a:off x="4909680" y="1633680"/>
              <a:ext cx="3153240" cy="302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ctr">
                <a:lnSpc>
                  <a:spcPct val="100000"/>
                </a:lnSpc>
              </a:pPr>
              <a:r>
                <a:rPr b="1" lang="en-US" sz="14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b="0" lang="en-US" sz="1400" spc="-1" strike="noStrike">
                <a:latin typeface="Arial"/>
              </a:endParaRPr>
            </a:p>
          </p:txBody>
        </p:sp>
      </p:grpSp>
      <p:grpSp>
        <p:nvGrpSpPr>
          <p:cNvPr id="1922" name="Group 6"/>
          <p:cNvGrpSpPr/>
          <p:nvPr/>
        </p:nvGrpSpPr>
        <p:grpSpPr>
          <a:xfrm>
            <a:off x="8566920" y="1633680"/>
            <a:ext cx="3153240" cy="2467080"/>
            <a:chOff x="8566920" y="1633680"/>
            <a:chExt cx="3153240" cy="2467080"/>
          </a:xfrm>
        </p:grpSpPr>
        <p:sp>
          <p:nvSpPr>
            <p:cNvPr id="1923" name="CustomShape 7"/>
            <p:cNvSpPr/>
            <p:nvPr/>
          </p:nvSpPr>
          <p:spPr>
            <a:xfrm>
              <a:off x="8566920" y="2185200"/>
              <a:ext cx="3153240" cy="1915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and appeal to your Presentations. Easy to change colors, photos and Text. You can simply impress your audience and add a unique zing and appeal to your Presentations. </a:t>
              </a:r>
              <a:endParaRPr b="0" lang="en-US" sz="1200" spc="-1" strike="noStrike">
                <a:latin typeface="Arial"/>
              </a:endParaRPr>
            </a:p>
            <a:p>
              <a:pPr>
                <a:lnSpc>
                  <a:spcPct val="100000"/>
                </a:lnSpc>
              </a:pPr>
              <a:endParaRPr b="0" lang="en-US" sz="1200" spc="-1" strike="noStrike"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b="0" lang="en-US" sz="12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 can simply impress your audience and add a unique zing and appeal to your Presentations.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1924" name="CustomShape 8"/>
            <p:cNvSpPr/>
            <p:nvPr/>
          </p:nvSpPr>
          <p:spPr>
            <a:xfrm>
              <a:off x="8566920" y="1633680"/>
              <a:ext cx="3153240" cy="302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>
              <a:spAutoFit/>
            </a:bodyPr>
            <a:p>
              <a:pPr algn="ctr">
                <a:lnSpc>
                  <a:spcPct val="100000"/>
                </a:lnSpc>
              </a:pPr>
              <a:r>
                <a:rPr b="1" lang="en-US" sz="1400" spc="-1" strike="noStrike">
                  <a:solidFill>
                    <a:srgbClr val="404040"/>
                  </a:solidFill>
                  <a:latin typeface="Arial"/>
                  <a:ea typeface="Arial Unicode MS"/>
                </a:rPr>
                <a:t>Your Text  Here</a:t>
              </a:r>
              <a:endParaRPr b="0" lang="en-US" sz="1400" spc="-1" strike="noStrike">
                <a:latin typeface="Arial"/>
              </a:endParaRPr>
            </a:p>
          </p:txBody>
        </p:sp>
      </p:grpSp>
      <p:pic>
        <p:nvPicPr>
          <p:cNvPr id="1925" name="" descr=""/>
          <p:cNvPicPr/>
          <p:nvPr/>
        </p:nvPicPr>
        <p:blipFill>
          <a:blip r:embed="rId1"/>
          <a:stretch/>
        </p:blipFill>
        <p:spPr>
          <a:xfrm>
            <a:off x="144720" y="147960"/>
            <a:ext cx="3374640" cy="690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6" name="TextShape 1"/>
          <p:cNvSpPr txBox="1"/>
          <p:nvPr/>
        </p:nvSpPr>
        <p:spPr>
          <a:xfrm>
            <a:off x="0" y="4645800"/>
            <a:ext cx="12801240" cy="869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720"/>
              </a:spcBef>
              <a:tabLst>
                <a:tab algn="l" pos="0"/>
              </a:tabLst>
            </a:pPr>
            <a:r>
              <a:rPr b="1" lang="en-US" sz="3600" spc="-1" strike="noStrike">
                <a:solidFill>
                  <a:srgbClr val="404040"/>
                </a:solidFill>
                <a:latin typeface="Arial"/>
                <a:ea typeface="맑은 고딕"/>
              </a:rPr>
              <a:t>Thank you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7" name="TextShape 2"/>
          <p:cNvSpPr txBox="1"/>
          <p:nvPr/>
        </p:nvSpPr>
        <p:spPr>
          <a:xfrm>
            <a:off x="0" y="5625000"/>
            <a:ext cx="12801240" cy="434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281"/>
              </a:spcBef>
              <a:tabLst>
                <a:tab algn="l" pos="0"/>
              </a:tabLst>
            </a:pPr>
            <a:r>
              <a:rPr b="0" lang="en-US" sz="1400" spc="-1" strike="noStrike">
                <a:solidFill>
                  <a:srgbClr val="404040"/>
                </a:solidFill>
                <a:latin typeface="Arial"/>
                <a:ea typeface="맑은 고딕"/>
              </a:rPr>
              <a:t>Insert the title of your subtitle Here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28" name="" descr=""/>
          <p:cNvPicPr/>
          <p:nvPr/>
        </p:nvPicPr>
        <p:blipFill>
          <a:blip r:embed="rId1"/>
          <a:stretch/>
        </p:blipFill>
        <p:spPr>
          <a:xfrm>
            <a:off x="144720" y="147960"/>
            <a:ext cx="3374640" cy="690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9" name="TextShape 1"/>
          <p:cNvSpPr txBox="1"/>
          <p:nvPr/>
        </p:nvSpPr>
        <p:spPr>
          <a:xfrm>
            <a:off x="337680" y="137880"/>
            <a:ext cx="12151080" cy="820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811"/>
              </a:spcBef>
              <a:tabLst>
                <a:tab algn="l" pos="0"/>
              </a:tabLst>
            </a:pPr>
            <a:r>
              <a:rPr b="0" lang="en-US" sz="4050" spc="-1" strike="noStrike">
                <a:solidFill>
                  <a:srgbClr val="262626"/>
                </a:solidFill>
                <a:latin typeface="Arial"/>
                <a:ea typeface="Arial Unicode MS"/>
              </a:rPr>
              <a:t>Fully Editable Shapes</a:t>
            </a:r>
            <a:endParaRPr b="0" lang="en-US" sz="405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930" name="Group 2"/>
          <p:cNvGrpSpPr/>
          <p:nvPr/>
        </p:nvGrpSpPr>
        <p:grpSpPr>
          <a:xfrm>
            <a:off x="336960" y="4005360"/>
            <a:ext cx="4892760" cy="3381120"/>
            <a:chOff x="336960" y="4005360"/>
            <a:chExt cx="4892760" cy="3381120"/>
          </a:xfrm>
        </p:grpSpPr>
        <p:sp>
          <p:nvSpPr>
            <p:cNvPr id="1931" name="CustomShape 3"/>
            <p:cNvSpPr/>
            <p:nvPr/>
          </p:nvSpPr>
          <p:spPr>
            <a:xfrm>
              <a:off x="1976040" y="4657320"/>
              <a:ext cx="833400" cy="89784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932" name="CustomShape 4"/>
            <p:cNvSpPr/>
            <p:nvPr/>
          </p:nvSpPr>
          <p:spPr>
            <a:xfrm>
              <a:off x="1798560" y="5075640"/>
              <a:ext cx="428040" cy="460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933" name="CustomShape 5"/>
            <p:cNvSpPr/>
            <p:nvPr/>
          </p:nvSpPr>
          <p:spPr>
            <a:xfrm>
              <a:off x="1280520" y="5387040"/>
              <a:ext cx="1036800" cy="11185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934" name="CustomShape 6"/>
            <p:cNvSpPr/>
            <p:nvPr/>
          </p:nvSpPr>
          <p:spPr>
            <a:xfrm>
              <a:off x="759240" y="5551560"/>
              <a:ext cx="1036440" cy="1119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935" name="CustomShape 7"/>
            <p:cNvSpPr/>
            <p:nvPr/>
          </p:nvSpPr>
          <p:spPr>
            <a:xfrm>
              <a:off x="336960" y="6136560"/>
              <a:ext cx="682560" cy="7369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936" name="CustomShape 8"/>
            <p:cNvSpPr/>
            <p:nvPr/>
          </p:nvSpPr>
          <p:spPr>
            <a:xfrm>
              <a:off x="872280" y="6401520"/>
              <a:ext cx="683280" cy="7369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937" name="CustomShape 9"/>
            <p:cNvSpPr/>
            <p:nvPr/>
          </p:nvSpPr>
          <p:spPr>
            <a:xfrm>
              <a:off x="1348200" y="5654520"/>
              <a:ext cx="1604880" cy="173196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938" name="CustomShape 10"/>
            <p:cNvSpPr/>
            <p:nvPr/>
          </p:nvSpPr>
          <p:spPr>
            <a:xfrm>
              <a:off x="2599560" y="6602040"/>
              <a:ext cx="682200" cy="7369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939" name="CustomShape 11"/>
            <p:cNvSpPr/>
            <p:nvPr/>
          </p:nvSpPr>
          <p:spPr>
            <a:xfrm>
              <a:off x="3168360" y="6573960"/>
              <a:ext cx="682560" cy="7369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940" name="CustomShape 12"/>
            <p:cNvSpPr/>
            <p:nvPr/>
          </p:nvSpPr>
          <p:spPr>
            <a:xfrm>
              <a:off x="3501000" y="6070320"/>
              <a:ext cx="1186560" cy="12808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941" name="CustomShape 13"/>
            <p:cNvSpPr/>
            <p:nvPr/>
          </p:nvSpPr>
          <p:spPr>
            <a:xfrm>
              <a:off x="4374000" y="6337080"/>
              <a:ext cx="681840" cy="7372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942" name="CustomShape 14"/>
            <p:cNvSpPr/>
            <p:nvPr/>
          </p:nvSpPr>
          <p:spPr>
            <a:xfrm>
              <a:off x="4043160" y="5394960"/>
              <a:ext cx="1186560" cy="127944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943" name="CustomShape 15"/>
            <p:cNvSpPr/>
            <p:nvPr/>
          </p:nvSpPr>
          <p:spPr>
            <a:xfrm>
              <a:off x="2340000" y="4599720"/>
              <a:ext cx="904680" cy="9766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944" name="CustomShape 16"/>
            <p:cNvSpPr/>
            <p:nvPr/>
          </p:nvSpPr>
          <p:spPr>
            <a:xfrm>
              <a:off x="2774160" y="4855680"/>
              <a:ext cx="904680" cy="97704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945" name="CustomShape 17"/>
            <p:cNvSpPr/>
            <p:nvPr/>
          </p:nvSpPr>
          <p:spPr>
            <a:xfrm>
              <a:off x="3422880" y="5167080"/>
              <a:ext cx="609480" cy="6577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946" name="CustomShape 18"/>
            <p:cNvSpPr/>
            <p:nvPr/>
          </p:nvSpPr>
          <p:spPr>
            <a:xfrm>
              <a:off x="3575880" y="5456160"/>
              <a:ext cx="905400" cy="977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947" name="CustomShape 19"/>
            <p:cNvSpPr/>
            <p:nvPr/>
          </p:nvSpPr>
          <p:spPr>
            <a:xfrm>
              <a:off x="1946880" y="5059800"/>
              <a:ext cx="1860480" cy="2007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948" name="CustomShape 20"/>
            <p:cNvSpPr/>
            <p:nvPr/>
          </p:nvSpPr>
          <p:spPr>
            <a:xfrm>
              <a:off x="2395080" y="4005360"/>
              <a:ext cx="530280" cy="1142640"/>
            </a:xfrm>
            <a:prstGeom prst="trapezoid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1949" name="Group 21"/>
          <p:cNvGrpSpPr/>
          <p:nvPr/>
        </p:nvGrpSpPr>
        <p:grpSpPr>
          <a:xfrm>
            <a:off x="2139120" y="2170800"/>
            <a:ext cx="1096200" cy="2275920"/>
            <a:chOff x="2139120" y="2170800"/>
            <a:chExt cx="1096200" cy="2275920"/>
          </a:xfrm>
        </p:grpSpPr>
        <p:grpSp>
          <p:nvGrpSpPr>
            <p:cNvPr id="1950" name="Group 22"/>
            <p:cNvGrpSpPr/>
            <p:nvPr/>
          </p:nvGrpSpPr>
          <p:grpSpPr>
            <a:xfrm>
              <a:off x="2261880" y="2170800"/>
              <a:ext cx="842400" cy="1928880"/>
              <a:chOff x="2261880" y="2170800"/>
              <a:chExt cx="842400" cy="1928880"/>
            </a:xfrm>
          </p:grpSpPr>
          <p:sp>
            <p:nvSpPr>
              <p:cNvPr id="1951" name="CustomShape 23"/>
              <p:cNvSpPr/>
              <p:nvPr/>
            </p:nvSpPr>
            <p:spPr>
              <a:xfrm>
                <a:off x="2261880" y="2176200"/>
                <a:ext cx="842400" cy="1923480"/>
              </a:xfrm>
              <a:custGeom>
                <a:avLst/>
                <a:gdLst/>
                <a:ahLst/>
                <a:rect l="l" t="t" r="r" b="b"/>
                <a:pathLst>
                  <a:path w="495969" h="1049255">
                    <a:moveTo>
                      <a:pt x="95257" y="1049255"/>
                    </a:moveTo>
                    <a:cubicBezTo>
                      <a:pt x="6676" y="723357"/>
                      <a:pt x="-121664" y="317947"/>
                      <a:pt x="250929" y="0"/>
                    </a:cubicBezTo>
                    <a:cubicBezTo>
                      <a:pt x="612920" y="328549"/>
                      <a:pt x="489882" y="781667"/>
                      <a:pt x="406601" y="1049255"/>
                    </a:cubicBezTo>
                    <a:lnTo>
                      <a:pt x="95257" y="1049255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952" name="CustomShape 24"/>
              <p:cNvSpPr/>
              <p:nvPr/>
            </p:nvSpPr>
            <p:spPr>
              <a:xfrm>
                <a:off x="2383920" y="3930120"/>
                <a:ext cx="617040" cy="169560"/>
              </a:xfrm>
              <a:custGeom>
                <a:avLst/>
                <a:gdLst/>
                <a:ahLst/>
                <a:rect l="l" t="t" r="r" b="b"/>
                <a:pathLst>
                  <a:path w="364003" h="92935">
                    <a:moveTo>
                      <a:pt x="0" y="0"/>
                    </a:moveTo>
                    <a:lnTo>
                      <a:pt x="364003" y="0"/>
                    </a:lnTo>
                    <a:lnTo>
                      <a:pt x="336518" y="92935"/>
                    </a:lnTo>
                    <a:lnTo>
                      <a:pt x="25174" y="92935"/>
                    </a:ln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953" name="CustomShape 25"/>
              <p:cNvSpPr/>
              <p:nvPr/>
            </p:nvSpPr>
            <p:spPr>
              <a:xfrm>
                <a:off x="2306160" y="2170800"/>
                <a:ext cx="753120" cy="641520"/>
              </a:xfrm>
              <a:custGeom>
                <a:avLst/>
                <a:gdLst/>
                <a:ahLst/>
                <a:rect l="l" t="t" r="r" b="b"/>
                <a:pathLst>
                  <a:path w="444279" h="350537">
                    <a:moveTo>
                      <a:pt x="227272" y="0"/>
                    </a:moveTo>
                    <a:cubicBezTo>
                      <a:pt x="340394" y="102672"/>
                      <a:pt x="406151" y="217508"/>
                      <a:pt x="440556" y="335046"/>
                    </a:cubicBezTo>
                    <a:lnTo>
                      <a:pt x="444279" y="350537"/>
                    </a:lnTo>
                    <a:lnTo>
                      <a:pt x="0" y="350537"/>
                    </a:lnTo>
                    <a:lnTo>
                      <a:pt x="8223" y="318604"/>
                    </a:lnTo>
                    <a:cubicBezTo>
                      <a:pt x="43321" y="207258"/>
                      <a:pt x="110837" y="99358"/>
                      <a:pt x="22727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sp>
          <p:nvSpPr>
            <p:cNvPr id="1954" name="CustomShape 26"/>
            <p:cNvSpPr/>
            <p:nvPr/>
          </p:nvSpPr>
          <p:spPr>
            <a:xfrm>
              <a:off x="2531880" y="2973960"/>
              <a:ext cx="304200" cy="33012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955" name="CustomShape 27"/>
            <p:cNvSpPr/>
            <p:nvPr/>
          </p:nvSpPr>
          <p:spPr>
            <a:xfrm flipH="1">
              <a:off x="2665800" y="3630600"/>
              <a:ext cx="35280" cy="79092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956" name="CustomShape 28"/>
            <p:cNvSpPr/>
            <p:nvPr/>
          </p:nvSpPr>
          <p:spPr>
            <a:xfrm>
              <a:off x="2139120" y="3615840"/>
              <a:ext cx="243720" cy="830880"/>
            </a:xfrm>
            <a:custGeom>
              <a:avLst/>
              <a:gdLst/>
              <a:ahLst/>
              <a:rect l="l" t="t" r="r" b="b"/>
              <a:pathLst>
                <a:path w="143653" h="453224">
                  <a:moveTo>
                    <a:pt x="98595" y="0"/>
                  </a:moveTo>
                  <a:lnTo>
                    <a:pt x="143653" y="145774"/>
                  </a:lnTo>
                  <a:cubicBezTo>
                    <a:pt x="38518" y="232356"/>
                    <a:pt x="50005" y="387847"/>
                    <a:pt x="27034" y="453224"/>
                  </a:cubicBezTo>
                  <a:cubicBezTo>
                    <a:pt x="5831" y="365759"/>
                    <a:pt x="-47179" y="100716"/>
                    <a:pt x="98595" y="0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957" name="CustomShape 29"/>
            <p:cNvSpPr/>
            <p:nvPr/>
          </p:nvSpPr>
          <p:spPr>
            <a:xfrm flipH="1">
              <a:off x="2991960" y="3615840"/>
              <a:ext cx="243000" cy="830880"/>
            </a:xfrm>
            <a:custGeom>
              <a:avLst/>
              <a:gdLst/>
              <a:ahLst/>
              <a:rect l="l" t="t" r="r" b="b"/>
              <a:pathLst>
                <a:path w="143653" h="453224">
                  <a:moveTo>
                    <a:pt x="98595" y="0"/>
                  </a:moveTo>
                  <a:lnTo>
                    <a:pt x="143653" y="145774"/>
                  </a:lnTo>
                  <a:cubicBezTo>
                    <a:pt x="38518" y="232356"/>
                    <a:pt x="50005" y="387847"/>
                    <a:pt x="27034" y="453224"/>
                  </a:cubicBezTo>
                  <a:cubicBezTo>
                    <a:pt x="5831" y="365759"/>
                    <a:pt x="-47179" y="100716"/>
                    <a:pt x="98595" y="0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1958" name="Group 30"/>
          <p:cNvGrpSpPr/>
          <p:nvPr/>
        </p:nvGrpSpPr>
        <p:grpSpPr>
          <a:xfrm>
            <a:off x="7639200" y="3086640"/>
            <a:ext cx="4978080" cy="4270680"/>
            <a:chOff x="7639200" y="3086640"/>
            <a:chExt cx="4978080" cy="4270680"/>
          </a:xfrm>
        </p:grpSpPr>
        <p:grpSp>
          <p:nvGrpSpPr>
            <p:cNvPr id="1959" name="Group 31"/>
            <p:cNvGrpSpPr/>
            <p:nvPr/>
          </p:nvGrpSpPr>
          <p:grpSpPr>
            <a:xfrm>
              <a:off x="7639200" y="3907080"/>
              <a:ext cx="3551040" cy="3450240"/>
              <a:chOff x="7639200" y="3907080"/>
              <a:chExt cx="3551040" cy="3450240"/>
            </a:xfrm>
          </p:grpSpPr>
          <p:sp>
            <p:nvSpPr>
              <p:cNvPr id="1960" name="CustomShape 32"/>
              <p:cNvSpPr/>
              <p:nvPr/>
            </p:nvSpPr>
            <p:spPr>
              <a:xfrm>
                <a:off x="7639200" y="3907080"/>
                <a:ext cx="114480" cy="3190320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961" name="CustomShape 33"/>
              <p:cNvSpPr/>
              <p:nvPr/>
            </p:nvSpPr>
            <p:spPr>
              <a:xfrm>
                <a:off x="7639200" y="6837120"/>
                <a:ext cx="481320" cy="519840"/>
              </a:xfrm>
              <a:prstGeom prst="blockArc">
                <a:avLst>
                  <a:gd name="adj1" fmla="val 5431834"/>
                  <a:gd name="adj2" fmla="val 10817112"/>
                  <a:gd name="adj3" fmla="val 24281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962" name="CustomShape 34"/>
              <p:cNvSpPr/>
              <p:nvPr/>
            </p:nvSpPr>
            <p:spPr>
              <a:xfrm>
                <a:off x="7875000" y="7232760"/>
                <a:ext cx="3107880" cy="124200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963" name="CustomShape 35"/>
              <p:cNvSpPr/>
              <p:nvPr/>
            </p:nvSpPr>
            <p:spPr>
              <a:xfrm rot="16200000">
                <a:off x="10689840" y="6856920"/>
                <a:ext cx="519480" cy="480960"/>
              </a:xfrm>
              <a:prstGeom prst="blockArc">
                <a:avLst>
                  <a:gd name="adj1" fmla="val 5431834"/>
                  <a:gd name="adj2" fmla="val 10817112"/>
                  <a:gd name="adj3" fmla="val 24281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964" name="CustomShape 36"/>
              <p:cNvSpPr/>
              <p:nvPr/>
            </p:nvSpPr>
            <p:spPr>
              <a:xfrm>
                <a:off x="11075400" y="6450120"/>
                <a:ext cx="114840" cy="661320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grpSp>
          <p:nvGrpSpPr>
            <p:cNvPr id="1965" name="Group 37"/>
            <p:cNvGrpSpPr/>
            <p:nvPr/>
          </p:nvGrpSpPr>
          <p:grpSpPr>
            <a:xfrm>
              <a:off x="9678960" y="3086640"/>
              <a:ext cx="2938320" cy="3367800"/>
              <a:chOff x="9678960" y="3086640"/>
              <a:chExt cx="2938320" cy="3367800"/>
            </a:xfrm>
          </p:grpSpPr>
          <p:sp>
            <p:nvSpPr>
              <p:cNvPr id="1966" name="CustomShape 38"/>
              <p:cNvSpPr/>
              <p:nvPr/>
            </p:nvSpPr>
            <p:spPr>
              <a:xfrm rot="8100000">
                <a:off x="10205280" y="3796560"/>
                <a:ext cx="1776240" cy="1772280"/>
              </a:xfrm>
              <a:custGeom>
                <a:avLst/>
                <a:gdLst/>
                <a:ahLst/>
                <a:rect l="l" t="t" r="r" b="b"/>
                <a:pathLst>
                  <a:path w="2192670" h="2192671">
                    <a:moveTo>
                      <a:pt x="293361" y="1899310"/>
                    </a:moveTo>
                    <a:cubicBezTo>
                      <a:pt x="112107" y="1718057"/>
                      <a:pt x="0" y="1467657"/>
                      <a:pt x="0" y="1191074"/>
                    </a:cubicBezTo>
                    <a:cubicBezTo>
                      <a:pt x="0" y="637907"/>
                      <a:pt x="448430" y="189477"/>
                      <a:pt x="1001597" y="189477"/>
                    </a:cubicBezTo>
                    <a:lnTo>
                      <a:pt x="1341342" y="189477"/>
                    </a:lnTo>
                    <a:lnTo>
                      <a:pt x="1530818" y="0"/>
                    </a:lnTo>
                    <a:cubicBezTo>
                      <a:pt x="1606970" y="-76151"/>
                      <a:pt x="1730435" y="-76151"/>
                      <a:pt x="1806586" y="0"/>
                    </a:cubicBezTo>
                    <a:lnTo>
                      <a:pt x="1996062" y="189477"/>
                    </a:lnTo>
                    <a:lnTo>
                      <a:pt x="2003194" y="189477"/>
                    </a:lnTo>
                    <a:lnTo>
                      <a:pt x="2003194" y="196609"/>
                    </a:lnTo>
                    <a:lnTo>
                      <a:pt x="2192670" y="386085"/>
                    </a:lnTo>
                    <a:cubicBezTo>
                      <a:pt x="2268822" y="462236"/>
                      <a:pt x="2268822" y="585701"/>
                      <a:pt x="2192670" y="661852"/>
                    </a:cubicBezTo>
                    <a:lnTo>
                      <a:pt x="2003193" y="851329"/>
                    </a:lnTo>
                    <a:cubicBezTo>
                      <a:pt x="2003193" y="964577"/>
                      <a:pt x="2003194" y="1077826"/>
                      <a:pt x="2003194" y="1191074"/>
                    </a:cubicBezTo>
                    <a:cubicBezTo>
                      <a:pt x="2003194" y="1744241"/>
                      <a:pt x="1554764" y="2192671"/>
                      <a:pt x="1001597" y="2192671"/>
                    </a:cubicBezTo>
                    <a:cubicBezTo>
                      <a:pt x="725014" y="2192671"/>
                      <a:pt x="474614" y="2080563"/>
                      <a:pt x="293361" y="1899310"/>
                    </a:cubicBezTo>
                    <a:close/>
                  </a:path>
                </a:pathLst>
              </a:custGeom>
              <a:solidFill>
                <a:schemeClr val="bg1"/>
              </a:solidFill>
              <a:ln w="69850">
                <a:solidFill>
                  <a:schemeClr val="tx1">
                    <a:lumMod val="75000"/>
                    <a:lumOff val="25000"/>
                  </a:schemeClr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967" name="CustomShape 39"/>
              <p:cNvSpPr/>
              <p:nvPr/>
            </p:nvSpPr>
            <p:spPr>
              <a:xfrm>
                <a:off x="10803240" y="5834520"/>
                <a:ext cx="672480" cy="150120"/>
              </a:xfrm>
              <a:prstGeom prst="roundRect">
                <a:avLst>
                  <a:gd name="adj" fmla="val 50000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968" name="CustomShape 40"/>
              <p:cNvSpPr/>
              <p:nvPr/>
            </p:nvSpPr>
            <p:spPr>
              <a:xfrm>
                <a:off x="10831680" y="6068880"/>
                <a:ext cx="615600" cy="150480"/>
              </a:xfrm>
              <a:prstGeom prst="roundRect">
                <a:avLst>
                  <a:gd name="adj" fmla="val 50000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969" name="CustomShape 41"/>
              <p:cNvSpPr/>
              <p:nvPr/>
            </p:nvSpPr>
            <p:spPr>
              <a:xfrm>
                <a:off x="10887480" y="6303960"/>
                <a:ext cx="504360" cy="150480"/>
              </a:xfrm>
              <a:prstGeom prst="roundRect">
                <a:avLst>
                  <a:gd name="adj" fmla="val 50000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970" name="CustomShape 42"/>
              <p:cNvSpPr/>
              <p:nvPr/>
            </p:nvSpPr>
            <p:spPr>
              <a:xfrm rot="2700000">
                <a:off x="12050280" y="3493440"/>
                <a:ext cx="159480" cy="397080"/>
              </a:xfrm>
              <a:prstGeom prst="roundRect">
                <a:avLst>
                  <a:gd name="adj" fmla="val 50000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971" name="CustomShape 43"/>
              <p:cNvSpPr/>
              <p:nvPr/>
            </p:nvSpPr>
            <p:spPr>
              <a:xfrm flipH="1" rot="18900000">
                <a:off x="10058760" y="3493800"/>
                <a:ext cx="159480" cy="396360"/>
              </a:xfrm>
              <a:prstGeom prst="roundRect">
                <a:avLst>
                  <a:gd name="adj" fmla="val 50000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972" name="CustomShape 44"/>
              <p:cNvSpPr/>
              <p:nvPr/>
            </p:nvSpPr>
            <p:spPr>
              <a:xfrm>
                <a:off x="11071800" y="3086640"/>
                <a:ext cx="153000" cy="413640"/>
              </a:xfrm>
              <a:prstGeom prst="roundRect">
                <a:avLst>
                  <a:gd name="adj" fmla="val 50000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973" name="CustomShape 45"/>
              <p:cNvSpPr/>
              <p:nvPr/>
            </p:nvSpPr>
            <p:spPr>
              <a:xfrm rot="5400000">
                <a:off x="12343320" y="4325400"/>
                <a:ext cx="165240" cy="382320"/>
              </a:xfrm>
              <a:prstGeom prst="roundRect">
                <a:avLst>
                  <a:gd name="adj" fmla="val 50000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974" name="CustomShape 46"/>
              <p:cNvSpPr/>
              <p:nvPr/>
            </p:nvSpPr>
            <p:spPr>
              <a:xfrm flipH="1" rot="16200000">
                <a:off x="9788400" y="4324320"/>
                <a:ext cx="165240" cy="384480"/>
              </a:xfrm>
              <a:prstGeom prst="roundRect">
                <a:avLst>
                  <a:gd name="adj" fmla="val 50000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grpSp>
          <p:nvGrpSpPr>
            <p:cNvPr id="1975" name="Group 47"/>
            <p:cNvGrpSpPr/>
            <p:nvPr/>
          </p:nvGrpSpPr>
          <p:grpSpPr>
            <a:xfrm>
              <a:off x="10668240" y="3831840"/>
              <a:ext cx="721080" cy="1659600"/>
              <a:chOff x="10668240" y="3831840"/>
              <a:chExt cx="721080" cy="1659600"/>
            </a:xfrm>
          </p:grpSpPr>
          <p:grpSp>
            <p:nvGrpSpPr>
              <p:cNvPr id="1976" name="Group 48"/>
              <p:cNvGrpSpPr/>
              <p:nvPr/>
            </p:nvGrpSpPr>
            <p:grpSpPr>
              <a:xfrm>
                <a:off x="10880280" y="3831840"/>
                <a:ext cx="502560" cy="1011600"/>
                <a:chOff x="10880280" y="3831840"/>
                <a:chExt cx="502560" cy="1011600"/>
              </a:xfrm>
            </p:grpSpPr>
            <p:sp>
              <p:nvSpPr>
                <p:cNvPr id="1977" name="CustomShape 49"/>
                <p:cNvSpPr/>
                <p:nvPr/>
              </p:nvSpPr>
              <p:spPr>
                <a:xfrm>
                  <a:off x="10880280" y="4005000"/>
                  <a:ext cx="502560" cy="838440"/>
                </a:xfrm>
                <a:custGeom>
                  <a:avLst/>
                  <a:gdLst/>
                  <a:ahLst/>
                  <a:rect l="l" t="t" r="r" b="b"/>
                  <a:pathLst>
                    <a:path w="726841" h="1121399">
                      <a:moveTo>
                        <a:pt x="236325" y="1049494"/>
                      </a:moveTo>
                      <a:lnTo>
                        <a:pt x="495287" y="1049494"/>
                      </a:lnTo>
                      <a:cubicBezTo>
                        <a:pt x="491080" y="1064561"/>
                        <a:pt x="487966" y="1079199"/>
                        <a:pt x="485273" y="1093187"/>
                      </a:cubicBezTo>
                      <a:lnTo>
                        <a:pt x="245258" y="1092728"/>
                      </a:lnTo>
                      <a:close/>
                      <a:moveTo>
                        <a:pt x="363421" y="203844"/>
                      </a:moveTo>
                      <a:cubicBezTo>
                        <a:pt x="401307" y="203844"/>
                        <a:pt x="432020" y="234557"/>
                        <a:pt x="432020" y="272443"/>
                      </a:cubicBezTo>
                      <a:cubicBezTo>
                        <a:pt x="432020" y="310329"/>
                        <a:pt x="401307" y="341042"/>
                        <a:pt x="363421" y="341042"/>
                      </a:cubicBezTo>
                      <a:cubicBezTo>
                        <a:pt x="325534" y="341042"/>
                        <a:pt x="294821" y="310329"/>
                        <a:pt x="294821" y="272443"/>
                      </a:cubicBezTo>
                      <a:cubicBezTo>
                        <a:pt x="294821" y="234557"/>
                        <a:pt x="325534" y="203844"/>
                        <a:pt x="363421" y="203844"/>
                      </a:cubicBezTo>
                      <a:close/>
                      <a:moveTo>
                        <a:pt x="363421" y="135244"/>
                      </a:moveTo>
                      <a:cubicBezTo>
                        <a:pt x="287648" y="135244"/>
                        <a:pt x="226222" y="196671"/>
                        <a:pt x="226222" y="272443"/>
                      </a:cubicBezTo>
                      <a:cubicBezTo>
                        <a:pt x="226222" y="348216"/>
                        <a:pt x="287648" y="409642"/>
                        <a:pt x="363421" y="409642"/>
                      </a:cubicBezTo>
                      <a:cubicBezTo>
                        <a:pt x="439193" y="409642"/>
                        <a:pt x="500619" y="348216"/>
                        <a:pt x="500619" y="272443"/>
                      </a:cubicBezTo>
                      <a:cubicBezTo>
                        <a:pt x="500619" y="196671"/>
                        <a:pt x="439193" y="135244"/>
                        <a:pt x="363421" y="135244"/>
                      </a:cubicBezTo>
                      <a:close/>
                      <a:moveTo>
                        <a:pt x="196200" y="0"/>
                      </a:moveTo>
                      <a:cubicBezTo>
                        <a:pt x="300307" y="58658"/>
                        <a:pt x="427219" y="59450"/>
                        <a:pt x="531959" y="2129"/>
                      </a:cubicBezTo>
                      <a:cubicBezTo>
                        <a:pt x="645195" y="251105"/>
                        <a:pt x="615578" y="521951"/>
                        <a:pt x="565642" y="749813"/>
                      </a:cubicBezTo>
                      <a:lnTo>
                        <a:pt x="726841" y="904479"/>
                      </a:lnTo>
                      <a:lnTo>
                        <a:pt x="700460" y="1113326"/>
                      </a:lnTo>
                      <a:lnTo>
                        <a:pt x="510728" y="982128"/>
                      </a:lnTo>
                      <a:lnTo>
                        <a:pt x="503274" y="1014651"/>
                      </a:lnTo>
                      <a:lnTo>
                        <a:pt x="228241" y="1014651"/>
                      </a:lnTo>
                      <a:cubicBezTo>
                        <a:pt x="226194" y="1005458"/>
                        <a:pt x="223902" y="996068"/>
                        <a:pt x="221524" y="986461"/>
                      </a:cubicBezTo>
                      <a:lnTo>
                        <a:pt x="26381" y="1121399"/>
                      </a:lnTo>
                      <a:lnTo>
                        <a:pt x="0" y="912552"/>
                      </a:lnTo>
                      <a:lnTo>
                        <a:pt x="162681" y="756465"/>
                      </a:lnTo>
                      <a:lnTo>
                        <a:pt x="163137" y="757906"/>
                      </a:lnTo>
                      <a:lnTo>
                        <a:pt x="165881" y="748957"/>
                      </a:lnTo>
                      <a:cubicBezTo>
                        <a:pt x="117348" y="521774"/>
                        <a:pt x="87568" y="246912"/>
                        <a:pt x="196200" y="0"/>
                      </a:cubicBezTo>
                      <a:close/>
                    </a:path>
                  </a:pathLst>
                </a:custGeom>
                <a:solidFill>
                  <a:schemeClr val="tx1">
                    <a:lumMod val="75000"/>
                    <a:lumOff val="2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</p:sp>
            <p:sp>
              <p:nvSpPr>
                <p:cNvPr id="1978" name="CustomShape 50"/>
                <p:cNvSpPr/>
                <p:nvPr/>
              </p:nvSpPr>
              <p:spPr>
                <a:xfrm>
                  <a:off x="11027880" y="3831840"/>
                  <a:ext cx="207000" cy="182880"/>
                </a:xfrm>
                <a:custGeom>
                  <a:avLst/>
                  <a:gdLst/>
                  <a:ahLst/>
                  <a:rect l="l" t="t" r="r" b="b"/>
                  <a:pathLst>
                    <a:path w="298274" h="244742">
                      <a:moveTo>
                        <a:pt x="147328" y="0"/>
                      </a:moveTo>
                      <a:cubicBezTo>
                        <a:pt x="212319" y="65590"/>
                        <a:pt x="261867" y="134854"/>
                        <a:pt x="298274" y="206570"/>
                      </a:cubicBezTo>
                      <a:cubicBezTo>
                        <a:pt x="205418" y="258299"/>
                        <a:pt x="92251" y="257374"/>
                        <a:pt x="0" y="204273"/>
                      </a:cubicBezTo>
                      <a:cubicBezTo>
                        <a:pt x="35363" y="132633"/>
                        <a:pt x="83678" y="64016"/>
                        <a:pt x="147328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</p:sp>
          </p:grpSp>
          <p:sp>
            <p:nvSpPr>
              <p:cNvPr id="1979" name="CustomShape 51"/>
              <p:cNvSpPr/>
              <p:nvPr/>
            </p:nvSpPr>
            <p:spPr>
              <a:xfrm>
                <a:off x="10668240" y="4876560"/>
                <a:ext cx="721080" cy="614880"/>
              </a:xfrm>
              <a:custGeom>
                <a:avLst/>
                <a:gdLst/>
                <a:ahLst/>
                <a:rect l="l" t="t" r="r" b="b"/>
                <a:pathLst>
                  <a:path w="935319" h="738371">
                    <a:moveTo>
                      <a:pt x="570246" y="5904"/>
                    </a:moveTo>
                    <a:cubicBezTo>
                      <a:pt x="462283" y="64891"/>
                      <a:pt x="426421" y="317189"/>
                      <a:pt x="649701" y="474399"/>
                    </a:cubicBezTo>
                    <a:cubicBezTo>
                      <a:pt x="593836" y="327977"/>
                      <a:pt x="630970" y="255746"/>
                      <a:pt x="667057" y="182470"/>
                    </a:cubicBezTo>
                    <a:cubicBezTo>
                      <a:pt x="667659" y="219721"/>
                      <a:pt x="629598" y="299814"/>
                      <a:pt x="723199" y="346469"/>
                    </a:cubicBezTo>
                    <a:cubicBezTo>
                      <a:pt x="679394" y="206128"/>
                      <a:pt x="864427" y="161920"/>
                      <a:pt x="670152" y="6949"/>
                    </a:cubicBezTo>
                    <a:cubicBezTo>
                      <a:pt x="951156" y="47548"/>
                      <a:pt x="868526" y="190548"/>
                      <a:pt x="935319" y="334595"/>
                    </a:cubicBezTo>
                    <a:cubicBezTo>
                      <a:pt x="886447" y="343095"/>
                      <a:pt x="815632" y="212619"/>
                      <a:pt x="831546" y="274410"/>
                    </a:cubicBezTo>
                    <a:cubicBezTo>
                      <a:pt x="915063" y="518579"/>
                      <a:pt x="665249" y="525551"/>
                      <a:pt x="744586" y="738371"/>
                    </a:cubicBezTo>
                    <a:cubicBezTo>
                      <a:pt x="498005" y="724435"/>
                      <a:pt x="570128" y="495242"/>
                      <a:pt x="454164" y="439509"/>
                    </a:cubicBezTo>
                    <a:cubicBezTo>
                      <a:pt x="422689" y="433882"/>
                      <a:pt x="384944" y="459601"/>
                      <a:pt x="454829" y="574141"/>
                    </a:cubicBezTo>
                    <a:cubicBezTo>
                      <a:pt x="47812" y="270832"/>
                      <a:pt x="333584" y="22904"/>
                      <a:pt x="570246" y="5904"/>
                    </a:cubicBezTo>
                    <a:close/>
                    <a:moveTo>
                      <a:pt x="0" y="0"/>
                    </a:moveTo>
                    <a:lnTo>
                      <a:pt x="9284" y="0"/>
                    </a:lnTo>
                    <a:lnTo>
                      <a:pt x="746" y="5904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</p:grpSp>
      <p:grpSp>
        <p:nvGrpSpPr>
          <p:cNvPr id="1980" name="Group 52"/>
          <p:cNvGrpSpPr/>
          <p:nvPr/>
        </p:nvGrpSpPr>
        <p:grpSpPr>
          <a:xfrm>
            <a:off x="5276880" y="1647720"/>
            <a:ext cx="4050720" cy="4784040"/>
            <a:chOff x="5276880" y="1647720"/>
            <a:chExt cx="4050720" cy="4784040"/>
          </a:xfrm>
        </p:grpSpPr>
        <p:grpSp>
          <p:nvGrpSpPr>
            <p:cNvPr id="1981" name="Group 53"/>
            <p:cNvGrpSpPr/>
            <p:nvPr/>
          </p:nvGrpSpPr>
          <p:grpSpPr>
            <a:xfrm>
              <a:off x="7373880" y="1647720"/>
              <a:ext cx="1059840" cy="1144080"/>
              <a:chOff x="7373880" y="1647720"/>
              <a:chExt cx="1059840" cy="1144080"/>
            </a:xfrm>
          </p:grpSpPr>
          <p:sp>
            <p:nvSpPr>
              <p:cNvPr id="1982" name="CustomShape 54"/>
              <p:cNvSpPr/>
              <p:nvPr/>
            </p:nvSpPr>
            <p:spPr>
              <a:xfrm rot="2700000">
                <a:off x="7569720" y="1732320"/>
                <a:ext cx="608040" cy="933120"/>
              </a:xfrm>
              <a:custGeom>
                <a:avLst/>
                <a:gdLst/>
                <a:ahLst/>
                <a:rect l="l" t="t" r="r" b="b"/>
                <a:pathLst>
                  <a:path w="726841" h="1121399">
                    <a:moveTo>
                      <a:pt x="236325" y="1049494"/>
                    </a:moveTo>
                    <a:lnTo>
                      <a:pt x="495287" y="1049494"/>
                    </a:lnTo>
                    <a:cubicBezTo>
                      <a:pt x="491080" y="1064561"/>
                      <a:pt x="487966" y="1079199"/>
                      <a:pt x="485273" y="1093187"/>
                    </a:cubicBezTo>
                    <a:lnTo>
                      <a:pt x="245258" y="1092728"/>
                    </a:lnTo>
                    <a:close/>
                    <a:moveTo>
                      <a:pt x="363421" y="203844"/>
                    </a:moveTo>
                    <a:cubicBezTo>
                      <a:pt x="401307" y="203844"/>
                      <a:pt x="432020" y="234557"/>
                      <a:pt x="432020" y="272443"/>
                    </a:cubicBezTo>
                    <a:cubicBezTo>
                      <a:pt x="432020" y="310329"/>
                      <a:pt x="401307" y="341042"/>
                      <a:pt x="363421" y="341042"/>
                    </a:cubicBezTo>
                    <a:cubicBezTo>
                      <a:pt x="325534" y="341042"/>
                      <a:pt x="294821" y="310329"/>
                      <a:pt x="294821" y="272443"/>
                    </a:cubicBezTo>
                    <a:cubicBezTo>
                      <a:pt x="294821" y="234557"/>
                      <a:pt x="325534" y="203844"/>
                      <a:pt x="363421" y="203844"/>
                    </a:cubicBezTo>
                    <a:close/>
                    <a:moveTo>
                      <a:pt x="363421" y="135244"/>
                    </a:moveTo>
                    <a:cubicBezTo>
                      <a:pt x="287648" y="135244"/>
                      <a:pt x="226222" y="196671"/>
                      <a:pt x="226222" y="272443"/>
                    </a:cubicBezTo>
                    <a:cubicBezTo>
                      <a:pt x="226222" y="348216"/>
                      <a:pt x="287648" y="409642"/>
                      <a:pt x="363421" y="409642"/>
                    </a:cubicBezTo>
                    <a:cubicBezTo>
                      <a:pt x="439193" y="409642"/>
                      <a:pt x="500619" y="348216"/>
                      <a:pt x="500619" y="272443"/>
                    </a:cubicBezTo>
                    <a:cubicBezTo>
                      <a:pt x="500619" y="196671"/>
                      <a:pt x="439193" y="135244"/>
                      <a:pt x="363421" y="135244"/>
                    </a:cubicBezTo>
                    <a:close/>
                    <a:moveTo>
                      <a:pt x="196200" y="0"/>
                    </a:moveTo>
                    <a:cubicBezTo>
                      <a:pt x="300307" y="58658"/>
                      <a:pt x="427219" y="59450"/>
                      <a:pt x="531959" y="2129"/>
                    </a:cubicBezTo>
                    <a:cubicBezTo>
                      <a:pt x="645195" y="251105"/>
                      <a:pt x="615578" y="521951"/>
                      <a:pt x="565642" y="749813"/>
                    </a:cubicBezTo>
                    <a:lnTo>
                      <a:pt x="726841" y="904479"/>
                    </a:lnTo>
                    <a:lnTo>
                      <a:pt x="700460" y="1113326"/>
                    </a:lnTo>
                    <a:lnTo>
                      <a:pt x="510728" y="982128"/>
                    </a:lnTo>
                    <a:lnTo>
                      <a:pt x="503274" y="1014651"/>
                    </a:lnTo>
                    <a:lnTo>
                      <a:pt x="228241" y="1014651"/>
                    </a:lnTo>
                    <a:cubicBezTo>
                      <a:pt x="226194" y="1005458"/>
                      <a:pt x="223902" y="996068"/>
                      <a:pt x="221524" y="986461"/>
                    </a:cubicBezTo>
                    <a:lnTo>
                      <a:pt x="26381" y="1121399"/>
                    </a:lnTo>
                    <a:lnTo>
                      <a:pt x="0" y="912552"/>
                    </a:lnTo>
                    <a:lnTo>
                      <a:pt x="162681" y="756465"/>
                    </a:lnTo>
                    <a:lnTo>
                      <a:pt x="163137" y="757906"/>
                    </a:lnTo>
                    <a:lnTo>
                      <a:pt x="165881" y="748957"/>
                    </a:lnTo>
                    <a:cubicBezTo>
                      <a:pt x="117348" y="521774"/>
                      <a:pt x="87568" y="246912"/>
                      <a:pt x="196200" y="0"/>
                    </a:cubicBez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983" name="CustomShape 55"/>
              <p:cNvSpPr/>
              <p:nvPr/>
            </p:nvSpPr>
            <p:spPr>
              <a:xfrm rot="2700000">
                <a:off x="8148600" y="1706760"/>
                <a:ext cx="250200" cy="203400"/>
              </a:xfrm>
              <a:custGeom>
                <a:avLst/>
                <a:gdLst/>
                <a:ahLst/>
                <a:rect l="l" t="t" r="r" b="b"/>
                <a:pathLst>
                  <a:path w="298274" h="244742">
                    <a:moveTo>
                      <a:pt x="147328" y="0"/>
                    </a:moveTo>
                    <a:cubicBezTo>
                      <a:pt x="212319" y="65590"/>
                      <a:pt x="261867" y="134854"/>
                      <a:pt x="298274" y="206570"/>
                    </a:cubicBezTo>
                    <a:cubicBezTo>
                      <a:pt x="205418" y="258299"/>
                      <a:pt x="92251" y="257374"/>
                      <a:pt x="0" y="204273"/>
                    </a:cubicBezTo>
                    <a:cubicBezTo>
                      <a:pt x="35363" y="132633"/>
                      <a:pt x="83678" y="64016"/>
                      <a:pt x="14732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grpSp>
          <p:nvGrpSpPr>
            <p:cNvPr id="1984" name="Group 56"/>
            <p:cNvGrpSpPr/>
            <p:nvPr/>
          </p:nvGrpSpPr>
          <p:grpSpPr>
            <a:xfrm>
              <a:off x="5276880" y="2508840"/>
              <a:ext cx="4050720" cy="3922920"/>
              <a:chOff x="5276880" y="2508840"/>
              <a:chExt cx="4050720" cy="3922920"/>
            </a:xfrm>
          </p:grpSpPr>
          <p:sp>
            <p:nvSpPr>
              <p:cNvPr id="1985" name="CustomShape 57"/>
              <p:cNvSpPr/>
              <p:nvPr/>
            </p:nvSpPr>
            <p:spPr>
              <a:xfrm>
                <a:off x="6721920" y="5378760"/>
                <a:ext cx="1745280" cy="1053000"/>
              </a:xfrm>
              <a:custGeom>
                <a:avLst/>
                <a:gdLst/>
                <a:ahLst/>
                <a:rect l="l" t="t" r="r" b="b"/>
                <a:pathLst>
                  <a:path w="1411833" h="790042">
                    <a:moveTo>
                      <a:pt x="1404518" y="585216"/>
                    </a:moveTo>
                    <a:lnTo>
                      <a:pt x="0" y="790042"/>
                    </a:lnTo>
                    <a:lnTo>
                      <a:pt x="1411833" y="0"/>
                    </a:lnTo>
                    <a:cubicBezTo>
                      <a:pt x="1409395" y="195072"/>
                      <a:pt x="1406956" y="390144"/>
                      <a:pt x="1404518" y="585216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986" name="CustomShape 58"/>
              <p:cNvSpPr/>
              <p:nvPr/>
            </p:nvSpPr>
            <p:spPr>
              <a:xfrm>
                <a:off x="5292360" y="4246920"/>
                <a:ext cx="2633040" cy="1395000"/>
              </a:xfrm>
              <a:custGeom>
                <a:avLst/>
                <a:gdLst/>
                <a:ahLst/>
                <a:rect l="l" t="t" r="r" b="b"/>
                <a:pathLst>
                  <a:path w="2130190" h="1046074">
                    <a:moveTo>
                      <a:pt x="2121408" y="0"/>
                    </a:moveTo>
                    <a:cubicBezTo>
                      <a:pt x="1676664" y="86171"/>
                      <a:pt x="714451" y="292608"/>
                      <a:pt x="0" y="438912"/>
                    </a:cubicBezTo>
                    <a:cubicBezTo>
                      <a:pt x="2439" y="648614"/>
                      <a:pt x="4877" y="836372"/>
                      <a:pt x="7316" y="1046074"/>
                    </a:cubicBezTo>
                    <a:lnTo>
                      <a:pt x="2128723" y="592531"/>
                    </a:lnTo>
                    <a:cubicBezTo>
                      <a:pt x="2133599" y="377952"/>
                      <a:pt x="2125065" y="296265"/>
                      <a:pt x="212140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987" name="CustomShape 59"/>
              <p:cNvSpPr/>
              <p:nvPr/>
            </p:nvSpPr>
            <p:spPr>
              <a:xfrm>
                <a:off x="5780880" y="3435840"/>
                <a:ext cx="3545640" cy="1171800"/>
              </a:xfrm>
              <a:custGeom>
                <a:avLst/>
                <a:gdLst/>
                <a:ahLst/>
                <a:rect l="l" t="t" r="r" b="b"/>
                <a:pathLst>
                  <a:path w="2867558" h="877824">
                    <a:moveTo>
                      <a:pt x="7315" y="292608"/>
                    </a:moveTo>
                    <a:lnTo>
                      <a:pt x="2860243" y="0"/>
                    </a:lnTo>
                    <a:cubicBezTo>
                      <a:pt x="2862681" y="202387"/>
                      <a:pt x="2865120" y="404775"/>
                      <a:pt x="2867558" y="607162"/>
                    </a:cubicBezTo>
                    <a:lnTo>
                      <a:pt x="0" y="877824"/>
                    </a:lnTo>
                    <a:cubicBezTo>
                      <a:pt x="2438" y="682752"/>
                      <a:pt x="4877" y="487680"/>
                      <a:pt x="7315" y="292608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988" name="CustomShape 60"/>
              <p:cNvSpPr/>
              <p:nvPr/>
            </p:nvSpPr>
            <p:spPr>
              <a:xfrm rot="5400000">
                <a:off x="7074360" y="1976400"/>
                <a:ext cx="1306080" cy="3200400"/>
              </a:xfrm>
              <a:prstGeom prst="parallelogram">
                <a:avLst>
                  <a:gd name="adj" fmla="val 37692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989" name="CustomShape 61"/>
              <p:cNvSpPr/>
              <p:nvPr/>
            </p:nvSpPr>
            <p:spPr>
              <a:xfrm rot="5400000">
                <a:off x="6257520" y="3353760"/>
                <a:ext cx="1199880" cy="2168280"/>
              </a:xfrm>
              <a:prstGeom prst="parallelogram">
                <a:avLst>
                  <a:gd name="adj" fmla="val 34438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990" name="CustomShape 62"/>
              <p:cNvSpPr/>
              <p:nvPr/>
            </p:nvSpPr>
            <p:spPr>
              <a:xfrm rot="5400000">
                <a:off x="6223680" y="3898440"/>
                <a:ext cx="1306440" cy="3200400"/>
              </a:xfrm>
              <a:prstGeom prst="parallelogram">
                <a:avLst>
                  <a:gd name="adj" fmla="val 37692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991" name="CustomShape 63"/>
              <p:cNvSpPr/>
              <p:nvPr/>
            </p:nvSpPr>
            <p:spPr>
              <a:xfrm>
                <a:off x="6123960" y="2508840"/>
                <a:ext cx="1483560" cy="614160"/>
              </a:xfrm>
              <a:custGeom>
                <a:avLst/>
                <a:gdLst/>
                <a:ahLst/>
                <a:rect l="l" t="t" r="r" b="b"/>
                <a:pathLst>
                  <a:path w="1199693" h="460858">
                    <a:moveTo>
                      <a:pt x="1089965" y="0"/>
                    </a:moveTo>
                    <a:lnTo>
                      <a:pt x="0" y="307238"/>
                    </a:lnTo>
                    <a:lnTo>
                      <a:pt x="1016813" y="460858"/>
                    </a:lnTo>
                    <a:lnTo>
                      <a:pt x="1199693" y="117043"/>
                    </a:lnTo>
                    <a:lnTo>
                      <a:pt x="108996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</p:grpSp>
      <p:pic>
        <p:nvPicPr>
          <p:cNvPr id="1992" name="" descr=""/>
          <p:cNvPicPr/>
          <p:nvPr/>
        </p:nvPicPr>
        <p:blipFill>
          <a:blip r:embed="rId1"/>
          <a:stretch/>
        </p:blipFill>
        <p:spPr>
          <a:xfrm>
            <a:off x="144720" y="147960"/>
            <a:ext cx="3374640" cy="690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3" name="TextShape 1"/>
          <p:cNvSpPr txBox="1"/>
          <p:nvPr/>
        </p:nvSpPr>
        <p:spPr>
          <a:xfrm>
            <a:off x="0" y="184320"/>
            <a:ext cx="12801240" cy="869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720"/>
              </a:spcBef>
              <a:tabLst>
                <a:tab algn="l" pos="0"/>
              </a:tabLst>
            </a:pPr>
            <a:r>
              <a:rPr b="0" lang="en-US" sz="3600" spc="-1" strike="noStrike">
                <a:solidFill>
                  <a:srgbClr val="404040"/>
                </a:solidFill>
                <a:latin typeface="Arial"/>
                <a:ea typeface="Arial Unicode MS"/>
              </a:rPr>
              <a:t>Fully Editable Icon Sets : A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4" name="CustomShape 2"/>
          <p:cNvSpPr/>
          <p:nvPr/>
        </p:nvSpPr>
        <p:spPr>
          <a:xfrm>
            <a:off x="994680" y="2355120"/>
            <a:ext cx="31248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Arial Unicode MS"/>
              </a:rPr>
              <a:t>You can Resize without losing quality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995" name="CustomShape 3"/>
          <p:cNvSpPr/>
          <p:nvPr/>
        </p:nvSpPr>
        <p:spPr>
          <a:xfrm>
            <a:off x="994680" y="3039120"/>
            <a:ext cx="3124800" cy="45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Arial Unicode MS"/>
              </a:rPr>
              <a:t>You can Change Fill Color &amp;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Arial Unicode MS"/>
              </a:rPr>
              <a:t>Line Color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996" name="CustomShape 4"/>
          <p:cNvSpPr/>
          <p:nvPr/>
        </p:nvSpPr>
        <p:spPr>
          <a:xfrm>
            <a:off x="993600" y="6482160"/>
            <a:ext cx="3123720" cy="24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Arial Unicode MS"/>
              </a:rPr>
              <a:t>www.allppt.com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997" name="CustomShape 5"/>
          <p:cNvSpPr/>
          <p:nvPr/>
        </p:nvSpPr>
        <p:spPr>
          <a:xfrm>
            <a:off x="993600" y="5139720"/>
            <a:ext cx="31237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>
              <a:lnSpc>
                <a:spcPct val="100000"/>
              </a:lnSpc>
            </a:pPr>
            <a:r>
              <a:rPr b="1" lang="en-US" sz="2400" spc="-1" strike="noStrike">
                <a:solidFill>
                  <a:srgbClr val="ffffff"/>
                </a:solidFill>
                <a:latin typeface="Arial"/>
                <a:ea typeface="Arial Unicode MS"/>
              </a:rPr>
              <a:t>FREE 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400" spc="-1" strike="noStrike">
                <a:solidFill>
                  <a:srgbClr val="ffffff"/>
                </a:solidFill>
                <a:latin typeface="Arial"/>
                <a:ea typeface="Arial Unicode MS"/>
              </a:rPr>
              <a:t>PPT TEMPLATES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998" name="CustomShape 6"/>
          <p:cNvSpPr/>
          <p:nvPr/>
        </p:nvSpPr>
        <p:spPr>
          <a:xfrm>
            <a:off x="6816960" y="2023200"/>
            <a:ext cx="499320" cy="540360"/>
          </a:xfrm>
          <a:custGeom>
            <a:avLst/>
            <a:gdLst/>
            <a:ahLst/>
            <a:rect l="l" t="t" r="r" b="b"/>
            <a:pathLst>
              <a:path w="3240001" h="3249575">
                <a:moveTo>
                  <a:pt x="1275349" y="2002569"/>
                </a:moveTo>
                <a:lnTo>
                  <a:pt x="1625117" y="2233002"/>
                </a:lnTo>
                <a:lnTo>
                  <a:pt x="1968772" y="2006596"/>
                </a:lnTo>
                <a:lnTo>
                  <a:pt x="3240001" y="3249575"/>
                </a:lnTo>
                <a:lnTo>
                  <a:pt x="0" y="3249575"/>
                </a:lnTo>
                <a:close/>
                <a:moveTo>
                  <a:pt x="1067116" y="1473605"/>
                </a:moveTo>
                <a:lnTo>
                  <a:pt x="1067116" y="1581605"/>
                </a:lnTo>
                <a:lnTo>
                  <a:pt x="2183116" y="1581605"/>
                </a:lnTo>
                <a:lnTo>
                  <a:pt x="2183116" y="1473605"/>
                </a:lnTo>
                <a:close/>
                <a:moveTo>
                  <a:pt x="1067116" y="1267205"/>
                </a:moveTo>
                <a:lnTo>
                  <a:pt x="1067116" y="1375205"/>
                </a:lnTo>
                <a:lnTo>
                  <a:pt x="2183116" y="1375205"/>
                </a:lnTo>
                <a:lnTo>
                  <a:pt x="2183116" y="1267205"/>
                </a:lnTo>
                <a:close/>
                <a:moveTo>
                  <a:pt x="3240001" y="1172196"/>
                </a:moveTo>
                <a:lnTo>
                  <a:pt x="3240001" y="3142550"/>
                </a:lnTo>
                <a:lnTo>
                  <a:pt x="2026252" y="1968728"/>
                </a:lnTo>
                <a:lnTo>
                  <a:pt x="3049854" y="1294362"/>
                </a:lnTo>
                <a:close/>
                <a:moveTo>
                  <a:pt x="0" y="1172196"/>
                </a:moveTo>
                <a:lnTo>
                  <a:pt x="602850" y="1559516"/>
                </a:lnTo>
                <a:lnTo>
                  <a:pt x="1217896" y="1964719"/>
                </a:lnTo>
                <a:lnTo>
                  <a:pt x="0" y="3142550"/>
                </a:lnTo>
                <a:close/>
                <a:moveTo>
                  <a:pt x="1067116" y="1060805"/>
                </a:moveTo>
                <a:lnTo>
                  <a:pt x="1067116" y="1168805"/>
                </a:lnTo>
                <a:lnTo>
                  <a:pt x="2183116" y="1168805"/>
                </a:lnTo>
                <a:lnTo>
                  <a:pt x="2183116" y="1060805"/>
                </a:lnTo>
                <a:close/>
                <a:moveTo>
                  <a:pt x="869032" y="816137"/>
                </a:moveTo>
                <a:lnTo>
                  <a:pt x="2381200" y="816137"/>
                </a:lnTo>
                <a:lnTo>
                  <a:pt x="2381200" y="1623491"/>
                </a:lnTo>
                <a:lnTo>
                  <a:pt x="1668045" y="2093329"/>
                </a:lnTo>
                <a:lnTo>
                  <a:pt x="1625116" y="2121611"/>
                </a:lnTo>
                <a:lnTo>
                  <a:pt x="869032" y="1623491"/>
                </a:lnTo>
                <a:close/>
                <a:moveTo>
                  <a:pt x="1625116" y="0"/>
                </a:moveTo>
                <a:lnTo>
                  <a:pt x="3235286" y="1060806"/>
                </a:lnTo>
                <a:lnTo>
                  <a:pt x="2489212" y="1552331"/>
                </a:lnTo>
                <a:lnTo>
                  <a:pt x="2489212" y="708008"/>
                </a:lnTo>
                <a:lnTo>
                  <a:pt x="761020" y="708008"/>
                </a:lnTo>
                <a:lnTo>
                  <a:pt x="761020" y="1552331"/>
                </a:lnTo>
                <a:lnTo>
                  <a:pt x="14946" y="10608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999" name="CustomShape 7"/>
          <p:cNvSpPr/>
          <p:nvPr/>
        </p:nvSpPr>
        <p:spPr>
          <a:xfrm>
            <a:off x="6016680" y="2095560"/>
            <a:ext cx="499320" cy="395640"/>
          </a:xfrm>
          <a:custGeom>
            <a:avLst/>
            <a:gdLst/>
            <a:ahLst/>
            <a:rect l="l" t="t" r="r" b="b"/>
            <a:pathLst>
              <a:path w="3240001" h="2375905">
                <a:moveTo>
                  <a:pt x="1974640" y="1379575"/>
                </a:moveTo>
                <a:lnTo>
                  <a:pt x="3240001" y="2375905"/>
                </a:lnTo>
                <a:lnTo>
                  <a:pt x="1" y="2375905"/>
                </a:lnTo>
                <a:lnTo>
                  <a:pt x="1269863" y="1399042"/>
                </a:lnTo>
                <a:lnTo>
                  <a:pt x="1610574" y="1745545"/>
                </a:lnTo>
                <a:close/>
                <a:moveTo>
                  <a:pt x="3240001" y="126952"/>
                </a:moveTo>
                <a:lnTo>
                  <a:pt x="3240001" y="2258912"/>
                </a:lnTo>
                <a:lnTo>
                  <a:pt x="2032457" y="1334195"/>
                </a:lnTo>
                <a:close/>
                <a:moveTo>
                  <a:pt x="0" y="117525"/>
                </a:moveTo>
                <a:lnTo>
                  <a:pt x="1207545" y="1324768"/>
                </a:lnTo>
                <a:lnTo>
                  <a:pt x="0" y="2249485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1610572" y="162051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00" name="CustomShape 8"/>
          <p:cNvSpPr/>
          <p:nvPr/>
        </p:nvSpPr>
        <p:spPr>
          <a:xfrm>
            <a:off x="6818400" y="5148000"/>
            <a:ext cx="298440" cy="729720"/>
          </a:xfrm>
          <a:custGeom>
            <a:avLst/>
            <a:gdLst/>
            <a:ahLst/>
            <a:rect l="l" t="t" r="r" b="b"/>
            <a:pathLst>
              <a:path w="1346449" h="3166775">
                <a:moveTo>
                  <a:pt x="1148449" y="2374775"/>
                </a:moveTo>
                <a:lnTo>
                  <a:pt x="198001" y="2374775"/>
                </a:lnTo>
                <a:lnTo>
                  <a:pt x="1" y="3166775"/>
                </a:lnTo>
                <a:lnTo>
                  <a:pt x="1346449" y="3166775"/>
                </a:lnTo>
                <a:lnTo>
                  <a:pt x="1148449" y="2374775"/>
                </a:lnTo>
                <a:close/>
                <a:moveTo>
                  <a:pt x="755186" y="0"/>
                </a:moveTo>
                <a:cubicBezTo>
                  <a:pt x="755186" y="438198"/>
                  <a:pt x="734449" y="793446"/>
                  <a:pt x="734449" y="1231644"/>
                </a:cubicBezTo>
                <a:cubicBezTo>
                  <a:pt x="803843" y="1256124"/>
                  <a:pt x="853246" y="1322425"/>
                  <a:pt x="853246" y="1400264"/>
                </a:cubicBezTo>
                <a:cubicBezTo>
                  <a:pt x="853246" y="1499686"/>
                  <a:pt x="772648" y="1580284"/>
                  <a:pt x="673226" y="1580284"/>
                </a:cubicBezTo>
                <a:cubicBezTo>
                  <a:pt x="573804" y="1580284"/>
                  <a:pt x="493206" y="1499686"/>
                  <a:pt x="493206" y="1400264"/>
                </a:cubicBezTo>
                <a:cubicBezTo>
                  <a:pt x="493206" y="1322426"/>
                  <a:pt x="542608" y="1256126"/>
                  <a:pt x="612000" y="1231645"/>
                </a:cubicBezTo>
                <a:lnTo>
                  <a:pt x="591263" y="10368"/>
                </a:lnTo>
                <a:lnTo>
                  <a:pt x="2939" y="1491744"/>
                </a:lnTo>
                <a:lnTo>
                  <a:pt x="0" y="1491744"/>
                </a:lnTo>
                <a:lnTo>
                  <a:pt x="2009" y="1494147"/>
                </a:lnTo>
                <a:lnTo>
                  <a:pt x="0" y="1499342"/>
                </a:lnTo>
                <a:lnTo>
                  <a:pt x="6353" y="1499342"/>
                </a:lnTo>
                <a:cubicBezTo>
                  <a:pt x="274151" y="1797289"/>
                  <a:pt x="320153" y="2031319"/>
                  <a:pt x="273414" y="2293171"/>
                </a:cubicBezTo>
                <a:lnTo>
                  <a:pt x="1091887" y="2283744"/>
                </a:lnTo>
                <a:cubicBezTo>
                  <a:pt x="1035756" y="1984266"/>
                  <a:pt x="1081794" y="1833397"/>
                  <a:pt x="1340768" y="1499342"/>
                </a:cubicBezTo>
                <a:lnTo>
                  <a:pt x="1346449" y="1499342"/>
                </a:lnTo>
                <a:lnTo>
                  <a:pt x="1344512" y="1494334"/>
                </a:lnTo>
                <a:cubicBezTo>
                  <a:pt x="1345124" y="1493447"/>
                  <a:pt x="1345785" y="1492596"/>
                  <a:pt x="1346448" y="1491744"/>
                </a:cubicBezTo>
                <a:lnTo>
                  <a:pt x="1343510" y="1491744"/>
                </a:lnTo>
                <a:cubicBezTo>
                  <a:pt x="1140490" y="966846"/>
                  <a:pt x="958206" y="524898"/>
                  <a:pt x="75518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01" name="CustomShape 9"/>
          <p:cNvSpPr/>
          <p:nvPr/>
        </p:nvSpPr>
        <p:spPr>
          <a:xfrm rot="18900000">
            <a:off x="10146600" y="4250160"/>
            <a:ext cx="222480" cy="498960"/>
          </a:xfrm>
          <a:custGeom>
            <a:avLst/>
            <a:gdLst/>
            <a:ahLst/>
            <a:rect l="l" t="t" r="r" b="b"/>
            <a:pathLst>
              <a:path w="154109" h="343323">
                <a:moveTo>
                  <a:pt x="102909" y="313772"/>
                </a:moveTo>
                <a:lnTo>
                  <a:pt x="102909" y="328547"/>
                </a:lnTo>
                <a:cubicBezTo>
                  <a:pt x="102909" y="336708"/>
                  <a:pt x="96294" y="343322"/>
                  <a:pt x="88133" y="343323"/>
                </a:cubicBezTo>
                <a:lnTo>
                  <a:pt x="65975" y="343322"/>
                </a:lnTo>
                <a:cubicBezTo>
                  <a:pt x="57814" y="343322"/>
                  <a:pt x="51199" y="336708"/>
                  <a:pt x="51199" y="328547"/>
                </a:cubicBezTo>
                <a:cubicBezTo>
                  <a:pt x="51199" y="323622"/>
                  <a:pt x="51200" y="318696"/>
                  <a:pt x="51200" y="313771"/>
                </a:cubicBezTo>
                <a:close/>
                <a:moveTo>
                  <a:pt x="123327" y="15459"/>
                </a:moveTo>
                <a:cubicBezTo>
                  <a:pt x="141678" y="29245"/>
                  <a:pt x="152926" y="50497"/>
                  <a:pt x="154008" y="73425"/>
                </a:cubicBezTo>
                <a:cubicBezTo>
                  <a:pt x="155089" y="96353"/>
                  <a:pt x="145890" y="118568"/>
                  <a:pt x="128916" y="134021"/>
                </a:cubicBezTo>
                <a:lnTo>
                  <a:pt x="119294" y="123450"/>
                </a:lnTo>
                <a:cubicBezTo>
                  <a:pt x="133118" y="110865"/>
                  <a:pt x="140611" y="92772"/>
                  <a:pt x="139730" y="74098"/>
                </a:cubicBezTo>
                <a:cubicBezTo>
                  <a:pt x="138850" y="55424"/>
                  <a:pt x="129689" y="38115"/>
                  <a:pt x="114743" y="26887"/>
                </a:cubicBezTo>
                <a:close/>
                <a:moveTo>
                  <a:pt x="136698" y="17411"/>
                </a:moveTo>
                <a:cubicBezTo>
                  <a:pt x="103758" y="-15529"/>
                  <a:pt x="50351" y="-15529"/>
                  <a:pt x="17412" y="17411"/>
                </a:cubicBezTo>
                <a:cubicBezTo>
                  <a:pt x="-15528" y="50351"/>
                  <a:pt x="-15528" y="103757"/>
                  <a:pt x="17412" y="136697"/>
                </a:cubicBezTo>
                <a:cubicBezTo>
                  <a:pt x="50351" y="169637"/>
                  <a:pt x="103758" y="169637"/>
                  <a:pt x="136698" y="136697"/>
                </a:cubicBezTo>
                <a:cubicBezTo>
                  <a:pt x="169637" y="103757"/>
                  <a:pt x="169637" y="50351"/>
                  <a:pt x="136698" y="17411"/>
                </a:cubicBezTo>
                <a:close/>
                <a:moveTo>
                  <a:pt x="154109" y="0"/>
                </a:moveTo>
                <a:cubicBezTo>
                  <a:pt x="196665" y="42556"/>
                  <a:pt x="196665" y="111552"/>
                  <a:pt x="154109" y="154108"/>
                </a:cubicBezTo>
                <a:cubicBezTo>
                  <a:pt x="139576" y="168641"/>
                  <a:pt x="121959" y="178211"/>
                  <a:pt x="102912" y="180994"/>
                </a:cubicBezTo>
                <a:lnTo>
                  <a:pt x="102912" y="308310"/>
                </a:lnTo>
                <a:lnTo>
                  <a:pt x="51197" y="308310"/>
                </a:lnTo>
                <a:lnTo>
                  <a:pt x="51197" y="180994"/>
                </a:lnTo>
                <a:cubicBezTo>
                  <a:pt x="32150" y="178211"/>
                  <a:pt x="14534" y="168641"/>
                  <a:pt x="0" y="154108"/>
                </a:cubicBezTo>
                <a:cubicBezTo>
                  <a:pt x="-42555" y="111552"/>
                  <a:pt x="-42555" y="42556"/>
                  <a:pt x="0" y="0"/>
                </a:cubicBezTo>
                <a:cubicBezTo>
                  <a:pt x="42556" y="-42556"/>
                  <a:pt x="111553" y="-42556"/>
                  <a:pt x="154109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02" name="CustomShape 10"/>
          <p:cNvSpPr/>
          <p:nvPr/>
        </p:nvSpPr>
        <p:spPr>
          <a:xfrm flipH="1">
            <a:off x="6008760" y="5273640"/>
            <a:ext cx="443520" cy="478440"/>
          </a:xfrm>
          <a:custGeom>
            <a:avLst/>
            <a:gdLst/>
            <a:ahLst/>
            <a:rect l="l" t="t" r="r" b="b"/>
            <a:pathLst>
              <a:path w="3242753" h="3227814">
                <a:moveTo>
                  <a:pt x="1621376" y="1043635"/>
                </a:moveTo>
                <a:cubicBezTo>
                  <a:pt x="1557188" y="1043635"/>
                  <a:pt x="1505154" y="1095669"/>
                  <a:pt x="1505154" y="1159857"/>
                </a:cubicBezTo>
                <a:lnTo>
                  <a:pt x="1505154" y="1625483"/>
                </a:lnTo>
                <a:lnTo>
                  <a:pt x="1033577" y="1625483"/>
                </a:lnTo>
                <a:cubicBezTo>
                  <a:pt x="969389" y="1625483"/>
                  <a:pt x="917355" y="1677517"/>
                  <a:pt x="917355" y="1741705"/>
                </a:cubicBezTo>
                <a:cubicBezTo>
                  <a:pt x="917355" y="1805893"/>
                  <a:pt x="969389" y="1857927"/>
                  <a:pt x="1033577" y="1857927"/>
                </a:cubicBezTo>
                <a:lnTo>
                  <a:pt x="1614688" y="1857927"/>
                </a:lnTo>
                <a:lnTo>
                  <a:pt x="1619859" y="1856884"/>
                </a:lnTo>
                <a:cubicBezTo>
                  <a:pt x="1620361" y="1857187"/>
                  <a:pt x="1620868" y="1857190"/>
                  <a:pt x="1621376" y="1857190"/>
                </a:cubicBezTo>
                <a:cubicBezTo>
                  <a:pt x="1685564" y="1857190"/>
                  <a:pt x="1737598" y="1805156"/>
                  <a:pt x="1737598" y="1740968"/>
                </a:cubicBezTo>
                <a:lnTo>
                  <a:pt x="1737598" y="1159857"/>
                </a:lnTo>
                <a:cubicBezTo>
                  <a:pt x="1737598" y="1095669"/>
                  <a:pt x="1685564" y="1043635"/>
                  <a:pt x="1621376" y="1043635"/>
                </a:cubicBezTo>
                <a:close/>
                <a:moveTo>
                  <a:pt x="1621376" y="628818"/>
                </a:moveTo>
                <a:cubicBezTo>
                  <a:pt x="2206882" y="628818"/>
                  <a:pt x="2681529" y="1103464"/>
                  <a:pt x="2681529" y="1688970"/>
                </a:cubicBezTo>
                <a:cubicBezTo>
                  <a:pt x="2681529" y="2274476"/>
                  <a:pt x="2206882" y="2749122"/>
                  <a:pt x="1621376" y="2749122"/>
                </a:cubicBezTo>
                <a:cubicBezTo>
                  <a:pt x="1035870" y="2749122"/>
                  <a:pt x="561223" y="2274476"/>
                  <a:pt x="561223" y="1688970"/>
                </a:cubicBezTo>
                <a:cubicBezTo>
                  <a:pt x="561223" y="1103464"/>
                  <a:pt x="1035870" y="628818"/>
                  <a:pt x="1621376" y="628818"/>
                </a:cubicBezTo>
                <a:close/>
                <a:moveTo>
                  <a:pt x="1621376" y="424596"/>
                </a:moveTo>
                <a:cubicBezTo>
                  <a:pt x="923081" y="424596"/>
                  <a:pt x="357001" y="990676"/>
                  <a:pt x="357001" y="1688970"/>
                </a:cubicBezTo>
                <a:cubicBezTo>
                  <a:pt x="357001" y="2128645"/>
                  <a:pt x="581423" y="2515905"/>
                  <a:pt x="922189" y="2742109"/>
                </a:cubicBezTo>
                <a:lnTo>
                  <a:pt x="652992" y="3227814"/>
                </a:lnTo>
                <a:lnTo>
                  <a:pt x="911997" y="3227814"/>
                </a:lnTo>
                <a:lnTo>
                  <a:pt x="1121304" y="2850168"/>
                </a:lnTo>
                <a:cubicBezTo>
                  <a:pt x="1274563" y="2916691"/>
                  <a:pt x="1443689" y="2953344"/>
                  <a:pt x="1621376" y="2953344"/>
                </a:cubicBezTo>
                <a:cubicBezTo>
                  <a:pt x="1799063" y="2953344"/>
                  <a:pt x="1968189" y="2916691"/>
                  <a:pt x="2121449" y="2850168"/>
                </a:cubicBezTo>
                <a:lnTo>
                  <a:pt x="2330755" y="3227814"/>
                </a:lnTo>
                <a:lnTo>
                  <a:pt x="2589760" y="3227814"/>
                </a:lnTo>
                <a:lnTo>
                  <a:pt x="2320563" y="2742109"/>
                </a:lnTo>
                <a:cubicBezTo>
                  <a:pt x="2661329" y="2515905"/>
                  <a:pt x="2885751" y="2128645"/>
                  <a:pt x="2885751" y="1688970"/>
                </a:cubicBezTo>
                <a:cubicBezTo>
                  <a:pt x="2885751" y="990676"/>
                  <a:pt x="2319671" y="424596"/>
                  <a:pt x="1621376" y="424596"/>
                </a:cubicBezTo>
                <a:close/>
                <a:moveTo>
                  <a:pt x="2599800" y="123238"/>
                </a:moveTo>
                <a:cubicBezTo>
                  <a:pt x="2434609" y="120698"/>
                  <a:pt x="2268460" y="180476"/>
                  <a:pt x="2139563" y="303161"/>
                </a:cubicBezTo>
                <a:lnTo>
                  <a:pt x="3057258" y="1232053"/>
                </a:lnTo>
                <a:cubicBezTo>
                  <a:pt x="3305736" y="977255"/>
                  <a:pt x="3304415" y="570405"/>
                  <a:pt x="3054287" y="317226"/>
                </a:cubicBezTo>
                <a:cubicBezTo>
                  <a:pt x="2929224" y="190636"/>
                  <a:pt x="2764991" y="125778"/>
                  <a:pt x="2599800" y="123238"/>
                </a:cubicBezTo>
                <a:close/>
                <a:moveTo>
                  <a:pt x="642953" y="123238"/>
                </a:moveTo>
                <a:cubicBezTo>
                  <a:pt x="477762" y="125778"/>
                  <a:pt x="313529" y="190636"/>
                  <a:pt x="188466" y="317226"/>
                </a:cubicBezTo>
                <a:cubicBezTo>
                  <a:pt x="-61662" y="570405"/>
                  <a:pt x="-62983" y="977255"/>
                  <a:pt x="185495" y="1232053"/>
                </a:cubicBezTo>
                <a:lnTo>
                  <a:pt x="1103190" y="303161"/>
                </a:lnTo>
                <a:cubicBezTo>
                  <a:pt x="974294" y="180476"/>
                  <a:pt x="808144" y="120698"/>
                  <a:pt x="642953" y="123238"/>
                </a:cubicBezTo>
                <a:close/>
                <a:moveTo>
                  <a:pt x="1722692" y="0"/>
                </a:moveTo>
                <a:lnTo>
                  <a:pt x="1520061" y="0"/>
                </a:lnTo>
                <a:cubicBezTo>
                  <a:pt x="1440152" y="0"/>
                  <a:pt x="1375373" y="64779"/>
                  <a:pt x="1375373" y="144688"/>
                </a:cubicBezTo>
                <a:lnTo>
                  <a:pt x="1375373" y="289376"/>
                </a:lnTo>
                <a:lnTo>
                  <a:pt x="1867380" y="289376"/>
                </a:lnTo>
                <a:lnTo>
                  <a:pt x="1867380" y="144688"/>
                </a:lnTo>
                <a:cubicBezTo>
                  <a:pt x="1867380" y="64779"/>
                  <a:pt x="1802601" y="0"/>
                  <a:pt x="172269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03" name="CustomShape 11"/>
          <p:cNvSpPr/>
          <p:nvPr/>
        </p:nvSpPr>
        <p:spPr>
          <a:xfrm>
            <a:off x="8379000" y="4241160"/>
            <a:ext cx="440280" cy="467640"/>
          </a:xfrm>
          <a:custGeom>
            <a:avLst/>
            <a:gdLst/>
            <a:ahLst/>
            <a:rect l="l" t="t" r="r" b="b"/>
            <a:pathLst>
              <a:path w="3214097" h="3162551">
                <a:moveTo>
                  <a:pt x="1014592" y="2306036"/>
                </a:moveTo>
                <a:cubicBezTo>
                  <a:pt x="854868" y="2306036"/>
                  <a:pt x="725386" y="2435518"/>
                  <a:pt x="725386" y="2595242"/>
                </a:cubicBezTo>
                <a:cubicBezTo>
                  <a:pt x="725386" y="2754966"/>
                  <a:pt x="854868" y="2884448"/>
                  <a:pt x="1014592" y="2884448"/>
                </a:cubicBezTo>
                <a:cubicBezTo>
                  <a:pt x="1174316" y="2884448"/>
                  <a:pt x="1303798" y="2754966"/>
                  <a:pt x="1303798" y="2595242"/>
                </a:cubicBezTo>
                <a:cubicBezTo>
                  <a:pt x="1303798" y="2435518"/>
                  <a:pt x="1174316" y="2306036"/>
                  <a:pt x="1014592" y="2306036"/>
                </a:cubicBezTo>
                <a:close/>
                <a:moveTo>
                  <a:pt x="481275" y="1691816"/>
                </a:moveTo>
                <a:cubicBezTo>
                  <a:pt x="321551" y="1691816"/>
                  <a:pt x="192069" y="1821298"/>
                  <a:pt x="192069" y="1981022"/>
                </a:cubicBezTo>
                <a:cubicBezTo>
                  <a:pt x="192069" y="2140746"/>
                  <a:pt x="321551" y="2270228"/>
                  <a:pt x="481275" y="2270228"/>
                </a:cubicBezTo>
                <a:cubicBezTo>
                  <a:pt x="640999" y="2270228"/>
                  <a:pt x="770481" y="2140746"/>
                  <a:pt x="770481" y="1981022"/>
                </a:cubicBezTo>
                <a:cubicBezTo>
                  <a:pt x="770481" y="1821298"/>
                  <a:pt x="640999" y="1691816"/>
                  <a:pt x="481275" y="1691816"/>
                </a:cubicBezTo>
                <a:close/>
                <a:moveTo>
                  <a:pt x="2764751" y="1113404"/>
                </a:moveTo>
                <a:cubicBezTo>
                  <a:pt x="2605027" y="1113404"/>
                  <a:pt x="2475545" y="1242886"/>
                  <a:pt x="2475545" y="1402610"/>
                </a:cubicBezTo>
                <a:cubicBezTo>
                  <a:pt x="2475545" y="1562334"/>
                  <a:pt x="2605027" y="1691816"/>
                  <a:pt x="2764751" y="1691816"/>
                </a:cubicBezTo>
                <a:cubicBezTo>
                  <a:pt x="2924475" y="1691816"/>
                  <a:pt x="3053957" y="1562334"/>
                  <a:pt x="3053957" y="1402610"/>
                </a:cubicBezTo>
                <a:cubicBezTo>
                  <a:pt x="3053957" y="1242886"/>
                  <a:pt x="2924475" y="1113404"/>
                  <a:pt x="2764751" y="1113404"/>
                </a:cubicBezTo>
                <a:close/>
                <a:moveTo>
                  <a:pt x="532503" y="881964"/>
                </a:moveTo>
                <a:cubicBezTo>
                  <a:pt x="372779" y="881964"/>
                  <a:pt x="243297" y="1011446"/>
                  <a:pt x="243297" y="1171170"/>
                </a:cubicBezTo>
                <a:cubicBezTo>
                  <a:pt x="243297" y="1330894"/>
                  <a:pt x="372779" y="1460376"/>
                  <a:pt x="532503" y="1460376"/>
                </a:cubicBezTo>
                <a:cubicBezTo>
                  <a:pt x="692227" y="1460376"/>
                  <a:pt x="821709" y="1330894"/>
                  <a:pt x="821709" y="1171170"/>
                </a:cubicBezTo>
                <a:cubicBezTo>
                  <a:pt x="821709" y="1011446"/>
                  <a:pt x="692227" y="881964"/>
                  <a:pt x="532503" y="881964"/>
                </a:cubicBezTo>
                <a:close/>
                <a:moveTo>
                  <a:pt x="1162143" y="321316"/>
                </a:moveTo>
                <a:cubicBezTo>
                  <a:pt x="1002419" y="321316"/>
                  <a:pt x="872937" y="450798"/>
                  <a:pt x="872937" y="610522"/>
                </a:cubicBezTo>
                <a:cubicBezTo>
                  <a:pt x="872937" y="770246"/>
                  <a:pt x="1002419" y="899728"/>
                  <a:pt x="1162143" y="899728"/>
                </a:cubicBezTo>
                <a:cubicBezTo>
                  <a:pt x="1321867" y="899728"/>
                  <a:pt x="1451349" y="770246"/>
                  <a:pt x="1451349" y="610522"/>
                </a:cubicBezTo>
                <a:cubicBezTo>
                  <a:pt x="1451349" y="450798"/>
                  <a:pt x="1321867" y="321316"/>
                  <a:pt x="1162143" y="321316"/>
                </a:cubicBezTo>
                <a:close/>
                <a:moveTo>
                  <a:pt x="1963447" y="177300"/>
                </a:moveTo>
                <a:cubicBezTo>
                  <a:pt x="1803723" y="177300"/>
                  <a:pt x="1674241" y="306782"/>
                  <a:pt x="1674241" y="466506"/>
                </a:cubicBezTo>
                <a:cubicBezTo>
                  <a:pt x="1674241" y="626230"/>
                  <a:pt x="1803723" y="755712"/>
                  <a:pt x="1963447" y="755712"/>
                </a:cubicBezTo>
                <a:cubicBezTo>
                  <a:pt x="2123171" y="755712"/>
                  <a:pt x="2252653" y="626230"/>
                  <a:pt x="2252653" y="466506"/>
                </a:cubicBezTo>
                <a:cubicBezTo>
                  <a:pt x="2252653" y="306782"/>
                  <a:pt x="2123171" y="177300"/>
                  <a:pt x="1963447" y="177300"/>
                </a:cubicBezTo>
                <a:close/>
                <a:moveTo>
                  <a:pt x="1752672" y="312"/>
                </a:moveTo>
                <a:cubicBezTo>
                  <a:pt x="1817888" y="-690"/>
                  <a:pt x="1885249" y="703"/>
                  <a:pt x="1954799" y="4657"/>
                </a:cubicBezTo>
                <a:cubicBezTo>
                  <a:pt x="2504015" y="53541"/>
                  <a:pt x="2975590" y="412975"/>
                  <a:pt x="3145244" y="944937"/>
                </a:cubicBezTo>
                <a:cubicBezTo>
                  <a:pt x="3412664" y="2126757"/>
                  <a:pt x="2837568" y="2017487"/>
                  <a:pt x="2506889" y="1867964"/>
                </a:cubicBezTo>
                <a:cubicBezTo>
                  <a:pt x="1580987" y="1673869"/>
                  <a:pt x="2725425" y="3197869"/>
                  <a:pt x="1014520" y="3161925"/>
                </a:cubicBezTo>
                <a:cubicBezTo>
                  <a:pt x="-14898" y="3061283"/>
                  <a:pt x="-138545" y="1873713"/>
                  <a:pt x="108747" y="1100212"/>
                </a:cubicBezTo>
                <a:cubicBezTo>
                  <a:pt x="278579" y="569148"/>
                  <a:pt x="774429" y="15339"/>
                  <a:pt x="1752672" y="312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04" name="CustomShape 12"/>
          <p:cNvSpPr/>
          <p:nvPr/>
        </p:nvSpPr>
        <p:spPr>
          <a:xfrm>
            <a:off x="11550960" y="4198320"/>
            <a:ext cx="443520" cy="477720"/>
          </a:xfrm>
          <a:custGeom>
            <a:avLst/>
            <a:gdLst/>
            <a:ahLst/>
            <a:rect l="l" t="t" r="r" b="b"/>
            <a:pathLst>
              <a:path w="3240000" h="3230531">
                <a:moveTo>
                  <a:pt x="720000" y="2697973"/>
                </a:moveTo>
                <a:cubicBezTo>
                  <a:pt x="680235" y="2697973"/>
                  <a:pt x="648000" y="2730208"/>
                  <a:pt x="648000" y="2769973"/>
                </a:cubicBezTo>
                <a:cubicBezTo>
                  <a:pt x="648000" y="2809738"/>
                  <a:pt x="680235" y="2841973"/>
                  <a:pt x="720000" y="2841973"/>
                </a:cubicBezTo>
                <a:lnTo>
                  <a:pt x="2520000" y="2841973"/>
                </a:lnTo>
                <a:cubicBezTo>
                  <a:pt x="2559765" y="2841973"/>
                  <a:pt x="2592000" y="2809738"/>
                  <a:pt x="2592000" y="2769973"/>
                </a:cubicBezTo>
                <a:cubicBezTo>
                  <a:pt x="2592000" y="2730208"/>
                  <a:pt x="2559765" y="2697973"/>
                  <a:pt x="2520000" y="2697973"/>
                </a:cubicBezTo>
                <a:close/>
                <a:moveTo>
                  <a:pt x="720000" y="2366733"/>
                </a:moveTo>
                <a:cubicBezTo>
                  <a:pt x="680235" y="2366733"/>
                  <a:pt x="648000" y="2398968"/>
                  <a:pt x="648000" y="2438733"/>
                </a:cubicBezTo>
                <a:cubicBezTo>
                  <a:pt x="648000" y="2478498"/>
                  <a:pt x="680235" y="2510733"/>
                  <a:pt x="720000" y="2510733"/>
                </a:cubicBezTo>
                <a:lnTo>
                  <a:pt x="2520000" y="2510733"/>
                </a:lnTo>
                <a:cubicBezTo>
                  <a:pt x="2559765" y="2510733"/>
                  <a:pt x="2592000" y="2478498"/>
                  <a:pt x="2592000" y="2438733"/>
                </a:cubicBezTo>
                <a:cubicBezTo>
                  <a:pt x="2592000" y="2398968"/>
                  <a:pt x="2559765" y="2366733"/>
                  <a:pt x="2520000" y="2366733"/>
                </a:cubicBezTo>
                <a:close/>
                <a:moveTo>
                  <a:pt x="720000" y="2035493"/>
                </a:moveTo>
                <a:cubicBezTo>
                  <a:pt x="680235" y="2035493"/>
                  <a:pt x="648000" y="2067728"/>
                  <a:pt x="648000" y="2107493"/>
                </a:cubicBezTo>
                <a:cubicBezTo>
                  <a:pt x="648000" y="2147258"/>
                  <a:pt x="680235" y="2179493"/>
                  <a:pt x="720000" y="2179493"/>
                </a:cubicBezTo>
                <a:lnTo>
                  <a:pt x="2520000" y="2179493"/>
                </a:lnTo>
                <a:cubicBezTo>
                  <a:pt x="2559765" y="2179493"/>
                  <a:pt x="2592000" y="2147258"/>
                  <a:pt x="2592000" y="2107493"/>
                </a:cubicBezTo>
                <a:cubicBezTo>
                  <a:pt x="2592000" y="2067728"/>
                  <a:pt x="2559765" y="2035493"/>
                  <a:pt x="2520000" y="2035493"/>
                </a:cubicBezTo>
                <a:close/>
                <a:moveTo>
                  <a:pt x="720000" y="1704253"/>
                </a:moveTo>
                <a:cubicBezTo>
                  <a:pt x="680235" y="1704253"/>
                  <a:pt x="648000" y="1736488"/>
                  <a:pt x="648000" y="1776253"/>
                </a:cubicBezTo>
                <a:cubicBezTo>
                  <a:pt x="648000" y="1816018"/>
                  <a:pt x="680235" y="1848253"/>
                  <a:pt x="720000" y="1848253"/>
                </a:cubicBezTo>
                <a:lnTo>
                  <a:pt x="2520000" y="1848253"/>
                </a:lnTo>
                <a:cubicBezTo>
                  <a:pt x="2559765" y="1848253"/>
                  <a:pt x="2592000" y="1816018"/>
                  <a:pt x="2592000" y="1776253"/>
                </a:cubicBezTo>
                <a:cubicBezTo>
                  <a:pt x="2592000" y="1736488"/>
                  <a:pt x="2559765" y="1704253"/>
                  <a:pt x="2520000" y="1704253"/>
                </a:cubicBezTo>
                <a:close/>
                <a:moveTo>
                  <a:pt x="720000" y="1373013"/>
                </a:moveTo>
                <a:cubicBezTo>
                  <a:pt x="680235" y="1373013"/>
                  <a:pt x="648000" y="1405248"/>
                  <a:pt x="648000" y="1445013"/>
                </a:cubicBezTo>
                <a:cubicBezTo>
                  <a:pt x="648000" y="1484778"/>
                  <a:pt x="680235" y="1517013"/>
                  <a:pt x="720000" y="1517013"/>
                </a:cubicBezTo>
                <a:lnTo>
                  <a:pt x="2520000" y="1517013"/>
                </a:lnTo>
                <a:cubicBezTo>
                  <a:pt x="2559765" y="1517013"/>
                  <a:pt x="2592000" y="1484778"/>
                  <a:pt x="2592000" y="1445013"/>
                </a:cubicBezTo>
                <a:cubicBezTo>
                  <a:pt x="2592000" y="1405248"/>
                  <a:pt x="2559765" y="1373013"/>
                  <a:pt x="2520000" y="1373013"/>
                </a:cubicBezTo>
                <a:close/>
                <a:moveTo>
                  <a:pt x="720000" y="1041773"/>
                </a:moveTo>
                <a:cubicBezTo>
                  <a:pt x="680235" y="1041773"/>
                  <a:pt x="648000" y="1074008"/>
                  <a:pt x="648000" y="1113773"/>
                </a:cubicBezTo>
                <a:cubicBezTo>
                  <a:pt x="648000" y="1153538"/>
                  <a:pt x="680235" y="1185773"/>
                  <a:pt x="720000" y="1185773"/>
                </a:cubicBezTo>
                <a:lnTo>
                  <a:pt x="2520000" y="1185773"/>
                </a:lnTo>
                <a:cubicBezTo>
                  <a:pt x="2559765" y="1185773"/>
                  <a:pt x="2592000" y="1153538"/>
                  <a:pt x="2592000" y="1113773"/>
                </a:cubicBezTo>
                <a:cubicBezTo>
                  <a:pt x="2592000" y="1074008"/>
                  <a:pt x="2559765" y="1041773"/>
                  <a:pt x="2520000" y="1041773"/>
                </a:cubicBezTo>
                <a:close/>
                <a:moveTo>
                  <a:pt x="0" y="305988"/>
                </a:moveTo>
                <a:lnTo>
                  <a:pt x="181957" y="305988"/>
                </a:lnTo>
                <a:lnTo>
                  <a:pt x="181957" y="470032"/>
                </a:lnTo>
                <a:cubicBezTo>
                  <a:pt x="181957" y="599267"/>
                  <a:pt x="286722" y="704032"/>
                  <a:pt x="415957" y="704032"/>
                </a:cubicBezTo>
                <a:cubicBezTo>
                  <a:pt x="545192" y="704032"/>
                  <a:pt x="649957" y="599267"/>
                  <a:pt x="649957" y="470032"/>
                </a:cubicBezTo>
                <a:lnTo>
                  <a:pt x="649957" y="305988"/>
                </a:lnTo>
                <a:lnTo>
                  <a:pt x="802357" y="305988"/>
                </a:lnTo>
                <a:lnTo>
                  <a:pt x="802357" y="470031"/>
                </a:lnTo>
                <a:cubicBezTo>
                  <a:pt x="802357" y="599266"/>
                  <a:pt x="907122" y="704031"/>
                  <a:pt x="1036357" y="704031"/>
                </a:cubicBezTo>
                <a:cubicBezTo>
                  <a:pt x="1165592" y="704031"/>
                  <a:pt x="1270357" y="599266"/>
                  <a:pt x="1270357" y="470031"/>
                </a:cubicBezTo>
                <a:lnTo>
                  <a:pt x="1270357" y="305988"/>
                </a:lnTo>
                <a:lnTo>
                  <a:pt x="1422757" y="305988"/>
                </a:lnTo>
                <a:lnTo>
                  <a:pt x="1422757" y="470030"/>
                </a:lnTo>
                <a:cubicBezTo>
                  <a:pt x="1422757" y="599265"/>
                  <a:pt x="1527522" y="704030"/>
                  <a:pt x="1656757" y="704030"/>
                </a:cubicBezTo>
                <a:cubicBezTo>
                  <a:pt x="1785992" y="704030"/>
                  <a:pt x="1890757" y="599265"/>
                  <a:pt x="1890757" y="470030"/>
                </a:cubicBezTo>
                <a:lnTo>
                  <a:pt x="1890757" y="305988"/>
                </a:lnTo>
                <a:lnTo>
                  <a:pt x="2043157" y="305988"/>
                </a:lnTo>
                <a:lnTo>
                  <a:pt x="2043157" y="470029"/>
                </a:lnTo>
                <a:cubicBezTo>
                  <a:pt x="2043157" y="599264"/>
                  <a:pt x="2147922" y="704029"/>
                  <a:pt x="2277157" y="704029"/>
                </a:cubicBezTo>
                <a:cubicBezTo>
                  <a:pt x="2406392" y="704029"/>
                  <a:pt x="2511157" y="599264"/>
                  <a:pt x="2511157" y="470029"/>
                </a:cubicBezTo>
                <a:lnTo>
                  <a:pt x="2511157" y="305988"/>
                </a:lnTo>
                <a:lnTo>
                  <a:pt x="2663557" y="305988"/>
                </a:lnTo>
                <a:lnTo>
                  <a:pt x="2663557" y="470028"/>
                </a:lnTo>
                <a:cubicBezTo>
                  <a:pt x="2663557" y="599263"/>
                  <a:pt x="2768322" y="704028"/>
                  <a:pt x="2897557" y="704028"/>
                </a:cubicBezTo>
                <a:cubicBezTo>
                  <a:pt x="3026792" y="704028"/>
                  <a:pt x="3131557" y="599263"/>
                  <a:pt x="3131557" y="470028"/>
                </a:cubicBezTo>
                <a:lnTo>
                  <a:pt x="3131557" y="305988"/>
                </a:lnTo>
                <a:lnTo>
                  <a:pt x="3240000" y="305988"/>
                </a:lnTo>
                <a:lnTo>
                  <a:pt x="3240000" y="3230531"/>
                </a:lnTo>
                <a:lnTo>
                  <a:pt x="0" y="3230531"/>
                </a:lnTo>
                <a:close/>
                <a:moveTo>
                  <a:pt x="415957" y="4"/>
                </a:moveTo>
                <a:cubicBezTo>
                  <a:pt x="485545" y="4"/>
                  <a:pt x="541957" y="56416"/>
                  <a:pt x="541957" y="126004"/>
                </a:cubicBezTo>
                <a:lnTo>
                  <a:pt x="541957" y="485972"/>
                </a:lnTo>
                <a:cubicBezTo>
                  <a:pt x="541957" y="555560"/>
                  <a:pt x="485545" y="611972"/>
                  <a:pt x="415957" y="611972"/>
                </a:cubicBezTo>
                <a:cubicBezTo>
                  <a:pt x="346369" y="611972"/>
                  <a:pt x="289957" y="555560"/>
                  <a:pt x="289957" y="485972"/>
                </a:cubicBezTo>
                <a:lnTo>
                  <a:pt x="289957" y="126004"/>
                </a:lnTo>
                <a:cubicBezTo>
                  <a:pt x="289957" y="56416"/>
                  <a:pt x="346369" y="4"/>
                  <a:pt x="415957" y="4"/>
                </a:cubicBezTo>
                <a:close/>
                <a:moveTo>
                  <a:pt x="1036357" y="3"/>
                </a:moveTo>
                <a:cubicBezTo>
                  <a:pt x="1105945" y="3"/>
                  <a:pt x="1162357" y="56415"/>
                  <a:pt x="1162357" y="126003"/>
                </a:cubicBezTo>
                <a:lnTo>
                  <a:pt x="1162357" y="485971"/>
                </a:lnTo>
                <a:cubicBezTo>
                  <a:pt x="1162357" y="555559"/>
                  <a:pt x="1105945" y="611971"/>
                  <a:pt x="1036357" y="611971"/>
                </a:cubicBezTo>
                <a:cubicBezTo>
                  <a:pt x="966769" y="611971"/>
                  <a:pt x="910357" y="555559"/>
                  <a:pt x="910357" y="485971"/>
                </a:cubicBezTo>
                <a:lnTo>
                  <a:pt x="910357" y="126003"/>
                </a:lnTo>
                <a:cubicBezTo>
                  <a:pt x="910357" y="56415"/>
                  <a:pt x="966769" y="3"/>
                  <a:pt x="1036357" y="3"/>
                </a:cubicBezTo>
                <a:close/>
                <a:moveTo>
                  <a:pt x="1656757" y="2"/>
                </a:moveTo>
                <a:cubicBezTo>
                  <a:pt x="1726345" y="2"/>
                  <a:pt x="1782757" y="56414"/>
                  <a:pt x="1782757" y="126002"/>
                </a:cubicBezTo>
                <a:lnTo>
                  <a:pt x="1782757" y="485970"/>
                </a:lnTo>
                <a:cubicBezTo>
                  <a:pt x="1782757" y="555558"/>
                  <a:pt x="1726345" y="611970"/>
                  <a:pt x="1656757" y="611970"/>
                </a:cubicBezTo>
                <a:cubicBezTo>
                  <a:pt x="1587169" y="611970"/>
                  <a:pt x="1530757" y="555558"/>
                  <a:pt x="1530757" y="485970"/>
                </a:cubicBezTo>
                <a:lnTo>
                  <a:pt x="1530757" y="126002"/>
                </a:lnTo>
                <a:cubicBezTo>
                  <a:pt x="1530757" y="56414"/>
                  <a:pt x="1587169" y="2"/>
                  <a:pt x="1656757" y="2"/>
                </a:cubicBezTo>
                <a:close/>
                <a:moveTo>
                  <a:pt x="2277157" y="1"/>
                </a:moveTo>
                <a:cubicBezTo>
                  <a:pt x="2346745" y="1"/>
                  <a:pt x="2403157" y="56413"/>
                  <a:pt x="2403157" y="126001"/>
                </a:cubicBezTo>
                <a:lnTo>
                  <a:pt x="2403157" y="485969"/>
                </a:lnTo>
                <a:cubicBezTo>
                  <a:pt x="2403157" y="555557"/>
                  <a:pt x="2346745" y="611969"/>
                  <a:pt x="2277157" y="611969"/>
                </a:cubicBezTo>
                <a:cubicBezTo>
                  <a:pt x="2207569" y="611969"/>
                  <a:pt x="2151157" y="555557"/>
                  <a:pt x="2151157" y="485969"/>
                </a:cubicBezTo>
                <a:lnTo>
                  <a:pt x="2151157" y="126001"/>
                </a:lnTo>
                <a:cubicBezTo>
                  <a:pt x="2151157" y="56413"/>
                  <a:pt x="2207569" y="1"/>
                  <a:pt x="2277157" y="1"/>
                </a:cubicBezTo>
                <a:close/>
                <a:moveTo>
                  <a:pt x="2897557" y="0"/>
                </a:moveTo>
                <a:cubicBezTo>
                  <a:pt x="2967145" y="0"/>
                  <a:pt x="3023557" y="56412"/>
                  <a:pt x="3023557" y="126000"/>
                </a:cubicBezTo>
                <a:lnTo>
                  <a:pt x="3023557" y="485968"/>
                </a:lnTo>
                <a:cubicBezTo>
                  <a:pt x="3023557" y="555556"/>
                  <a:pt x="2967145" y="611968"/>
                  <a:pt x="2897557" y="611968"/>
                </a:cubicBezTo>
                <a:cubicBezTo>
                  <a:pt x="2827969" y="611968"/>
                  <a:pt x="2771557" y="555556"/>
                  <a:pt x="2771557" y="485968"/>
                </a:cubicBezTo>
                <a:lnTo>
                  <a:pt x="2771557" y="126000"/>
                </a:lnTo>
                <a:cubicBezTo>
                  <a:pt x="2771557" y="56412"/>
                  <a:pt x="2827969" y="0"/>
                  <a:pt x="289755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05" name="CustomShape 13"/>
          <p:cNvSpPr/>
          <p:nvPr/>
        </p:nvSpPr>
        <p:spPr>
          <a:xfrm>
            <a:off x="7618320" y="2050560"/>
            <a:ext cx="450360" cy="486360"/>
          </a:xfrm>
          <a:custGeom>
            <a:avLst/>
            <a:gdLst/>
            <a:ahLst/>
            <a:rect l="l" t="t" r="r" b="b"/>
            <a:pathLst>
              <a:path w="3240000" h="3240000">
                <a:moveTo>
                  <a:pt x="401869" y="2055482"/>
                </a:moveTo>
                <a:lnTo>
                  <a:pt x="869869" y="2055482"/>
                </a:lnTo>
                <a:lnTo>
                  <a:pt x="869869" y="2919482"/>
                </a:lnTo>
                <a:lnTo>
                  <a:pt x="401869" y="2919482"/>
                </a:lnTo>
                <a:close/>
                <a:moveTo>
                  <a:pt x="1121949" y="1695482"/>
                </a:moveTo>
                <a:lnTo>
                  <a:pt x="1589949" y="1695482"/>
                </a:lnTo>
                <a:lnTo>
                  <a:pt x="1589949" y="2919482"/>
                </a:lnTo>
                <a:lnTo>
                  <a:pt x="1121949" y="2919482"/>
                </a:lnTo>
                <a:close/>
                <a:moveTo>
                  <a:pt x="1842029" y="1335482"/>
                </a:moveTo>
                <a:lnTo>
                  <a:pt x="2310029" y="1335482"/>
                </a:lnTo>
                <a:lnTo>
                  <a:pt x="2310029" y="2919482"/>
                </a:lnTo>
                <a:lnTo>
                  <a:pt x="1842029" y="2919482"/>
                </a:lnTo>
                <a:close/>
                <a:moveTo>
                  <a:pt x="2562109" y="975482"/>
                </a:moveTo>
                <a:lnTo>
                  <a:pt x="3030109" y="975482"/>
                </a:lnTo>
                <a:lnTo>
                  <a:pt x="3030109" y="2919482"/>
                </a:lnTo>
                <a:lnTo>
                  <a:pt x="2562109" y="2919482"/>
                </a:lnTo>
                <a:close/>
                <a:moveTo>
                  <a:pt x="2321888" y="224805"/>
                </a:moveTo>
                <a:lnTo>
                  <a:pt x="2880631" y="247420"/>
                </a:lnTo>
                <a:lnTo>
                  <a:pt x="2620844" y="742612"/>
                </a:lnTo>
                <a:lnTo>
                  <a:pt x="2546105" y="613161"/>
                </a:lnTo>
                <a:lnTo>
                  <a:pt x="541555" y="1770488"/>
                </a:lnTo>
                <a:lnTo>
                  <a:pt x="392077" y="1511585"/>
                </a:lnTo>
                <a:lnTo>
                  <a:pt x="2396627" y="354257"/>
                </a:lnTo>
                <a:close/>
                <a:moveTo>
                  <a:pt x="0" y="0"/>
                </a:moveTo>
                <a:lnTo>
                  <a:pt x="180000" y="0"/>
                </a:lnTo>
                <a:lnTo>
                  <a:pt x="180000" y="3059999"/>
                </a:lnTo>
                <a:lnTo>
                  <a:pt x="3240000" y="3059999"/>
                </a:lnTo>
                <a:lnTo>
                  <a:pt x="3240000" y="3239999"/>
                </a:lnTo>
                <a:lnTo>
                  <a:pt x="180000" y="3239999"/>
                </a:lnTo>
                <a:lnTo>
                  <a:pt x="180000" y="3240000"/>
                </a:lnTo>
                <a:lnTo>
                  <a:pt x="0" y="3240000"/>
                </a:lnTo>
                <a:lnTo>
                  <a:pt x="0" y="3239999"/>
                </a:lnTo>
                <a:lnTo>
                  <a:pt x="0" y="305999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06" name="CustomShape 14"/>
          <p:cNvSpPr/>
          <p:nvPr/>
        </p:nvSpPr>
        <p:spPr>
          <a:xfrm rot="5400000">
            <a:off x="8353440" y="2067840"/>
            <a:ext cx="486720" cy="450360"/>
          </a:xfrm>
          <a:custGeom>
            <a:avLst/>
            <a:gdLst/>
            <a:ahLst/>
            <a:rect l="l" t="t" r="r" b="b"/>
            <a:pathLst>
              <a:path w="3244313" h="3240000">
                <a:moveTo>
                  <a:pt x="2055482" y="677891"/>
                </a:moveTo>
                <a:lnTo>
                  <a:pt x="2055482" y="209891"/>
                </a:lnTo>
                <a:lnTo>
                  <a:pt x="2919482" y="209891"/>
                </a:lnTo>
                <a:lnTo>
                  <a:pt x="2919482" y="677891"/>
                </a:lnTo>
                <a:close/>
                <a:moveTo>
                  <a:pt x="1695482" y="1397971"/>
                </a:moveTo>
                <a:lnTo>
                  <a:pt x="1695482" y="929971"/>
                </a:lnTo>
                <a:lnTo>
                  <a:pt x="2919482" y="929971"/>
                </a:lnTo>
                <a:lnTo>
                  <a:pt x="2919482" y="1397971"/>
                </a:lnTo>
                <a:close/>
                <a:moveTo>
                  <a:pt x="1335482" y="2118051"/>
                </a:moveTo>
                <a:lnTo>
                  <a:pt x="1335482" y="1650051"/>
                </a:lnTo>
                <a:lnTo>
                  <a:pt x="2919482" y="1650051"/>
                </a:lnTo>
                <a:lnTo>
                  <a:pt x="2919482" y="2118051"/>
                </a:lnTo>
                <a:close/>
                <a:moveTo>
                  <a:pt x="975482" y="2838131"/>
                </a:moveTo>
                <a:lnTo>
                  <a:pt x="975482" y="2370131"/>
                </a:lnTo>
                <a:lnTo>
                  <a:pt x="2919482" y="2370131"/>
                </a:lnTo>
                <a:lnTo>
                  <a:pt x="2919482" y="2838131"/>
                </a:lnTo>
                <a:close/>
                <a:moveTo>
                  <a:pt x="10788" y="2651034"/>
                </a:moveTo>
                <a:lnTo>
                  <a:pt x="1168116" y="646484"/>
                </a:lnTo>
                <a:lnTo>
                  <a:pt x="1038664" y="571745"/>
                </a:lnTo>
                <a:lnTo>
                  <a:pt x="1533856" y="311959"/>
                </a:lnTo>
                <a:lnTo>
                  <a:pt x="1556471" y="870701"/>
                </a:lnTo>
                <a:lnTo>
                  <a:pt x="1427019" y="795962"/>
                </a:lnTo>
                <a:lnTo>
                  <a:pt x="269691" y="2800512"/>
                </a:lnTo>
                <a:close/>
                <a:moveTo>
                  <a:pt x="0" y="3240000"/>
                </a:moveTo>
                <a:lnTo>
                  <a:pt x="0" y="3060000"/>
                </a:lnTo>
                <a:lnTo>
                  <a:pt x="3064313" y="3060000"/>
                </a:lnTo>
                <a:lnTo>
                  <a:pt x="3064313" y="0"/>
                </a:lnTo>
                <a:lnTo>
                  <a:pt x="3244313" y="0"/>
                </a:lnTo>
                <a:lnTo>
                  <a:pt x="3244313" y="3240000"/>
                </a:lnTo>
                <a:lnTo>
                  <a:pt x="3240000" y="3240000"/>
                </a:lnTo>
                <a:lnTo>
                  <a:pt x="3064313" y="324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07" name="CustomShape 15"/>
          <p:cNvSpPr/>
          <p:nvPr/>
        </p:nvSpPr>
        <p:spPr>
          <a:xfrm>
            <a:off x="7484040" y="5249520"/>
            <a:ext cx="489960" cy="526320"/>
          </a:xfrm>
          <a:custGeom>
            <a:avLst/>
            <a:gdLst/>
            <a:ahLst/>
            <a:rect l="l" t="t" r="r" b="b"/>
            <a:pathLst>
              <a:path w="3228711" h="3210836">
                <a:moveTo>
                  <a:pt x="351626" y="695968"/>
                </a:moveTo>
                <a:lnTo>
                  <a:pt x="1548007" y="1678300"/>
                </a:lnTo>
                <a:lnTo>
                  <a:pt x="236194" y="2500159"/>
                </a:lnTo>
                <a:cubicBezTo>
                  <a:pt x="-116985" y="1936431"/>
                  <a:pt x="-70514" y="1210092"/>
                  <a:pt x="351626" y="695968"/>
                </a:cubicBezTo>
                <a:close/>
                <a:moveTo>
                  <a:pt x="1957429" y="262366"/>
                </a:moveTo>
                <a:cubicBezTo>
                  <a:pt x="2634256" y="359480"/>
                  <a:pt x="3156733" y="907132"/>
                  <a:pt x="3221913" y="1587776"/>
                </a:cubicBezTo>
                <a:cubicBezTo>
                  <a:pt x="3287093" y="2268421"/>
                  <a:pt x="2878048" y="2905277"/>
                  <a:pt x="2231953" y="3129078"/>
                </a:cubicBezTo>
                <a:cubicBezTo>
                  <a:pt x="1585858" y="3352879"/>
                  <a:pt x="870522" y="3105497"/>
                  <a:pt x="500715" y="2530372"/>
                </a:cubicBezTo>
                <a:lnTo>
                  <a:pt x="1746987" y="1729019"/>
                </a:lnTo>
                <a:close/>
                <a:moveTo>
                  <a:pt x="1604447" y="200"/>
                </a:moveTo>
                <a:cubicBezTo>
                  <a:pt x="1665125" y="-778"/>
                  <a:pt x="1726175" y="1809"/>
                  <a:pt x="1787307" y="8072"/>
                </a:cubicBezTo>
                <a:lnTo>
                  <a:pt x="1629532" y="1548011"/>
                </a:lnTo>
                <a:lnTo>
                  <a:pt x="483856" y="506987"/>
                </a:lnTo>
                <a:cubicBezTo>
                  <a:pt x="773141" y="188622"/>
                  <a:pt x="1179697" y="7051"/>
                  <a:pt x="1604447" y="20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08" name="CustomShape 16"/>
          <p:cNvSpPr/>
          <p:nvPr/>
        </p:nvSpPr>
        <p:spPr>
          <a:xfrm flipH="1">
            <a:off x="11526840" y="3090960"/>
            <a:ext cx="491040" cy="532440"/>
          </a:xfrm>
          <a:custGeom>
            <a:avLst/>
            <a:gdLst/>
            <a:ahLst/>
            <a:rect l="l" t="t" r="r" b="b"/>
            <a:pathLst>
              <a:path w="3240000" h="3248012">
                <a:moveTo>
                  <a:pt x="712553" y="858820"/>
                </a:moveTo>
                <a:cubicBezTo>
                  <a:pt x="727950" y="858820"/>
                  <a:pt x="743348" y="864694"/>
                  <a:pt x="755096" y="876443"/>
                </a:cubicBezTo>
                <a:lnTo>
                  <a:pt x="1193671" y="1315016"/>
                </a:lnTo>
                <a:lnTo>
                  <a:pt x="1509169" y="999517"/>
                </a:lnTo>
                <a:cubicBezTo>
                  <a:pt x="1509517" y="999169"/>
                  <a:pt x="1509868" y="998827"/>
                  <a:pt x="1510414" y="998691"/>
                </a:cubicBezTo>
                <a:lnTo>
                  <a:pt x="1518932" y="988592"/>
                </a:lnTo>
                <a:cubicBezTo>
                  <a:pt x="1531945" y="978263"/>
                  <a:pt x="1547912" y="974188"/>
                  <a:pt x="1563209" y="975946"/>
                </a:cubicBezTo>
                <a:cubicBezTo>
                  <a:pt x="1578505" y="977705"/>
                  <a:pt x="1593131" y="985299"/>
                  <a:pt x="1603459" y="998313"/>
                </a:cubicBezTo>
                <a:lnTo>
                  <a:pt x="1892346" y="1362277"/>
                </a:lnTo>
                <a:lnTo>
                  <a:pt x="2149759" y="1177067"/>
                </a:lnTo>
                <a:lnTo>
                  <a:pt x="2151621" y="1174867"/>
                </a:lnTo>
                <a:cubicBezTo>
                  <a:pt x="2159033" y="1169006"/>
                  <a:pt x="2167397" y="1165168"/>
                  <a:pt x="2176160" y="1163802"/>
                </a:cubicBezTo>
                <a:cubicBezTo>
                  <a:pt x="2177188" y="1163485"/>
                  <a:pt x="2178237" y="1163269"/>
                  <a:pt x="2179375" y="1163558"/>
                </a:cubicBezTo>
                <a:cubicBezTo>
                  <a:pt x="2184768" y="1161771"/>
                  <a:pt x="2190389" y="1161654"/>
                  <a:pt x="2195921" y="1162300"/>
                </a:cubicBezTo>
                <a:cubicBezTo>
                  <a:pt x="2196662" y="1162386"/>
                  <a:pt x="2197402" y="1162487"/>
                  <a:pt x="2198081" y="1162987"/>
                </a:cubicBezTo>
                <a:cubicBezTo>
                  <a:pt x="2202197" y="1163290"/>
                  <a:pt x="2206218" y="1164270"/>
                  <a:pt x="2209739" y="1166702"/>
                </a:cubicBezTo>
                <a:cubicBezTo>
                  <a:pt x="2213116" y="1166857"/>
                  <a:pt x="2216051" y="1168231"/>
                  <a:pt x="2218766" y="1170038"/>
                </a:cubicBezTo>
                <a:cubicBezTo>
                  <a:pt x="2225342" y="1173160"/>
                  <a:pt x="2231151" y="1177875"/>
                  <a:pt x="2235489" y="1184194"/>
                </a:cubicBezTo>
                <a:lnTo>
                  <a:pt x="2236132" y="1184737"/>
                </a:lnTo>
                <a:lnTo>
                  <a:pt x="2236287" y="1184934"/>
                </a:lnTo>
                <a:lnTo>
                  <a:pt x="2238712" y="1187183"/>
                </a:lnTo>
                <a:cubicBezTo>
                  <a:pt x="2239115" y="1187744"/>
                  <a:pt x="2239507" y="1188310"/>
                  <a:pt x="2239574" y="1189090"/>
                </a:cubicBezTo>
                <a:lnTo>
                  <a:pt x="2540580" y="1569705"/>
                </a:lnTo>
                <a:cubicBezTo>
                  <a:pt x="2561191" y="1595768"/>
                  <a:pt x="2556772" y="1633604"/>
                  <a:pt x="2530710" y="1654215"/>
                </a:cubicBezTo>
                <a:cubicBezTo>
                  <a:pt x="2504647" y="1674827"/>
                  <a:pt x="2466811" y="1670408"/>
                  <a:pt x="2446199" y="1644345"/>
                </a:cubicBezTo>
                <a:lnTo>
                  <a:pt x="2177884" y="1305067"/>
                </a:lnTo>
                <a:lnTo>
                  <a:pt x="1934804" y="1479967"/>
                </a:lnTo>
                <a:cubicBezTo>
                  <a:pt x="1927367" y="1485317"/>
                  <a:pt x="1919123" y="1488726"/>
                  <a:pt x="1910598" y="1489881"/>
                </a:cubicBezTo>
                <a:cubicBezTo>
                  <a:pt x="1885257" y="1507791"/>
                  <a:pt x="1850121" y="1502627"/>
                  <a:pt x="1830495" y="1477903"/>
                </a:cubicBezTo>
                <a:lnTo>
                  <a:pt x="1551924" y="1126933"/>
                </a:lnTo>
                <a:lnTo>
                  <a:pt x="1239041" y="1439816"/>
                </a:lnTo>
                <a:cubicBezTo>
                  <a:pt x="1226569" y="1452288"/>
                  <a:pt x="1209983" y="1458139"/>
                  <a:pt x="1193674" y="1456888"/>
                </a:cubicBezTo>
                <a:cubicBezTo>
                  <a:pt x="1177363" y="1458142"/>
                  <a:pt x="1160774" y="1452290"/>
                  <a:pt x="1148301" y="1439816"/>
                </a:cubicBezTo>
                <a:lnTo>
                  <a:pt x="670011" y="961527"/>
                </a:lnTo>
                <a:cubicBezTo>
                  <a:pt x="646515" y="938031"/>
                  <a:pt x="646515" y="899938"/>
                  <a:pt x="670011" y="876442"/>
                </a:cubicBezTo>
                <a:cubicBezTo>
                  <a:pt x="681760" y="864694"/>
                  <a:pt x="697157" y="858820"/>
                  <a:pt x="712553" y="858820"/>
                </a:cubicBezTo>
                <a:close/>
                <a:moveTo>
                  <a:pt x="2790000" y="699581"/>
                </a:moveTo>
                <a:lnTo>
                  <a:pt x="450000" y="699581"/>
                </a:lnTo>
                <a:lnTo>
                  <a:pt x="450000" y="1851581"/>
                </a:lnTo>
                <a:lnTo>
                  <a:pt x="2790000" y="1851581"/>
                </a:lnTo>
                <a:close/>
                <a:moveTo>
                  <a:pt x="2987972" y="519497"/>
                </a:moveTo>
                <a:lnTo>
                  <a:pt x="2987972" y="2031665"/>
                </a:lnTo>
                <a:lnTo>
                  <a:pt x="252028" y="2031665"/>
                </a:lnTo>
                <a:lnTo>
                  <a:pt x="252028" y="519497"/>
                </a:lnTo>
                <a:close/>
                <a:moveTo>
                  <a:pt x="1620000" y="0"/>
                </a:moveTo>
                <a:cubicBezTo>
                  <a:pt x="1540462" y="0"/>
                  <a:pt x="1475984" y="64478"/>
                  <a:pt x="1475984" y="144016"/>
                </a:cubicBezTo>
                <a:lnTo>
                  <a:pt x="1475984" y="267469"/>
                </a:lnTo>
                <a:lnTo>
                  <a:pt x="0" y="267469"/>
                </a:lnTo>
                <a:lnTo>
                  <a:pt x="0" y="2283693"/>
                </a:lnTo>
                <a:lnTo>
                  <a:pt x="852101" y="2283693"/>
                </a:lnTo>
                <a:lnTo>
                  <a:pt x="323771" y="3248012"/>
                </a:lnTo>
                <a:lnTo>
                  <a:pt x="621526" y="3248012"/>
                </a:lnTo>
                <a:lnTo>
                  <a:pt x="1149856" y="2283693"/>
                </a:lnTo>
                <a:lnTo>
                  <a:pt x="2090146" y="2283693"/>
                </a:lnTo>
                <a:lnTo>
                  <a:pt x="2618476" y="3248012"/>
                </a:lnTo>
                <a:lnTo>
                  <a:pt x="2916231" y="3248012"/>
                </a:lnTo>
                <a:lnTo>
                  <a:pt x="2387901" y="2283693"/>
                </a:lnTo>
                <a:lnTo>
                  <a:pt x="3240000" y="2283693"/>
                </a:lnTo>
                <a:lnTo>
                  <a:pt x="3240000" y="267469"/>
                </a:lnTo>
                <a:lnTo>
                  <a:pt x="1764016" y="267469"/>
                </a:lnTo>
                <a:lnTo>
                  <a:pt x="1764016" y="144016"/>
                </a:lnTo>
                <a:cubicBezTo>
                  <a:pt x="1764016" y="64478"/>
                  <a:pt x="1699538" y="0"/>
                  <a:pt x="162000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09" name="CustomShape 17"/>
          <p:cNvSpPr/>
          <p:nvPr/>
        </p:nvSpPr>
        <p:spPr>
          <a:xfrm rot="16200000">
            <a:off x="9104040" y="2023200"/>
            <a:ext cx="584640" cy="542160"/>
          </a:xfrm>
          <a:custGeom>
            <a:avLst/>
            <a:gdLst/>
            <a:ahLst/>
            <a:rect l="l" t="t" r="r" b="b"/>
            <a:pathLst>
              <a:path w="3185463" h="3187558">
                <a:moveTo>
                  <a:pt x="764000" y="2343999"/>
                </a:moveTo>
                <a:cubicBezTo>
                  <a:pt x="566798" y="2256389"/>
                  <a:pt x="385374" y="2134753"/>
                  <a:pt x="230072" y="1981662"/>
                </a:cubicBezTo>
                <a:cubicBezTo>
                  <a:pt x="297001" y="2223876"/>
                  <a:pt x="428049" y="2439341"/>
                  <a:pt x="603989" y="2608945"/>
                </a:cubicBezTo>
                <a:cubicBezTo>
                  <a:pt x="667739" y="2525681"/>
                  <a:pt x="720588" y="2436567"/>
                  <a:pt x="764000" y="2343999"/>
                </a:cubicBezTo>
                <a:close/>
                <a:moveTo>
                  <a:pt x="783530" y="862903"/>
                </a:moveTo>
                <a:cubicBezTo>
                  <a:pt x="737619" y="760936"/>
                  <a:pt x="681240" y="662513"/>
                  <a:pt x="611676" y="571152"/>
                </a:cubicBezTo>
                <a:cubicBezTo>
                  <a:pt x="419218" y="754019"/>
                  <a:pt x="279227" y="991173"/>
                  <a:pt x="215545" y="1258034"/>
                </a:cubicBezTo>
                <a:cubicBezTo>
                  <a:pt x="378729" y="1090139"/>
                  <a:pt x="571934" y="956907"/>
                  <a:pt x="783530" y="862903"/>
                </a:cubicBezTo>
                <a:close/>
                <a:moveTo>
                  <a:pt x="935657" y="1673146"/>
                </a:moveTo>
                <a:lnTo>
                  <a:pt x="227023" y="1673146"/>
                </a:lnTo>
                <a:cubicBezTo>
                  <a:pt x="393068" y="1882941"/>
                  <a:pt x="605618" y="2045968"/>
                  <a:pt x="844267" y="2153109"/>
                </a:cubicBezTo>
                <a:cubicBezTo>
                  <a:pt x="897907" y="1997390"/>
                  <a:pt x="928862" y="1835739"/>
                  <a:pt x="935657" y="1673146"/>
                </a:cubicBezTo>
                <a:close/>
                <a:moveTo>
                  <a:pt x="935928" y="1493146"/>
                </a:moveTo>
                <a:cubicBezTo>
                  <a:pt x="928922" y="1345638"/>
                  <a:pt x="902278" y="1198995"/>
                  <a:pt x="856775" y="1056956"/>
                </a:cubicBezTo>
                <a:cubicBezTo>
                  <a:pt x="636768" y="1156959"/>
                  <a:pt x="439487" y="1304654"/>
                  <a:pt x="281464" y="1493146"/>
                </a:cubicBezTo>
                <a:close/>
                <a:moveTo>
                  <a:pt x="1469785" y="2515107"/>
                </a:moveTo>
                <a:cubicBezTo>
                  <a:pt x="1283000" y="2508124"/>
                  <a:pt x="1100523" y="2472287"/>
                  <a:pt x="927628" y="2411229"/>
                </a:cubicBezTo>
                <a:cubicBezTo>
                  <a:pt x="876831" y="2520843"/>
                  <a:pt x="814172" y="2626182"/>
                  <a:pt x="738220" y="2724387"/>
                </a:cubicBezTo>
                <a:cubicBezTo>
                  <a:pt x="944637" y="2881665"/>
                  <a:pt x="1196120" y="2982471"/>
                  <a:pt x="1469785" y="3005418"/>
                </a:cubicBezTo>
                <a:close/>
                <a:moveTo>
                  <a:pt x="1469785" y="1673146"/>
                </a:moveTo>
                <a:lnTo>
                  <a:pt x="1112275" y="1673146"/>
                </a:lnTo>
                <a:cubicBezTo>
                  <a:pt x="1105327" y="1858153"/>
                  <a:pt x="1070032" y="2042144"/>
                  <a:pt x="1008001" y="2219039"/>
                </a:cubicBezTo>
                <a:cubicBezTo>
                  <a:pt x="1155519" y="2270408"/>
                  <a:pt x="1310845" y="2300826"/>
                  <a:pt x="1469785" y="2307834"/>
                </a:cubicBezTo>
                <a:close/>
                <a:moveTo>
                  <a:pt x="1469785" y="898989"/>
                </a:moveTo>
                <a:cubicBezTo>
                  <a:pt x="1315103" y="907762"/>
                  <a:pt x="1164166" y="938783"/>
                  <a:pt x="1020939" y="990066"/>
                </a:cubicBezTo>
                <a:cubicBezTo>
                  <a:pt x="1074574" y="1153655"/>
                  <a:pt x="1105461" y="1322925"/>
                  <a:pt x="1112368" y="1493146"/>
                </a:cubicBezTo>
                <a:lnTo>
                  <a:pt x="1469785" y="1493146"/>
                </a:lnTo>
                <a:close/>
                <a:moveTo>
                  <a:pt x="1469785" y="182141"/>
                </a:moveTo>
                <a:cubicBezTo>
                  <a:pt x="1199839" y="204777"/>
                  <a:pt x="951477" y="303168"/>
                  <a:pt x="746615" y="456764"/>
                </a:cubicBezTo>
                <a:cubicBezTo>
                  <a:pt x="828296" y="562801"/>
                  <a:pt x="894225" y="677310"/>
                  <a:pt x="947434" y="796072"/>
                </a:cubicBezTo>
                <a:cubicBezTo>
                  <a:pt x="1113886" y="736067"/>
                  <a:pt x="1289644" y="700323"/>
                  <a:pt x="1469785" y="691530"/>
                </a:cubicBezTo>
                <a:close/>
                <a:moveTo>
                  <a:pt x="2150063" y="992171"/>
                </a:moveTo>
                <a:cubicBezTo>
                  <a:pt x="1990712" y="935501"/>
                  <a:pt x="1822242" y="902595"/>
                  <a:pt x="1649785" y="897224"/>
                </a:cubicBezTo>
                <a:lnTo>
                  <a:pt x="1649785" y="1493146"/>
                </a:lnTo>
                <a:lnTo>
                  <a:pt x="2063712" y="1493146"/>
                </a:lnTo>
                <a:cubicBezTo>
                  <a:pt x="2069089" y="1323887"/>
                  <a:pt x="2098366" y="1155330"/>
                  <a:pt x="2150063" y="992171"/>
                </a:cubicBezTo>
                <a:close/>
                <a:moveTo>
                  <a:pt x="2168848" y="2199110"/>
                </a:moveTo>
                <a:cubicBezTo>
                  <a:pt x="2108555" y="2028681"/>
                  <a:pt x="2073581" y="1851532"/>
                  <a:pt x="2065295" y="1673146"/>
                </a:cubicBezTo>
                <a:lnTo>
                  <a:pt x="1649785" y="1673146"/>
                </a:lnTo>
                <a:lnTo>
                  <a:pt x="1649785" y="2307299"/>
                </a:lnTo>
                <a:cubicBezTo>
                  <a:pt x="1829404" y="2299517"/>
                  <a:pt x="2004315" y="2261965"/>
                  <a:pt x="2168848" y="2199110"/>
                </a:cubicBezTo>
                <a:close/>
                <a:moveTo>
                  <a:pt x="2422394" y="446879"/>
                </a:moveTo>
                <a:cubicBezTo>
                  <a:pt x="2204309" y="287209"/>
                  <a:pt x="1938140" y="189883"/>
                  <a:pt x="1649785" y="178919"/>
                </a:cubicBezTo>
                <a:lnTo>
                  <a:pt x="1649785" y="689876"/>
                </a:lnTo>
                <a:cubicBezTo>
                  <a:pt x="1846998" y="695154"/>
                  <a:pt x="2039668" y="732502"/>
                  <a:pt x="2221721" y="797410"/>
                </a:cubicBezTo>
                <a:cubicBezTo>
                  <a:pt x="2275056" y="675360"/>
                  <a:pt x="2341760" y="557662"/>
                  <a:pt x="2422394" y="446879"/>
                </a:cubicBezTo>
                <a:close/>
                <a:moveTo>
                  <a:pt x="2447278" y="2722123"/>
                </a:moveTo>
                <a:cubicBezTo>
                  <a:pt x="2366121" y="2618714"/>
                  <a:pt x="2299534" y="2507403"/>
                  <a:pt x="2246145" y="2391362"/>
                </a:cubicBezTo>
                <a:cubicBezTo>
                  <a:pt x="2057375" y="2464119"/>
                  <a:pt x="1856285" y="2506958"/>
                  <a:pt x="1649785" y="2514779"/>
                </a:cubicBezTo>
                <a:lnTo>
                  <a:pt x="1649785" y="3008639"/>
                </a:lnTo>
                <a:cubicBezTo>
                  <a:pt x="1949198" y="2997255"/>
                  <a:pt x="2224691" y="2892757"/>
                  <a:pt x="2447278" y="2722123"/>
                </a:cubicBezTo>
                <a:close/>
                <a:moveTo>
                  <a:pt x="2878934" y="1493146"/>
                </a:moveTo>
                <a:cubicBezTo>
                  <a:pt x="2723190" y="1307255"/>
                  <a:pt x="2529440" y="1161128"/>
                  <a:pt x="2313862" y="1060620"/>
                </a:cubicBezTo>
                <a:cubicBezTo>
                  <a:pt x="2270535" y="1201714"/>
                  <a:pt x="2245604" y="1347104"/>
                  <a:pt x="2240109" y="1493146"/>
                </a:cubicBezTo>
                <a:close/>
                <a:moveTo>
                  <a:pt x="2890636" y="1673146"/>
                </a:moveTo>
                <a:lnTo>
                  <a:pt x="2241814" y="1673146"/>
                </a:lnTo>
                <a:cubicBezTo>
                  <a:pt x="2249736" y="1827102"/>
                  <a:pt x="2279520" y="1979973"/>
                  <a:pt x="2329964" y="2127513"/>
                </a:cubicBezTo>
                <a:cubicBezTo>
                  <a:pt x="2545677" y="2019923"/>
                  <a:pt x="2738160" y="1866413"/>
                  <a:pt x="2890636" y="1673146"/>
                </a:cubicBezTo>
                <a:close/>
                <a:moveTo>
                  <a:pt x="2973035" y="1284386"/>
                </a:moveTo>
                <a:cubicBezTo>
                  <a:pt x="2912066" y="1001840"/>
                  <a:pt x="2765308" y="751379"/>
                  <a:pt x="2561381" y="561108"/>
                </a:cubicBezTo>
                <a:cubicBezTo>
                  <a:pt x="2489321" y="656437"/>
                  <a:pt x="2431363" y="759225"/>
                  <a:pt x="2384553" y="865647"/>
                </a:cubicBezTo>
                <a:cubicBezTo>
                  <a:pt x="2604520" y="964977"/>
                  <a:pt x="2804622" y="1106677"/>
                  <a:pt x="2973035" y="1284386"/>
                </a:cubicBezTo>
                <a:close/>
                <a:moveTo>
                  <a:pt x="2974277" y="1897328"/>
                </a:moveTo>
                <a:cubicBezTo>
                  <a:pt x="2812488" y="2073933"/>
                  <a:pt x="2619878" y="2216690"/>
                  <a:pt x="2407486" y="2319665"/>
                </a:cubicBezTo>
                <a:cubicBezTo>
                  <a:pt x="2454169" y="2420503"/>
                  <a:pt x="2511856" y="2517376"/>
                  <a:pt x="2582047" y="2607468"/>
                </a:cubicBezTo>
                <a:cubicBezTo>
                  <a:pt x="2776399" y="2417974"/>
                  <a:pt x="2916061" y="2172750"/>
                  <a:pt x="2974277" y="1897328"/>
                </a:cubicBezTo>
                <a:close/>
                <a:moveTo>
                  <a:pt x="3185463" y="1593779"/>
                </a:moveTo>
                <a:cubicBezTo>
                  <a:pt x="3185463" y="2473999"/>
                  <a:pt x="2471904" y="3187558"/>
                  <a:pt x="1591684" y="3187558"/>
                </a:cubicBezTo>
                <a:cubicBezTo>
                  <a:pt x="738111" y="3187558"/>
                  <a:pt x="41261" y="2516549"/>
                  <a:pt x="1913" y="1673146"/>
                </a:cubicBezTo>
                <a:lnTo>
                  <a:pt x="0" y="1673146"/>
                </a:lnTo>
                <a:lnTo>
                  <a:pt x="0" y="1493146"/>
                </a:lnTo>
                <a:lnTo>
                  <a:pt x="2750" y="1493146"/>
                </a:lnTo>
                <a:cubicBezTo>
                  <a:pt x="50490" y="700174"/>
                  <a:pt x="679654" y="64473"/>
                  <a:pt x="1469785" y="6156"/>
                </a:cubicBezTo>
                <a:lnTo>
                  <a:pt x="1469785" y="0"/>
                </a:lnTo>
                <a:lnTo>
                  <a:pt x="1591684" y="0"/>
                </a:lnTo>
                <a:lnTo>
                  <a:pt x="1649785" y="0"/>
                </a:lnTo>
                <a:lnTo>
                  <a:pt x="1649785" y="2934"/>
                </a:lnTo>
                <a:cubicBezTo>
                  <a:pt x="2503127" y="31654"/>
                  <a:pt x="3185463" y="733032"/>
                  <a:pt x="3185463" y="159377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10" name="CustomShape 18"/>
          <p:cNvSpPr/>
          <p:nvPr/>
        </p:nvSpPr>
        <p:spPr>
          <a:xfrm>
            <a:off x="9968760" y="1952640"/>
            <a:ext cx="452160" cy="681120"/>
          </a:xfrm>
          <a:custGeom>
            <a:avLst/>
            <a:gdLst/>
            <a:ahLst/>
            <a:rect l="l" t="t" r="r" b="b"/>
            <a:pathLst>
              <a:path w="2512265" h="3505352">
                <a:moveTo>
                  <a:pt x="1276582" y="2106401"/>
                </a:moveTo>
                <a:cubicBezTo>
                  <a:pt x="1154832" y="2195007"/>
                  <a:pt x="1018024" y="2262207"/>
                  <a:pt x="871321" y="2302645"/>
                </a:cubicBezTo>
                <a:cubicBezTo>
                  <a:pt x="1041049" y="2346709"/>
                  <a:pt x="1216984" y="2342691"/>
                  <a:pt x="1380867" y="2295542"/>
                </a:cubicBezTo>
                <a:cubicBezTo>
                  <a:pt x="1352791" y="2227964"/>
                  <a:pt x="1317377" y="2164934"/>
                  <a:pt x="1276582" y="2106401"/>
                </a:cubicBezTo>
                <a:close/>
                <a:moveTo>
                  <a:pt x="931061" y="1768598"/>
                </a:moveTo>
                <a:lnTo>
                  <a:pt x="785084" y="2021438"/>
                </a:lnTo>
                <a:lnTo>
                  <a:pt x="684448" y="2196711"/>
                </a:lnTo>
                <a:cubicBezTo>
                  <a:pt x="868931" y="2169533"/>
                  <a:pt x="1041385" y="2098006"/>
                  <a:pt x="1189228" y="1991290"/>
                </a:cubicBezTo>
                <a:cubicBezTo>
                  <a:pt x="1113839" y="1904543"/>
                  <a:pt x="1026949" y="1829435"/>
                  <a:pt x="931061" y="1768598"/>
                </a:cubicBezTo>
                <a:close/>
                <a:moveTo>
                  <a:pt x="1626242" y="1739577"/>
                </a:moveTo>
                <a:cubicBezTo>
                  <a:pt x="1556851" y="1850020"/>
                  <a:pt x="1471526" y="1947792"/>
                  <a:pt x="1374302" y="2030973"/>
                </a:cubicBezTo>
                <a:cubicBezTo>
                  <a:pt x="1422822" y="2099916"/>
                  <a:pt x="1464618" y="2174537"/>
                  <a:pt x="1497466" y="2254701"/>
                </a:cubicBezTo>
                <a:cubicBezTo>
                  <a:pt x="1664534" y="2184833"/>
                  <a:pt x="1813198" y="2068027"/>
                  <a:pt x="1922549" y="1910651"/>
                </a:cubicBezTo>
                <a:close/>
                <a:moveTo>
                  <a:pt x="531158" y="1601275"/>
                </a:moveTo>
                <a:cubicBezTo>
                  <a:pt x="514831" y="1769123"/>
                  <a:pt x="535254" y="1939877"/>
                  <a:pt x="594029" y="2101141"/>
                </a:cubicBezTo>
                <a:lnTo>
                  <a:pt x="822377" y="1705631"/>
                </a:lnTo>
                <a:cubicBezTo>
                  <a:pt x="730789" y="1658398"/>
                  <a:pt x="632873" y="1623335"/>
                  <a:pt x="531158" y="1601275"/>
                </a:cubicBezTo>
                <a:close/>
                <a:moveTo>
                  <a:pt x="270885" y="1572115"/>
                </a:moveTo>
                <a:cubicBezTo>
                  <a:pt x="231457" y="1572339"/>
                  <a:pt x="191799" y="1574812"/>
                  <a:pt x="152057" y="1579894"/>
                </a:cubicBezTo>
                <a:cubicBezTo>
                  <a:pt x="195418" y="1760005"/>
                  <a:pt x="289893" y="1927350"/>
                  <a:pt x="428945" y="2058945"/>
                </a:cubicBezTo>
                <a:cubicBezTo>
                  <a:pt x="384418" y="1901749"/>
                  <a:pt x="371313" y="1738504"/>
                  <a:pt x="388331" y="1577832"/>
                </a:cubicBezTo>
                <a:cubicBezTo>
                  <a:pt x="349511" y="1573916"/>
                  <a:pt x="310313" y="1571891"/>
                  <a:pt x="270885" y="1572115"/>
                </a:cubicBezTo>
                <a:close/>
                <a:moveTo>
                  <a:pt x="1117422" y="1445810"/>
                </a:moveTo>
                <a:lnTo>
                  <a:pt x="992684" y="1661863"/>
                </a:lnTo>
                <a:cubicBezTo>
                  <a:pt x="1102065" y="1730612"/>
                  <a:pt x="1200940" y="1816138"/>
                  <a:pt x="1286200" y="1915345"/>
                </a:cubicBezTo>
                <a:cubicBezTo>
                  <a:pt x="1368713" y="1844119"/>
                  <a:pt x="1441290" y="1760865"/>
                  <a:pt x="1500981" y="1667258"/>
                </a:cubicBezTo>
                <a:close/>
                <a:moveTo>
                  <a:pt x="2092402" y="1221082"/>
                </a:moveTo>
                <a:cubicBezTo>
                  <a:pt x="2001593" y="1234047"/>
                  <a:pt x="1911092" y="1235450"/>
                  <a:pt x="1822337" y="1227227"/>
                </a:cubicBezTo>
                <a:cubicBezTo>
                  <a:pt x="1800443" y="1366691"/>
                  <a:pt x="1756170" y="1503162"/>
                  <a:pt x="1688847" y="1630684"/>
                </a:cubicBezTo>
                <a:lnTo>
                  <a:pt x="1987299" y="1802996"/>
                </a:lnTo>
                <a:cubicBezTo>
                  <a:pt x="2084887" y="1618081"/>
                  <a:pt x="2117858" y="1415133"/>
                  <a:pt x="2092402" y="1221082"/>
                </a:cubicBezTo>
                <a:close/>
                <a:moveTo>
                  <a:pt x="649579" y="1175701"/>
                </a:moveTo>
                <a:cubicBezTo>
                  <a:pt x="600911" y="1272240"/>
                  <a:pt x="566994" y="1374279"/>
                  <a:pt x="548013" y="1478728"/>
                </a:cubicBezTo>
                <a:cubicBezTo>
                  <a:pt x="665588" y="1503392"/>
                  <a:pt x="778659" y="1543786"/>
                  <a:pt x="883938" y="1599004"/>
                </a:cubicBezTo>
                <a:lnTo>
                  <a:pt x="1008644" y="1383007"/>
                </a:lnTo>
                <a:close/>
                <a:moveTo>
                  <a:pt x="1325201" y="1085928"/>
                </a:moveTo>
                <a:lnTo>
                  <a:pt x="1180226" y="1337032"/>
                </a:lnTo>
                <a:lnTo>
                  <a:pt x="1563461" y="1558293"/>
                </a:lnTo>
                <a:cubicBezTo>
                  <a:pt x="1621429" y="1447029"/>
                  <a:pt x="1659763" y="1328223"/>
                  <a:pt x="1679185" y="1206861"/>
                </a:cubicBezTo>
                <a:cubicBezTo>
                  <a:pt x="1555153" y="1183834"/>
                  <a:pt x="1435895" y="1143161"/>
                  <a:pt x="1325201" y="1085928"/>
                </a:cubicBezTo>
                <a:close/>
                <a:moveTo>
                  <a:pt x="216369" y="925587"/>
                </a:moveTo>
                <a:cubicBezTo>
                  <a:pt x="135862" y="1096620"/>
                  <a:pt x="108667" y="1281041"/>
                  <a:pt x="130011" y="1458436"/>
                </a:cubicBezTo>
                <a:cubicBezTo>
                  <a:pt x="222591" y="1446071"/>
                  <a:pt x="314795" y="1446181"/>
                  <a:pt x="405131" y="1455463"/>
                </a:cubicBezTo>
                <a:cubicBezTo>
                  <a:pt x="426945" y="1333935"/>
                  <a:pt x="466667" y="1215249"/>
                  <a:pt x="524206" y="1103317"/>
                </a:cubicBezTo>
                <a:close/>
                <a:moveTo>
                  <a:pt x="943246" y="797103"/>
                </a:moveTo>
                <a:cubicBezTo>
                  <a:pt x="853400" y="873630"/>
                  <a:pt x="774733" y="963960"/>
                  <a:pt x="711316" y="1066306"/>
                </a:cubicBezTo>
                <a:lnTo>
                  <a:pt x="1071447" y="1274228"/>
                </a:lnTo>
                <a:lnTo>
                  <a:pt x="1215869" y="1024081"/>
                </a:lnTo>
                <a:cubicBezTo>
                  <a:pt x="1115458" y="961776"/>
                  <a:pt x="1023809" y="885272"/>
                  <a:pt x="943246" y="797103"/>
                </a:cubicBezTo>
                <a:close/>
                <a:moveTo>
                  <a:pt x="1777831" y="614825"/>
                </a:moveTo>
                <a:cubicBezTo>
                  <a:pt x="1828108" y="774217"/>
                  <a:pt x="1847177" y="940426"/>
                  <a:pt x="1835302" y="1104709"/>
                </a:cubicBezTo>
                <a:cubicBezTo>
                  <a:pt x="1912529" y="1111680"/>
                  <a:pt x="1991200" y="1110618"/>
                  <a:pt x="2070135" y="1099634"/>
                </a:cubicBezTo>
                <a:cubicBezTo>
                  <a:pt x="2023430" y="916066"/>
                  <a:pt x="1923963" y="746103"/>
                  <a:pt x="1777831" y="614825"/>
                </a:cubicBezTo>
                <a:close/>
                <a:moveTo>
                  <a:pt x="1613169" y="587153"/>
                </a:moveTo>
                <a:lnTo>
                  <a:pt x="1386789" y="979253"/>
                </a:lnTo>
                <a:cubicBezTo>
                  <a:pt x="1482593" y="1028182"/>
                  <a:pt x="1585369" y="1063521"/>
                  <a:pt x="1692132" y="1084514"/>
                </a:cubicBezTo>
                <a:cubicBezTo>
                  <a:pt x="1702376" y="916614"/>
                  <a:pt x="1676765" y="746730"/>
                  <a:pt x="1613169" y="587153"/>
                </a:cubicBezTo>
                <a:close/>
                <a:moveTo>
                  <a:pt x="1500307" y="531421"/>
                </a:moveTo>
                <a:cubicBezTo>
                  <a:pt x="1333628" y="560682"/>
                  <a:pt x="1177718" y="626786"/>
                  <a:pt x="1041762" y="721997"/>
                </a:cubicBezTo>
                <a:cubicBezTo>
                  <a:pt x="1111912" y="797410"/>
                  <a:pt x="1191076" y="863204"/>
                  <a:pt x="1277416" y="917480"/>
                </a:cubicBezTo>
                <a:close/>
                <a:moveTo>
                  <a:pt x="708730" y="442269"/>
                </a:moveTo>
                <a:cubicBezTo>
                  <a:pt x="536145" y="518354"/>
                  <a:pt x="384460" y="645249"/>
                  <a:pt x="277225" y="815684"/>
                </a:cubicBezTo>
                <a:lnTo>
                  <a:pt x="586010" y="993961"/>
                </a:lnTo>
                <a:cubicBezTo>
                  <a:pt x="658009" y="876621"/>
                  <a:pt x="747803" y="773217"/>
                  <a:pt x="850548" y="685844"/>
                </a:cubicBezTo>
                <a:cubicBezTo>
                  <a:pt x="795399" y="611028"/>
                  <a:pt x="747545" y="529652"/>
                  <a:pt x="708730" y="442269"/>
                </a:cubicBezTo>
                <a:close/>
                <a:moveTo>
                  <a:pt x="1114411" y="355452"/>
                </a:moveTo>
                <a:cubicBezTo>
                  <a:pt x="1016499" y="355167"/>
                  <a:pt x="919324" y="369705"/>
                  <a:pt x="826255" y="398131"/>
                </a:cubicBezTo>
                <a:cubicBezTo>
                  <a:pt x="858722" y="474940"/>
                  <a:pt x="900618" y="545829"/>
                  <a:pt x="948599" y="611249"/>
                </a:cubicBezTo>
                <a:cubicBezTo>
                  <a:pt x="1085375" y="512974"/>
                  <a:pt x="1240825" y="441488"/>
                  <a:pt x="1406980" y="401715"/>
                </a:cubicBezTo>
                <a:cubicBezTo>
                  <a:pt x="1310969" y="370847"/>
                  <a:pt x="1212322" y="355738"/>
                  <a:pt x="1114411" y="355452"/>
                </a:cubicBezTo>
                <a:close/>
                <a:moveTo>
                  <a:pt x="1776283" y="295101"/>
                </a:moveTo>
                <a:lnTo>
                  <a:pt x="1710896" y="408983"/>
                </a:lnTo>
                <a:cubicBezTo>
                  <a:pt x="2209777" y="726145"/>
                  <a:pt x="2373723" y="1383396"/>
                  <a:pt x="2075153" y="1900534"/>
                </a:cubicBezTo>
                <a:cubicBezTo>
                  <a:pt x="1777480" y="2416119"/>
                  <a:pt x="1129323" y="2603192"/>
                  <a:pt x="606057" y="2333243"/>
                </a:cubicBezTo>
                <a:lnTo>
                  <a:pt x="534769" y="2457402"/>
                </a:lnTo>
                <a:cubicBezTo>
                  <a:pt x="1115347" y="2755664"/>
                  <a:pt x="1834151" y="2554240"/>
                  <a:pt x="2173557" y="1987198"/>
                </a:cubicBezTo>
                <a:cubicBezTo>
                  <a:pt x="2520801" y="1407062"/>
                  <a:pt x="2343129" y="657734"/>
                  <a:pt x="1776283" y="295101"/>
                </a:cubicBezTo>
                <a:close/>
                <a:moveTo>
                  <a:pt x="1831804" y="0"/>
                </a:moveTo>
                <a:cubicBezTo>
                  <a:pt x="1881515" y="0"/>
                  <a:pt x="1921814" y="40299"/>
                  <a:pt x="1921814" y="90010"/>
                </a:cubicBezTo>
                <a:cubicBezTo>
                  <a:pt x="1921814" y="123853"/>
                  <a:pt x="1903137" y="153333"/>
                  <a:pt x="1874873" y="167531"/>
                </a:cubicBezTo>
                <a:cubicBezTo>
                  <a:pt x="2505724" y="579432"/>
                  <a:pt x="2701456" y="1419035"/>
                  <a:pt x="2311836" y="2069966"/>
                </a:cubicBezTo>
                <a:cubicBezTo>
                  <a:pt x="2067801" y="2477672"/>
                  <a:pt x="1650037" y="2717958"/>
                  <a:pt x="1209422" y="2750781"/>
                </a:cubicBezTo>
                <a:lnTo>
                  <a:pt x="1209422" y="3191198"/>
                </a:lnTo>
                <a:cubicBezTo>
                  <a:pt x="1228953" y="3190691"/>
                  <a:pt x="1248332" y="3191937"/>
                  <a:pt x="1267595" y="3193449"/>
                </a:cubicBezTo>
                <a:cubicBezTo>
                  <a:pt x="1660899" y="3224325"/>
                  <a:pt x="1926978" y="3358049"/>
                  <a:pt x="1884661" y="3503570"/>
                </a:cubicBezTo>
                <a:lnTo>
                  <a:pt x="318693" y="3505352"/>
                </a:lnTo>
                <a:cubicBezTo>
                  <a:pt x="273700" y="3359367"/>
                  <a:pt x="539657" y="3224666"/>
                  <a:pt x="934393" y="3193515"/>
                </a:cubicBezTo>
                <a:lnTo>
                  <a:pt x="993398" y="3191208"/>
                </a:lnTo>
                <a:lnTo>
                  <a:pt x="993398" y="2750894"/>
                </a:lnTo>
                <a:cubicBezTo>
                  <a:pt x="812915" y="2737642"/>
                  <a:pt x="632784" y="2688481"/>
                  <a:pt x="463078" y="2601537"/>
                </a:cubicBezTo>
                <a:cubicBezTo>
                  <a:pt x="463677" y="2602537"/>
                  <a:pt x="463694" y="2603560"/>
                  <a:pt x="463694" y="2604587"/>
                </a:cubicBezTo>
                <a:cubicBezTo>
                  <a:pt x="463694" y="2654298"/>
                  <a:pt x="423395" y="2694597"/>
                  <a:pt x="373684" y="2694597"/>
                </a:cubicBezTo>
                <a:cubicBezTo>
                  <a:pt x="323973" y="2694597"/>
                  <a:pt x="283674" y="2654298"/>
                  <a:pt x="283674" y="2604587"/>
                </a:cubicBezTo>
                <a:cubicBezTo>
                  <a:pt x="283674" y="2554876"/>
                  <a:pt x="323973" y="2514577"/>
                  <a:pt x="373684" y="2514577"/>
                </a:cubicBezTo>
                <a:lnTo>
                  <a:pt x="377019" y="2515250"/>
                </a:lnTo>
                <a:lnTo>
                  <a:pt x="511820" y="2280472"/>
                </a:lnTo>
                <a:lnTo>
                  <a:pt x="495824" y="2271237"/>
                </a:lnTo>
                <a:lnTo>
                  <a:pt x="496783" y="2269575"/>
                </a:lnTo>
                <a:cubicBezTo>
                  <a:pt x="34226" y="1964050"/>
                  <a:pt x="-130424" y="1362029"/>
                  <a:pt x="110016" y="864184"/>
                </a:cubicBezTo>
                <a:lnTo>
                  <a:pt x="106296" y="862036"/>
                </a:lnTo>
                <a:lnTo>
                  <a:pt x="148828" y="788370"/>
                </a:lnTo>
                <a:lnTo>
                  <a:pt x="169099" y="753258"/>
                </a:lnTo>
                <a:lnTo>
                  <a:pt x="170873" y="754281"/>
                </a:lnTo>
                <a:cubicBezTo>
                  <a:pt x="475914" y="264737"/>
                  <a:pt x="1106018" y="92008"/>
                  <a:pt x="1617242" y="355196"/>
                </a:cubicBezTo>
                <a:lnTo>
                  <a:pt x="1748044" y="127384"/>
                </a:lnTo>
                <a:lnTo>
                  <a:pt x="1751959" y="129632"/>
                </a:lnTo>
                <a:cubicBezTo>
                  <a:pt x="1745165" y="117975"/>
                  <a:pt x="1741794" y="104386"/>
                  <a:pt x="1741794" y="90010"/>
                </a:cubicBezTo>
                <a:cubicBezTo>
                  <a:pt x="1741794" y="40299"/>
                  <a:pt x="1782093" y="0"/>
                  <a:pt x="183180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11" name="CustomShape 19"/>
          <p:cNvSpPr/>
          <p:nvPr/>
        </p:nvSpPr>
        <p:spPr>
          <a:xfrm>
            <a:off x="8340480" y="5230440"/>
            <a:ext cx="368280" cy="563400"/>
          </a:xfrm>
          <a:custGeom>
            <a:avLst/>
            <a:gdLst/>
            <a:ahLst/>
            <a:rect l="l" t="t" r="r" b="b"/>
            <a:pathLst>
              <a:path w="2387678" h="3240000">
                <a:moveTo>
                  <a:pt x="1645041" y="17032"/>
                </a:moveTo>
                <a:lnTo>
                  <a:pt x="2376264" y="17032"/>
                </a:lnTo>
                <a:lnTo>
                  <a:pt x="2376264" y="17033"/>
                </a:lnTo>
                <a:lnTo>
                  <a:pt x="1645042" y="17033"/>
                </a:lnTo>
                <a:close/>
                <a:moveTo>
                  <a:pt x="0" y="17032"/>
                </a:moveTo>
                <a:lnTo>
                  <a:pt x="1379678" y="17032"/>
                </a:lnTo>
                <a:lnTo>
                  <a:pt x="1379678" y="996125"/>
                </a:lnTo>
                <a:lnTo>
                  <a:pt x="2376264" y="996125"/>
                </a:lnTo>
                <a:lnTo>
                  <a:pt x="2376264" y="3240000"/>
                </a:lnTo>
                <a:lnTo>
                  <a:pt x="0" y="3240000"/>
                </a:lnTo>
                <a:close/>
                <a:moveTo>
                  <a:pt x="1498869" y="0"/>
                </a:moveTo>
                <a:lnTo>
                  <a:pt x="2387678" y="888809"/>
                </a:lnTo>
                <a:lnTo>
                  <a:pt x="1498869" y="88880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12" name="CustomShape 20"/>
          <p:cNvSpPr/>
          <p:nvPr/>
        </p:nvSpPr>
        <p:spPr>
          <a:xfrm>
            <a:off x="5196960" y="6126480"/>
            <a:ext cx="391320" cy="803160"/>
          </a:xfrm>
          <a:custGeom>
            <a:avLst/>
            <a:gdLst/>
            <a:ahLst/>
            <a:rect l="l" t="t" r="r" b="b"/>
            <a:pathLst>
              <a:path w="1703664" h="3240001">
                <a:moveTo>
                  <a:pt x="952533" y="2024463"/>
                </a:moveTo>
                <a:lnTo>
                  <a:pt x="856710" y="2024464"/>
                </a:lnTo>
                <a:lnTo>
                  <a:pt x="649879" y="2143878"/>
                </a:lnTo>
                <a:lnTo>
                  <a:pt x="728753" y="2280491"/>
                </a:lnTo>
                <a:lnTo>
                  <a:pt x="800462" y="2239090"/>
                </a:lnTo>
                <a:lnTo>
                  <a:pt x="800462" y="2476837"/>
                </a:lnTo>
                <a:lnTo>
                  <a:pt x="649878" y="2476837"/>
                </a:lnTo>
                <a:lnTo>
                  <a:pt x="649878" y="2634602"/>
                </a:lnTo>
                <a:lnTo>
                  <a:pt x="1067658" y="2634602"/>
                </a:lnTo>
                <a:lnTo>
                  <a:pt x="1067657" y="2476837"/>
                </a:lnTo>
                <a:lnTo>
                  <a:pt x="952532" y="2476837"/>
                </a:lnTo>
                <a:lnTo>
                  <a:pt x="952532" y="2151292"/>
                </a:lnTo>
                <a:lnTo>
                  <a:pt x="952534" y="2151291"/>
                </a:lnTo>
                <a:close/>
                <a:moveTo>
                  <a:pt x="851832" y="1776101"/>
                </a:moveTo>
                <a:cubicBezTo>
                  <a:pt x="1189868" y="1776101"/>
                  <a:pt x="1463900" y="2050133"/>
                  <a:pt x="1463900" y="2388169"/>
                </a:cubicBezTo>
                <a:cubicBezTo>
                  <a:pt x="1463900" y="2726205"/>
                  <a:pt x="1189868" y="3000237"/>
                  <a:pt x="851832" y="3000237"/>
                </a:cubicBezTo>
                <a:cubicBezTo>
                  <a:pt x="513796" y="3000237"/>
                  <a:pt x="239764" y="2726205"/>
                  <a:pt x="239764" y="2388169"/>
                </a:cubicBezTo>
                <a:cubicBezTo>
                  <a:pt x="239764" y="2050133"/>
                  <a:pt x="513796" y="1776101"/>
                  <a:pt x="851832" y="1776101"/>
                </a:cubicBezTo>
                <a:close/>
                <a:moveTo>
                  <a:pt x="851832" y="1689019"/>
                </a:moveTo>
                <a:cubicBezTo>
                  <a:pt x="465702" y="1689019"/>
                  <a:pt x="152682" y="2002039"/>
                  <a:pt x="152682" y="2388169"/>
                </a:cubicBezTo>
                <a:cubicBezTo>
                  <a:pt x="152682" y="2774299"/>
                  <a:pt x="465702" y="3087319"/>
                  <a:pt x="851832" y="3087319"/>
                </a:cubicBezTo>
                <a:cubicBezTo>
                  <a:pt x="1237962" y="3087319"/>
                  <a:pt x="1550982" y="2774299"/>
                  <a:pt x="1550982" y="2388169"/>
                </a:cubicBezTo>
                <a:cubicBezTo>
                  <a:pt x="1550982" y="2002039"/>
                  <a:pt x="1237962" y="1689019"/>
                  <a:pt x="851832" y="1689019"/>
                </a:cubicBezTo>
                <a:close/>
                <a:moveTo>
                  <a:pt x="851832" y="1536337"/>
                </a:moveTo>
                <a:cubicBezTo>
                  <a:pt x="1322286" y="1536337"/>
                  <a:pt x="1703664" y="1917715"/>
                  <a:pt x="1703664" y="2388169"/>
                </a:cubicBezTo>
                <a:cubicBezTo>
                  <a:pt x="1703664" y="2858623"/>
                  <a:pt x="1322286" y="3240001"/>
                  <a:pt x="851832" y="3240001"/>
                </a:cubicBezTo>
                <a:cubicBezTo>
                  <a:pt x="381378" y="3240001"/>
                  <a:pt x="0" y="2858623"/>
                  <a:pt x="0" y="2388169"/>
                </a:cubicBezTo>
                <a:cubicBezTo>
                  <a:pt x="0" y="1917715"/>
                  <a:pt x="381378" y="1536337"/>
                  <a:pt x="851832" y="1536337"/>
                </a:cubicBezTo>
                <a:close/>
                <a:moveTo>
                  <a:pt x="1173126" y="1"/>
                </a:moveTo>
                <a:lnTo>
                  <a:pt x="1383673" y="1"/>
                </a:lnTo>
                <a:lnTo>
                  <a:pt x="1383673" y="954514"/>
                </a:lnTo>
                <a:lnTo>
                  <a:pt x="1173126" y="1187717"/>
                </a:lnTo>
                <a:close/>
                <a:moveTo>
                  <a:pt x="619488" y="0"/>
                </a:moveTo>
                <a:lnTo>
                  <a:pt x="1099698" y="0"/>
                </a:lnTo>
                <a:lnTo>
                  <a:pt x="1099698" y="1265464"/>
                </a:lnTo>
                <a:lnTo>
                  <a:pt x="859593" y="1532640"/>
                </a:lnTo>
                <a:lnTo>
                  <a:pt x="619488" y="1265464"/>
                </a:lnTo>
                <a:close/>
                <a:moveTo>
                  <a:pt x="335512" y="0"/>
                </a:moveTo>
                <a:lnTo>
                  <a:pt x="546059" y="0"/>
                </a:lnTo>
                <a:lnTo>
                  <a:pt x="546059" y="1166181"/>
                </a:lnTo>
                <a:lnTo>
                  <a:pt x="335512" y="92745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13" name="CustomShape 21"/>
          <p:cNvSpPr/>
          <p:nvPr/>
        </p:nvSpPr>
        <p:spPr>
          <a:xfrm rot="16200000">
            <a:off x="9112320" y="4166280"/>
            <a:ext cx="617400" cy="619200"/>
          </a:xfrm>
          <a:custGeom>
            <a:avLst/>
            <a:gdLst/>
            <a:ahLst/>
            <a:rect l="l" t="t" r="r" b="b"/>
            <a:pathLst>
              <a:path w="2993176" h="3240001">
                <a:moveTo>
                  <a:pt x="1299907" y="647892"/>
                </a:moveTo>
                <a:lnTo>
                  <a:pt x="665509" y="1620000"/>
                </a:lnTo>
                <a:lnTo>
                  <a:pt x="1299907" y="2592108"/>
                </a:lnTo>
                <a:lnTo>
                  <a:pt x="634398" y="2592108"/>
                </a:lnTo>
                <a:lnTo>
                  <a:pt x="0" y="1620000"/>
                </a:lnTo>
                <a:lnTo>
                  <a:pt x="634398" y="647892"/>
                </a:lnTo>
                <a:close/>
                <a:moveTo>
                  <a:pt x="2993176" y="1620001"/>
                </a:moveTo>
                <a:lnTo>
                  <a:pt x="1913056" y="3240001"/>
                </a:lnTo>
                <a:lnTo>
                  <a:pt x="1782206" y="3043749"/>
                </a:lnTo>
                <a:lnTo>
                  <a:pt x="1110064" y="3043749"/>
                </a:lnTo>
                <a:cubicBezTo>
                  <a:pt x="1089036" y="3096599"/>
                  <a:pt x="1037333" y="3133759"/>
                  <a:pt x="976952" y="3133759"/>
                </a:cubicBezTo>
                <a:cubicBezTo>
                  <a:pt x="923853" y="3133759"/>
                  <a:pt x="877466" y="3105022"/>
                  <a:pt x="854540" y="3061058"/>
                </a:cubicBezTo>
                <a:lnTo>
                  <a:pt x="302383" y="3169763"/>
                </a:lnTo>
                <a:lnTo>
                  <a:pt x="302383" y="2809723"/>
                </a:lnTo>
                <a:lnTo>
                  <a:pt x="854540" y="2918427"/>
                </a:lnTo>
                <a:cubicBezTo>
                  <a:pt x="877466" y="2874463"/>
                  <a:pt x="923853" y="2845727"/>
                  <a:pt x="976952" y="2845727"/>
                </a:cubicBezTo>
                <a:cubicBezTo>
                  <a:pt x="1037333" y="2845727"/>
                  <a:pt x="1089036" y="2882887"/>
                  <a:pt x="1110064" y="2935737"/>
                </a:cubicBezTo>
                <a:lnTo>
                  <a:pt x="1710190" y="2935737"/>
                </a:lnTo>
                <a:lnTo>
                  <a:pt x="832936" y="1620001"/>
                </a:lnTo>
                <a:lnTo>
                  <a:pt x="191305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14" name="CustomShape 22"/>
          <p:cNvSpPr/>
          <p:nvPr/>
        </p:nvSpPr>
        <p:spPr>
          <a:xfrm rot="10800000">
            <a:off x="9876600" y="3109680"/>
            <a:ext cx="369000" cy="449280"/>
          </a:xfrm>
          <a:custGeom>
            <a:avLst/>
            <a:gdLst/>
            <a:ahLst/>
            <a:rect l="l" t="t" r="r" b="b"/>
            <a:pathLst>
              <a:path w="2880320" h="3252576">
                <a:moveTo>
                  <a:pt x="612726" y="2220771"/>
                </a:moveTo>
                <a:cubicBezTo>
                  <a:pt x="662432" y="2220771"/>
                  <a:pt x="702726" y="2180477"/>
                  <a:pt x="702726" y="2130771"/>
                </a:cubicBezTo>
                <a:lnTo>
                  <a:pt x="702726" y="438771"/>
                </a:lnTo>
                <a:cubicBezTo>
                  <a:pt x="702726" y="389065"/>
                  <a:pt x="662432" y="348771"/>
                  <a:pt x="612726" y="348771"/>
                </a:cubicBezTo>
                <a:cubicBezTo>
                  <a:pt x="563020" y="348771"/>
                  <a:pt x="522726" y="389065"/>
                  <a:pt x="522726" y="438771"/>
                </a:cubicBezTo>
                <a:lnTo>
                  <a:pt x="522726" y="2130771"/>
                </a:lnTo>
                <a:cubicBezTo>
                  <a:pt x="522726" y="2180477"/>
                  <a:pt x="563020" y="2220771"/>
                  <a:pt x="612726" y="2220771"/>
                </a:cubicBezTo>
                <a:close/>
                <a:moveTo>
                  <a:pt x="1188790" y="2220771"/>
                </a:moveTo>
                <a:cubicBezTo>
                  <a:pt x="1238496" y="2220771"/>
                  <a:pt x="1278790" y="2180477"/>
                  <a:pt x="1278790" y="2130771"/>
                </a:cubicBezTo>
                <a:lnTo>
                  <a:pt x="1278790" y="438771"/>
                </a:lnTo>
                <a:cubicBezTo>
                  <a:pt x="1278790" y="389065"/>
                  <a:pt x="1238496" y="348771"/>
                  <a:pt x="1188790" y="348771"/>
                </a:cubicBezTo>
                <a:cubicBezTo>
                  <a:pt x="1139084" y="348771"/>
                  <a:pt x="1098790" y="389065"/>
                  <a:pt x="1098790" y="438771"/>
                </a:cubicBezTo>
                <a:lnTo>
                  <a:pt x="1098790" y="2130771"/>
                </a:lnTo>
                <a:cubicBezTo>
                  <a:pt x="1098790" y="2180477"/>
                  <a:pt x="1139084" y="2220771"/>
                  <a:pt x="1188790" y="2220771"/>
                </a:cubicBezTo>
                <a:close/>
                <a:moveTo>
                  <a:pt x="1764854" y="2220771"/>
                </a:moveTo>
                <a:cubicBezTo>
                  <a:pt x="1814560" y="2220771"/>
                  <a:pt x="1854854" y="2180477"/>
                  <a:pt x="1854854" y="2130771"/>
                </a:cubicBezTo>
                <a:lnTo>
                  <a:pt x="1854854" y="438771"/>
                </a:lnTo>
                <a:cubicBezTo>
                  <a:pt x="1854854" y="389065"/>
                  <a:pt x="1814560" y="348771"/>
                  <a:pt x="1764854" y="348771"/>
                </a:cubicBezTo>
                <a:cubicBezTo>
                  <a:pt x="1715148" y="348771"/>
                  <a:pt x="1674854" y="389065"/>
                  <a:pt x="1674854" y="438771"/>
                </a:cubicBezTo>
                <a:lnTo>
                  <a:pt x="1674854" y="2130771"/>
                </a:lnTo>
                <a:cubicBezTo>
                  <a:pt x="1674854" y="2180477"/>
                  <a:pt x="1715148" y="2220771"/>
                  <a:pt x="1764854" y="2220771"/>
                </a:cubicBezTo>
                <a:close/>
                <a:moveTo>
                  <a:pt x="2340918" y="2220771"/>
                </a:moveTo>
                <a:cubicBezTo>
                  <a:pt x="2390624" y="2220771"/>
                  <a:pt x="2430918" y="2180477"/>
                  <a:pt x="2430918" y="2130771"/>
                </a:cubicBezTo>
                <a:lnTo>
                  <a:pt x="2430918" y="438771"/>
                </a:lnTo>
                <a:cubicBezTo>
                  <a:pt x="2430918" y="389065"/>
                  <a:pt x="2390624" y="348771"/>
                  <a:pt x="2340918" y="348771"/>
                </a:cubicBezTo>
                <a:cubicBezTo>
                  <a:pt x="2291212" y="348771"/>
                  <a:pt x="2250918" y="389065"/>
                  <a:pt x="2250918" y="438771"/>
                </a:cubicBezTo>
                <a:lnTo>
                  <a:pt x="2250918" y="2130771"/>
                </a:lnTo>
                <a:cubicBezTo>
                  <a:pt x="2250918" y="2180477"/>
                  <a:pt x="2291212" y="2220771"/>
                  <a:pt x="2340918" y="2220771"/>
                </a:cubicBezTo>
                <a:close/>
                <a:moveTo>
                  <a:pt x="2784182" y="2519920"/>
                </a:moveTo>
                <a:lnTo>
                  <a:pt x="96136" y="2519920"/>
                </a:lnTo>
                <a:lnTo>
                  <a:pt x="96136" y="419995"/>
                </a:lnTo>
                <a:cubicBezTo>
                  <a:pt x="96136" y="188038"/>
                  <a:pt x="284174" y="0"/>
                  <a:pt x="516131" y="0"/>
                </a:cubicBezTo>
                <a:lnTo>
                  <a:pt x="2364187" y="0"/>
                </a:lnTo>
                <a:cubicBezTo>
                  <a:pt x="2596144" y="0"/>
                  <a:pt x="2784182" y="188038"/>
                  <a:pt x="2784182" y="419995"/>
                </a:cubicBezTo>
                <a:close/>
                <a:moveTo>
                  <a:pt x="1687966" y="3252576"/>
                </a:moveTo>
                <a:lnTo>
                  <a:pt x="1192350" y="3252576"/>
                </a:lnTo>
                <a:cubicBezTo>
                  <a:pt x="1129224" y="3252576"/>
                  <a:pt x="1078050" y="3201402"/>
                  <a:pt x="1078050" y="3138276"/>
                </a:cubicBezTo>
                <a:lnTo>
                  <a:pt x="1078050" y="3023976"/>
                </a:lnTo>
                <a:lnTo>
                  <a:pt x="60008" y="3023976"/>
                </a:lnTo>
                <a:cubicBezTo>
                  <a:pt x="26866" y="3023976"/>
                  <a:pt x="0" y="2997110"/>
                  <a:pt x="0" y="2963968"/>
                </a:cubicBezTo>
                <a:lnTo>
                  <a:pt x="0" y="2723944"/>
                </a:lnTo>
                <a:cubicBezTo>
                  <a:pt x="0" y="2690802"/>
                  <a:pt x="26866" y="2663936"/>
                  <a:pt x="60008" y="2663936"/>
                </a:cubicBezTo>
                <a:lnTo>
                  <a:pt x="2820312" y="2663936"/>
                </a:lnTo>
                <a:cubicBezTo>
                  <a:pt x="2853454" y="2663936"/>
                  <a:pt x="2880320" y="2690802"/>
                  <a:pt x="2880320" y="2723944"/>
                </a:cubicBezTo>
                <a:lnTo>
                  <a:pt x="2880320" y="2963968"/>
                </a:lnTo>
                <a:cubicBezTo>
                  <a:pt x="2880320" y="2997110"/>
                  <a:pt x="2853454" y="3023976"/>
                  <a:pt x="2820312" y="3023976"/>
                </a:cubicBezTo>
                <a:lnTo>
                  <a:pt x="1802266" y="3023976"/>
                </a:lnTo>
                <a:lnTo>
                  <a:pt x="1802266" y="3138276"/>
                </a:lnTo>
                <a:cubicBezTo>
                  <a:pt x="1802266" y="3201402"/>
                  <a:pt x="1751092" y="3252576"/>
                  <a:pt x="1687966" y="3252576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15" name="CustomShape 23"/>
          <p:cNvSpPr/>
          <p:nvPr/>
        </p:nvSpPr>
        <p:spPr>
          <a:xfrm>
            <a:off x="7633800" y="4184280"/>
            <a:ext cx="451080" cy="581400"/>
          </a:xfrm>
          <a:custGeom>
            <a:avLst/>
            <a:gdLst/>
            <a:ahLst/>
            <a:rect l="l" t="t" r="r" b="b"/>
            <a:pathLst>
              <a:path w="2543357" h="3035197">
                <a:moveTo>
                  <a:pt x="1932497" y="885460"/>
                </a:moveTo>
                <a:lnTo>
                  <a:pt x="1858608" y="981586"/>
                </a:lnTo>
                <a:cubicBezTo>
                  <a:pt x="2087948" y="1157874"/>
                  <a:pt x="2221364" y="1431493"/>
                  <a:pt x="2219022" y="1720748"/>
                </a:cubicBezTo>
                <a:lnTo>
                  <a:pt x="2340261" y="1721729"/>
                </a:lnTo>
                <a:cubicBezTo>
                  <a:pt x="2342911" y="1394473"/>
                  <a:pt x="2191967" y="1084907"/>
                  <a:pt x="1932497" y="885460"/>
                </a:cubicBezTo>
                <a:close/>
                <a:moveTo>
                  <a:pt x="1028922" y="281987"/>
                </a:moveTo>
                <a:cubicBezTo>
                  <a:pt x="1157068" y="321344"/>
                  <a:pt x="1128134" y="299573"/>
                  <a:pt x="1193247" y="332230"/>
                </a:cubicBezTo>
                <a:cubicBezTo>
                  <a:pt x="1269854" y="451410"/>
                  <a:pt x="1301375" y="602654"/>
                  <a:pt x="1295736" y="739575"/>
                </a:cubicBezTo>
                <a:cubicBezTo>
                  <a:pt x="1418781" y="730097"/>
                  <a:pt x="1391656" y="622269"/>
                  <a:pt x="1842154" y="674175"/>
                </a:cubicBezTo>
                <a:cubicBezTo>
                  <a:pt x="2251963" y="725703"/>
                  <a:pt x="2543357" y="1202505"/>
                  <a:pt x="2543357" y="1911138"/>
                </a:cubicBezTo>
                <a:cubicBezTo>
                  <a:pt x="2543357" y="2619771"/>
                  <a:pt x="2228290" y="3174439"/>
                  <a:pt x="1189012" y="3004227"/>
                </a:cubicBezTo>
                <a:cubicBezTo>
                  <a:pt x="266689" y="3142266"/>
                  <a:pt x="99973" y="2479414"/>
                  <a:pt x="24671" y="2089269"/>
                </a:cubicBezTo>
                <a:cubicBezTo>
                  <a:pt x="-50631" y="1699124"/>
                  <a:pt x="9514" y="922425"/>
                  <a:pt x="737199" y="663358"/>
                </a:cubicBezTo>
                <a:cubicBezTo>
                  <a:pt x="1021153" y="585721"/>
                  <a:pt x="1093645" y="690425"/>
                  <a:pt x="1216376" y="728497"/>
                </a:cubicBezTo>
                <a:cubicBezTo>
                  <a:pt x="1183268" y="569368"/>
                  <a:pt x="1135766" y="458984"/>
                  <a:pt x="1028922" y="281987"/>
                </a:cubicBezTo>
                <a:close/>
                <a:moveTo>
                  <a:pt x="1919942" y="47"/>
                </a:moveTo>
                <a:cubicBezTo>
                  <a:pt x="2086542" y="1491"/>
                  <a:pt x="2263938" y="35583"/>
                  <a:pt x="2350876" y="60453"/>
                </a:cubicBezTo>
                <a:cubicBezTo>
                  <a:pt x="2672784" y="174000"/>
                  <a:pt x="2321773" y="213881"/>
                  <a:pt x="2220060" y="345654"/>
                </a:cubicBezTo>
                <a:cubicBezTo>
                  <a:pt x="2118347" y="477427"/>
                  <a:pt x="2005019" y="609932"/>
                  <a:pt x="1770740" y="609932"/>
                </a:cubicBezTo>
                <a:lnTo>
                  <a:pt x="1326444" y="614956"/>
                </a:lnTo>
                <a:lnTo>
                  <a:pt x="1346541" y="320533"/>
                </a:lnTo>
                <a:cubicBezTo>
                  <a:pt x="1401807" y="115484"/>
                  <a:pt x="1563158" y="44336"/>
                  <a:pt x="1760692" y="11037"/>
                </a:cubicBezTo>
                <a:cubicBezTo>
                  <a:pt x="1810076" y="2712"/>
                  <a:pt x="1864409" y="-434"/>
                  <a:pt x="1919942" y="4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16" name="CustomShape 24"/>
          <p:cNvSpPr/>
          <p:nvPr/>
        </p:nvSpPr>
        <p:spPr>
          <a:xfrm>
            <a:off x="5141880" y="2010960"/>
            <a:ext cx="570600" cy="563400"/>
          </a:xfrm>
          <a:custGeom>
            <a:avLst/>
            <a:gdLst/>
            <a:ahLst/>
            <a:rect l="l" t="t" r="r" b="b"/>
            <a:pathLst>
              <a:path w="3210745" h="2940925">
                <a:moveTo>
                  <a:pt x="340528" y="2526682"/>
                </a:moveTo>
                <a:cubicBezTo>
                  <a:pt x="280875" y="2526682"/>
                  <a:pt x="232516" y="2575041"/>
                  <a:pt x="232516" y="2634694"/>
                </a:cubicBezTo>
                <a:cubicBezTo>
                  <a:pt x="232516" y="2694347"/>
                  <a:pt x="280875" y="2742706"/>
                  <a:pt x="340528" y="2742706"/>
                </a:cubicBezTo>
                <a:cubicBezTo>
                  <a:pt x="400181" y="2742706"/>
                  <a:pt x="448540" y="2694347"/>
                  <a:pt x="448540" y="2634694"/>
                </a:cubicBezTo>
                <a:cubicBezTo>
                  <a:pt x="448540" y="2575041"/>
                  <a:pt x="400181" y="2526682"/>
                  <a:pt x="340528" y="2526682"/>
                </a:cubicBezTo>
                <a:close/>
                <a:moveTo>
                  <a:pt x="1821636" y="152"/>
                </a:moveTo>
                <a:cubicBezTo>
                  <a:pt x="1920275" y="-4956"/>
                  <a:pt x="2051571" y="119306"/>
                  <a:pt x="2102482" y="278737"/>
                </a:cubicBezTo>
                <a:cubicBezTo>
                  <a:pt x="2192513" y="649582"/>
                  <a:pt x="1575154" y="1213351"/>
                  <a:pt x="2006019" y="1236931"/>
                </a:cubicBezTo>
                <a:cubicBezTo>
                  <a:pt x="2310412" y="1206920"/>
                  <a:pt x="2473326" y="1176910"/>
                  <a:pt x="2803442" y="1166192"/>
                </a:cubicBezTo>
                <a:cubicBezTo>
                  <a:pt x="3103547" y="1170479"/>
                  <a:pt x="3152850" y="1361260"/>
                  <a:pt x="3002798" y="1564903"/>
                </a:cubicBezTo>
                <a:cubicBezTo>
                  <a:pt x="3191435" y="1575621"/>
                  <a:pt x="3347919" y="1869296"/>
                  <a:pt x="3022090" y="1989338"/>
                </a:cubicBezTo>
                <a:cubicBezTo>
                  <a:pt x="3332913" y="2182262"/>
                  <a:pt x="3154994" y="2426634"/>
                  <a:pt x="2977074" y="2471650"/>
                </a:cubicBezTo>
                <a:cubicBezTo>
                  <a:pt x="3127127" y="2606697"/>
                  <a:pt x="3109978" y="2709590"/>
                  <a:pt x="2957782" y="2793191"/>
                </a:cubicBezTo>
                <a:cubicBezTo>
                  <a:pt x="2620164" y="2932526"/>
                  <a:pt x="1747715" y="3028988"/>
                  <a:pt x="1253613" y="2818914"/>
                </a:cubicBezTo>
                <a:cubicBezTo>
                  <a:pt x="1018944" y="2738561"/>
                  <a:pt x="869067" y="2654318"/>
                  <a:pt x="700568" y="2648441"/>
                </a:cubicBezTo>
                <a:lnTo>
                  <a:pt x="700568" y="2796242"/>
                </a:lnTo>
                <a:cubicBezTo>
                  <a:pt x="700568" y="2860729"/>
                  <a:pt x="648291" y="2913006"/>
                  <a:pt x="583804" y="2913006"/>
                </a:cubicBezTo>
                <a:lnTo>
                  <a:pt x="0" y="2913006"/>
                </a:lnTo>
                <a:lnTo>
                  <a:pt x="0" y="1400838"/>
                </a:lnTo>
                <a:lnTo>
                  <a:pt x="583804" y="1400838"/>
                </a:lnTo>
                <a:cubicBezTo>
                  <a:pt x="648291" y="1400838"/>
                  <a:pt x="700568" y="1453115"/>
                  <a:pt x="700568" y="1517602"/>
                </a:cubicBezTo>
                <a:lnTo>
                  <a:pt x="700568" y="1571674"/>
                </a:lnTo>
                <a:cubicBezTo>
                  <a:pt x="721537" y="1568378"/>
                  <a:pt x="746526" y="1559634"/>
                  <a:pt x="784162" y="1539180"/>
                </a:cubicBezTo>
                <a:cubicBezTo>
                  <a:pt x="831321" y="1421281"/>
                  <a:pt x="890271" y="1323747"/>
                  <a:pt x="1034964" y="1191915"/>
                </a:cubicBezTo>
                <a:cubicBezTo>
                  <a:pt x="1257900" y="851081"/>
                  <a:pt x="1628744" y="677449"/>
                  <a:pt x="1703770" y="169413"/>
                </a:cubicBezTo>
                <a:cubicBezTo>
                  <a:pt x="1715024" y="52855"/>
                  <a:pt x="1762452" y="3217"/>
                  <a:pt x="1821636" y="15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17" name="CustomShape 25"/>
          <p:cNvSpPr/>
          <p:nvPr/>
        </p:nvSpPr>
        <p:spPr>
          <a:xfrm>
            <a:off x="9132840" y="3079800"/>
            <a:ext cx="355680" cy="506880"/>
          </a:xfrm>
          <a:custGeom>
            <a:avLst/>
            <a:gdLst/>
            <a:ahLst/>
            <a:rect l="l" t="t" r="r" b="b"/>
            <a:pathLst>
              <a:path w="2448272" h="3240000">
                <a:moveTo>
                  <a:pt x="1358676" y="2676152"/>
                </a:moveTo>
                <a:cubicBezTo>
                  <a:pt x="1327753" y="2676152"/>
                  <a:pt x="1302685" y="2701220"/>
                  <a:pt x="1302685" y="2732143"/>
                </a:cubicBezTo>
                <a:lnTo>
                  <a:pt x="1302685" y="2956101"/>
                </a:lnTo>
                <a:cubicBezTo>
                  <a:pt x="1302685" y="2987024"/>
                  <a:pt x="1327753" y="3012092"/>
                  <a:pt x="1358676" y="3012092"/>
                </a:cubicBezTo>
                <a:lnTo>
                  <a:pt x="1582634" y="3012092"/>
                </a:lnTo>
                <a:cubicBezTo>
                  <a:pt x="1613557" y="3012092"/>
                  <a:pt x="1638625" y="2987024"/>
                  <a:pt x="1638625" y="2956101"/>
                </a:cubicBezTo>
                <a:lnTo>
                  <a:pt x="1638625" y="2732143"/>
                </a:lnTo>
                <a:cubicBezTo>
                  <a:pt x="1638625" y="2701220"/>
                  <a:pt x="1613557" y="2676152"/>
                  <a:pt x="1582634" y="2676152"/>
                </a:cubicBezTo>
                <a:close/>
                <a:moveTo>
                  <a:pt x="837062" y="2676152"/>
                </a:moveTo>
                <a:cubicBezTo>
                  <a:pt x="806139" y="2676152"/>
                  <a:pt x="781071" y="2701220"/>
                  <a:pt x="781071" y="2732143"/>
                </a:cubicBezTo>
                <a:lnTo>
                  <a:pt x="781071" y="2956101"/>
                </a:lnTo>
                <a:cubicBezTo>
                  <a:pt x="781071" y="2987024"/>
                  <a:pt x="806139" y="3012092"/>
                  <a:pt x="837062" y="3012092"/>
                </a:cubicBezTo>
                <a:lnTo>
                  <a:pt x="1061020" y="3012092"/>
                </a:lnTo>
                <a:cubicBezTo>
                  <a:pt x="1091943" y="3012092"/>
                  <a:pt x="1117011" y="2987024"/>
                  <a:pt x="1117011" y="2956101"/>
                </a:cubicBezTo>
                <a:lnTo>
                  <a:pt x="1117011" y="2732143"/>
                </a:lnTo>
                <a:cubicBezTo>
                  <a:pt x="1117011" y="2701220"/>
                  <a:pt x="1091943" y="2676152"/>
                  <a:pt x="1061020" y="2676152"/>
                </a:cubicBezTo>
                <a:close/>
                <a:moveTo>
                  <a:pt x="315448" y="2676152"/>
                </a:moveTo>
                <a:cubicBezTo>
                  <a:pt x="284525" y="2676152"/>
                  <a:pt x="259457" y="2701220"/>
                  <a:pt x="259457" y="2732143"/>
                </a:cubicBezTo>
                <a:lnTo>
                  <a:pt x="259457" y="2956101"/>
                </a:lnTo>
                <a:cubicBezTo>
                  <a:pt x="259457" y="2987024"/>
                  <a:pt x="284525" y="3012092"/>
                  <a:pt x="315448" y="3012092"/>
                </a:cubicBezTo>
                <a:lnTo>
                  <a:pt x="539406" y="3012092"/>
                </a:lnTo>
                <a:cubicBezTo>
                  <a:pt x="570329" y="3012092"/>
                  <a:pt x="595397" y="2987024"/>
                  <a:pt x="595397" y="2956101"/>
                </a:cubicBezTo>
                <a:lnTo>
                  <a:pt x="595397" y="2732143"/>
                </a:lnTo>
                <a:cubicBezTo>
                  <a:pt x="595397" y="2701220"/>
                  <a:pt x="570329" y="2676152"/>
                  <a:pt x="539406" y="2676152"/>
                </a:cubicBezTo>
                <a:close/>
                <a:moveTo>
                  <a:pt x="1880291" y="2179832"/>
                </a:moveTo>
                <a:cubicBezTo>
                  <a:pt x="1849368" y="2179832"/>
                  <a:pt x="1824300" y="2204900"/>
                  <a:pt x="1824300" y="2235823"/>
                </a:cubicBezTo>
                <a:lnTo>
                  <a:pt x="1824300" y="2956101"/>
                </a:lnTo>
                <a:cubicBezTo>
                  <a:pt x="1824300" y="2987024"/>
                  <a:pt x="1849368" y="3012092"/>
                  <a:pt x="1880291" y="3012092"/>
                </a:cubicBezTo>
                <a:lnTo>
                  <a:pt x="2104249" y="3012092"/>
                </a:lnTo>
                <a:cubicBezTo>
                  <a:pt x="2135172" y="3012092"/>
                  <a:pt x="2160240" y="2987024"/>
                  <a:pt x="2160240" y="2956101"/>
                </a:cubicBezTo>
                <a:lnTo>
                  <a:pt x="2160240" y="2235823"/>
                </a:lnTo>
                <a:cubicBezTo>
                  <a:pt x="2160240" y="2204900"/>
                  <a:pt x="2135172" y="2179832"/>
                  <a:pt x="2104249" y="2179832"/>
                </a:cubicBezTo>
                <a:close/>
                <a:moveTo>
                  <a:pt x="1358676" y="2179832"/>
                </a:moveTo>
                <a:cubicBezTo>
                  <a:pt x="1327753" y="2179832"/>
                  <a:pt x="1302685" y="2204900"/>
                  <a:pt x="1302685" y="2235823"/>
                </a:cubicBezTo>
                <a:lnTo>
                  <a:pt x="1302685" y="2459781"/>
                </a:lnTo>
                <a:cubicBezTo>
                  <a:pt x="1302685" y="2490704"/>
                  <a:pt x="1327753" y="2515772"/>
                  <a:pt x="1358676" y="2515772"/>
                </a:cubicBezTo>
                <a:lnTo>
                  <a:pt x="1582634" y="2515772"/>
                </a:lnTo>
                <a:cubicBezTo>
                  <a:pt x="1613557" y="2515772"/>
                  <a:pt x="1638625" y="2490704"/>
                  <a:pt x="1638625" y="2459781"/>
                </a:cubicBezTo>
                <a:lnTo>
                  <a:pt x="1638625" y="2235823"/>
                </a:lnTo>
                <a:cubicBezTo>
                  <a:pt x="1638625" y="2204900"/>
                  <a:pt x="1613557" y="2179832"/>
                  <a:pt x="1582634" y="2179832"/>
                </a:cubicBezTo>
                <a:close/>
                <a:moveTo>
                  <a:pt x="837062" y="2179832"/>
                </a:moveTo>
                <a:cubicBezTo>
                  <a:pt x="806139" y="2179832"/>
                  <a:pt x="781071" y="2204900"/>
                  <a:pt x="781071" y="2235823"/>
                </a:cubicBezTo>
                <a:lnTo>
                  <a:pt x="781071" y="2459781"/>
                </a:lnTo>
                <a:cubicBezTo>
                  <a:pt x="781071" y="2490704"/>
                  <a:pt x="806139" y="2515772"/>
                  <a:pt x="837062" y="2515772"/>
                </a:cubicBezTo>
                <a:lnTo>
                  <a:pt x="1061020" y="2515772"/>
                </a:lnTo>
                <a:cubicBezTo>
                  <a:pt x="1091943" y="2515772"/>
                  <a:pt x="1117011" y="2490704"/>
                  <a:pt x="1117011" y="2459781"/>
                </a:cubicBezTo>
                <a:lnTo>
                  <a:pt x="1117011" y="2235823"/>
                </a:lnTo>
                <a:cubicBezTo>
                  <a:pt x="1117011" y="2204900"/>
                  <a:pt x="1091943" y="2179832"/>
                  <a:pt x="1061020" y="2179832"/>
                </a:cubicBezTo>
                <a:close/>
                <a:moveTo>
                  <a:pt x="315448" y="2179832"/>
                </a:moveTo>
                <a:cubicBezTo>
                  <a:pt x="284525" y="2179832"/>
                  <a:pt x="259457" y="2204900"/>
                  <a:pt x="259457" y="2235823"/>
                </a:cubicBezTo>
                <a:lnTo>
                  <a:pt x="259457" y="2459781"/>
                </a:lnTo>
                <a:cubicBezTo>
                  <a:pt x="259457" y="2490704"/>
                  <a:pt x="284525" y="2515772"/>
                  <a:pt x="315448" y="2515772"/>
                </a:cubicBezTo>
                <a:lnTo>
                  <a:pt x="539406" y="2515772"/>
                </a:lnTo>
                <a:cubicBezTo>
                  <a:pt x="570329" y="2515772"/>
                  <a:pt x="595397" y="2490704"/>
                  <a:pt x="595397" y="2459781"/>
                </a:cubicBezTo>
                <a:lnTo>
                  <a:pt x="595397" y="2235823"/>
                </a:lnTo>
                <a:cubicBezTo>
                  <a:pt x="595397" y="2204900"/>
                  <a:pt x="570329" y="2179832"/>
                  <a:pt x="539406" y="2179832"/>
                </a:cubicBezTo>
                <a:close/>
                <a:moveTo>
                  <a:pt x="1880291" y="1683512"/>
                </a:moveTo>
                <a:cubicBezTo>
                  <a:pt x="1849368" y="1683512"/>
                  <a:pt x="1824300" y="1708580"/>
                  <a:pt x="1824300" y="1739503"/>
                </a:cubicBezTo>
                <a:lnTo>
                  <a:pt x="1824300" y="1963461"/>
                </a:lnTo>
                <a:cubicBezTo>
                  <a:pt x="1824300" y="1994384"/>
                  <a:pt x="1849368" y="2019452"/>
                  <a:pt x="1880291" y="2019452"/>
                </a:cubicBezTo>
                <a:lnTo>
                  <a:pt x="2104249" y="2019452"/>
                </a:lnTo>
                <a:cubicBezTo>
                  <a:pt x="2135172" y="2019452"/>
                  <a:pt x="2160240" y="1994384"/>
                  <a:pt x="2160240" y="1963461"/>
                </a:cubicBezTo>
                <a:lnTo>
                  <a:pt x="2160240" y="1739503"/>
                </a:lnTo>
                <a:cubicBezTo>
                  <a:pt x="2160240" y="1708580"/>
                  <a:pt x="2135172" y="1683512"/>
                  <a:pt x="2104249" y="1683512"/>
                </a:cubicBezTo>
                <a:close/>
                <a:moveTo>
                  <a:pt x="1358676" y="1683512"/>
                </a:moveTo>
                <a:cubicBezTo>
                  <a:pt x="1327753" y="1683512"/>
                  <a:pt x="1302685" y="1708580"/>
                  <a:pt x="1302685" y="1739503"/>
                </a:cubicBezTo>
                <a:lnTo>
                  <a:pt x="1302685" y="1963461"/>
                </a:lnTo>
                <a:cubicBezTo>
                  <a:pt x="1302685" y="1994384"/>
                  <a:pt x="1327753" y="2019452"/>
                  <a:pt x="1358676" y="2019452"/>
                </a:cubicBezTo>
                <a:lnTo>
                  <a:pt x="1582634" y="2019452"/>
                </a:lnTo>
                <a:cubicBezTo>
                  <a:pt x="1613557" y="2019452"/>
                  <a:pt x="1638625" y="1994384"/>
                  <a:pt x="1638625" y="1963461"/>
                </a:cubicBezTo>
                <a:lnTo>
                  <a:pt x="1638625" y="1739503"/>
                </a:lnTo>
                <a:cubicBezTo>
                  <a:pt x="1638625" y="1708580"/>
                  <a:pt x="1613557" y="1683512"/>
                  <a:pt x="1582634" y="1683512"/>
                </a:cubicBezTo>
                <a:close/>
                <a:moveTo>
                  <a:pt x="837062" y="1683512"/>
                </a:moveTo>
                <a:cubicBezTo>
                  <a:pt x="806139" y="1683512"/>
                  <a:pt x="781071" y="1708580"/>
                  <a:pt x="781071" y="1739503"/>
                </a:cubicBezTo>
                <a:lnTo>
                  <a:pt x="781071" y="1963461"/>
                </a:lnTo>
                <a:cubicBezTo>
                  <a:pt x="781071" y="1994384"/>
                  <a:pt x="806139" y="2019452"/>
                  <a:pt x="837062" y="2019452"/>
                </a:cubicBezTo>
                <a:lnTo>
                  <a:pt x="1061020" y="2019452"/>
                </a:lnTo>
                <a:cubicBezTo>
                  <a:pt x="1091943" y="2019452"/>
                  <a:pt x="1117011" y="1994384"/>
                  <a:pt x="1117011" y="1963461"/>
                </a:cubicBezTo>
                <a:lnTo>
                  <a:pt x="1117011" y="1739503"/>
                </a:lnTo>
                <a:cubicBezTo>
                  <a:pt x="1117011" y="1708580"/>
                  <a:pt x="1091943" y="1683512"/>
                  <a:pt x="1061020" y="1683512"/>
                </a:cubicBezTo>
                <a:close/>
                <a:moveTo>
                  <a:pt x="315448" y="1683512"/>
                </a:moveTo>
                <a:cubicBezTo>
                  <a:pt x="284525" y="1683512"/>
                  <a:pt x="259457" y="1708580"/>
                  <a:pt x="259457" y="1739503"/>
                </a:cubicBezTo>
                <a:lnTo>
                  <a:pt x="259457" y="1963461"/>
                </a:lnTo>
                <a:cubicBezTo>
                  <a:pt x="259457" y="1994384"/>
                  <a:pt x="284525" y="2019452"/>
                  <a:pt x="315448" y="2019452"/>
                </a:cubicBezTo>
                <a:lnTo>
                  <a:pt x="539406" y="2019452"/>
                </a:lnTo>
                <a:cubicBezTo>
                  <a:pt x="570329" y="2019452"/>
                  <a:pt x="595397" y="1994384"/>
                  <a:pt x="595397" y="1963461"/>
                </a:cubicBezTo>
                <a:lnTo>
                  <a:pt x="595397" y="1739503"/>
                </a:lnTo>
                <a:cubicBezTo>
                  <a:pt x="595397" y="1708580"/>
                  <a:pt x="570329" y="1683512"/>
                  <a:pt x="539406" y="1683512"/>
                </a:cubicBezTo>
                <a:close/>
                <a:moveTo>
                  <a:pt x="1880291" y="1187192"/>
                </a:moveTo>
                <a:cubicBezTo>
                  <a:pt x="1849368" y="1187192"/>
                  <a:pt x="1824300" y="1212260"/>
                  <a:pt x="1824300" y="1243183"/>
                </a:cubicBezTo>
                <a:lnTo>
                  <a:pt x="1824300" y="1467141"/>
                </a:lnTo>
                <a:cubicBezTo>
                  <a:pt x="1824300" y="1498064"/>
                  <a:pt x="1849368" y="1523132"/>
                  <a:pt x="1880291" y="1523132"/>
                </a:cubicBezTo>
                <a:lnTo>
                  <a:pt x="2104249" y="1523132"/>
                </a:lnTo>
                <a:cubicBezTo>
                  <a:pt x="2135172" y="1523132"/>
                  <a:pt x="2160240" y="1498064"/>
                  <a:pt x="2160240" y="1467141"/>
                </a:cubicBezTo>
                <a:lnTo>
                  <a:pt x="2160240" y="1243183"/>
                </a:lnTo>
                <a:cubicBezTo>
                  <a:pt x="2160240" y="1212260"/>
                  <a:pt x="2135172" y="1187192"/>
                  <a:pt x="2104249" y="1187192"/>
                </a:cubicBezTo>
                <a:close/>
                <a:moveTo>
                  <a:pt x="1358676" y="1187192"/>
                </a:moveTo>
                <a:cubicBezTo>
                  <a:pt x="1327753" y="1187192"/>
                  <a:pt x="1302685" y="1212260"/>
                  <a:pt x="1302685" y="1243183"/>
                </a:cubicBezTo>
                <a:lnTo>
                  <a:pt x="1302685" y="1467141"/>
                </a:lnTo>
                <a:cubicBezTo>
                  <a:pt x="1302685" y="1498064"/>
                  <a:pt x="1327753" y="1523132"/>
                  <a:pt x="1358676" y="1523132"/>
                </a:cubicBezTo>
                <a:lnTo>
                  <a:pt x="1582634" y="1523132"/>
                </a:lnTo>
                <a:cubicBezTo>
                  <a:pt x="1613557" y="1523132"/>
                  <a:pt x="1638625" y="1498064"/>
                  <a:pt x="1638625" y="1467141"/>
                </a:cubicBezTo>
                <a:lnTo>
                  <a:pt x="1638625" y="1243183"/>
                </a:lnTo>
                <a:cubicBezTo>
                  <a:pt x="1638625" y="1212260"/>
                  <a:pt x="1613557" y="1187192"/>
                  <a:pt x="1582634" y="1187192"/>
                </a:cubicBezTo>
                <a:close/>
                <a:moveTo>
                  <a:pt x="837062" y="1187192"/>
                </a:moveTo>
                <a:cubicBezTo>
                  <a:pt x="806139" y="1187192"/>
                  <a:pt x="781071" y="1212260"/>
                  <a:pt x="781071" y="1243183"/>
                </a:cubicBezTo>
                <a:lnTo>
                  <a:pt x="781071" y="1467141"/>
                </a:lnTo>
                <a:cubicBezTo>
                  <a:pt x="781071" y="1498064"/>
                  <a:pt x="806139" y="1523132"/>
                  <a:pt x="837062" y="1523132"/>
                </a:cubicBezTo>
                <a:lnTo>
                  <a:pt x="1061020" y="1523132"/>
                </a:lnTo>
                <a:cubicBezTo>
                  <a:pt x="1091943" y="1523132"/>
                  <a:pt x="1117011" y="1498064"/>
                  <a:pt x="1117011" y="1467141"/>
                </a:cubicBezTo>
                <a:lnTo>
                  <a:pt x="1117011" y="1243183"/>
                </a:lnTo>
                <a:cubicBezTo>
                  <a:pt x="1117011" y="1212260"/>
                  <a:pt x="1091943" y="1187192"/>
                  <a:pt x="1061020" y="1187192"/>
                </a:cubicBezTo>
                <a:close/>
                <a:moveTo>
                  <a:pt x="315448" y="1187192"/>
                </a:moveTo>
                <a:cubicBezTo>
                  <a:pt x="284525" y="1187192"/>
                  <a:pt x="259457" y="1212260"/>
                  <a:pt x="259457" y="1243183"/>
                </a:cubicBezTo>
                <a:lnTo>
                  <a:pt x="259457" y="1467141"/>
                </a:lnTo>
                <a:cubicBezTo>
                  <a:pt x="259457" y="1498064"/>
                  <a:pt x="284525" y="1523132"/>
                  <a:pt x="315448" y="1523132"/>
                </a:cubicBezTo>
                <a:lnTo>
                  <a:pt x="539406" y="1523132"/>
                </a:lnTo>
                <a:cubicBezTo>
                  <a:pt x="570329" y="1523132"/>
                  <a:pt x="595397" y="1498064"/>
                  <a:pt x="595397" y="1467141"/>
                </a:cubicBezTo>
                <a:lnTo>
                  <a:pt x="595397" y="1243183"/>
                </a:lnTo>
                <a:cubicBezTo>
                  <a:pt x="595397" y="1212260"/>
                  <a:pt x="570329" y="1187192"/>
                  <a:pt x="539406" y="1187192"/>
                </a:cubicBezTo>
                <a:close/>
                <a:moveTo>
                  <a:pt x="348041" y="163575"/>
                </a:moveTo>
                <a:cubicBezTo>
                  <a:pt x="275130" y="163575"/>
                  <a:pt x="216024" y="222681"/>
                  <a:pt x="216024" y="295592"/>
                </a:cubicBezTo>
                <a:lnTo>
                  <a:pt x="216024" y="823646"/>
                </a:lnTo>
                <a:cubicBezTo>
                  <a:pt x="216024" y="896557"/>
                  <a:pt x="275130" y="955663"/>
                  <a:pt x="348041" y="955663"/>
                </a:cubicBezTo>
                <a:lnTo>
                  <a:pt x="2100231" y="955663"/>
                </a:lnTo>
                <a:cubicBezTo>
                  <a:pt x="2173142" y="955663"/>
                  <a:pt x="2232248" y="896557"/>
                  <a:pt x="2232248" y="823646"/>
                </a:cubicBezTo>
                <a:lnTo>
                  <a:pt x="2232248" y="295592"/>
                </a:lnTo>
                <a:cubicBezTo>
                  <a:pt x="2232248" y="222681"/>
                  <a:pt x="2173142" y="163575"/>
                  <a:pt x="2100231" y="163575"/>
                </a:cubicBezTo>
                <a:close/>
                <a:moveTo>
                  <a:pt x="265172" y="0"/>
                </a:moveTo>
                <a:lnTo>
                  <a:pt x="2183100" y="0"/>
                </a:lnTo>
                <a:cubicBezTo>
                  <a:pt x="2329550" y="0"/>
                  <a:pt x="2448272" y="118722"/>
                  <a:pt x="2448272" y="265172"/>
                </a:cubicBezTo>
                <a:lnTo>
                  <a:pt x="2448272" y="2974828"/>
                </a:lnTo>
                <a:cubicBezTo>
                  <a:pt x="2448272" y="3121278"/>
                  <a:pt x="2329550" y="3240000"/>
                  <a:pt x="2183100" y="3240000"/>
                </a:cubicBezTo>
                <a:lnTo>
                  <a:pt x="265172" y="3240000"/>
                </a:lnTo>
                <a:cubicBezTo>
                  <a:pt x="118722" y="3240000"/>
                  <a:pt x="0" y="3121278"/>
                  <a:pt x="0" y="2974828"/>
                </a:cubicBezTo>
                <a:lnTo>
                  <a:pt x="0" y="265172"/>
                </a:lnTo>
                <a:cubicBezTo>
                  <a:pt x="0" y="118722"/>
                  <a:pt x="118722" y="0"/>
                  <a:pt x="26517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18" name="CustomShape 26"/>
          <p:cNvSpPr/>
          <p:nvPr/>
        </p:nvSpPr>
        <p:spPr>
          <a:xfrm>
            <a:off x="10706400" y="4221720"/>
            <a:ext cx="469440" cy="506880"/>
          </a:xfrm>
          <a:custGeom>
            <a:avLst/>
            <a:gdLst/>
            <a:ahLst/>
            <a:rect l="l" t="t" r="r" b="b"/>
            <a:pathLst>
              <a:path w="3240000" h="3240000">
                <a:moveTo>
                  <a:pt x="2019696" y="2510955"/>
                </a:moveTo>
                <a:lnTo>
                  <a:pt x="2019696" y="2797359"/>
                </a:lnTo>
                <a:lnTo>
                  <a:pt x="2914589" y="2797359"/>
                </a:lnTo>
                <a:lnTo>
                  <a:pt x="2914589" y="2510955"/>
                </a:lnTo>
                <a:close/>
                <a:moveTo>
                  <a:pt x="2019696" y="2081348"/>
                </a:moveTo>
                <a:lnTo>
                  <a:pt x="2019696" y="2367752"/>
                </a:lnTo>
                <a:lnTo>
                  <a:pt x="2914589" y="2367752"/>
                </a:lnTo>
                <a:lnTo>
                  <a:pt x="2914589" y="2081348"/>
                </a:lnTo>
                <a:close/>
                <a:moveTo>
                  <a:pt x="580710" y="2021703"/>
                </a:moveTo>
                <a:lnTo>
                  <a:pt x="378191" y="2224222"/>
                </a:lnTo>
                <a:lnTo>
                  <a:pt x="593323" y="2439354"/>
                </a:lnTo>
                <a:lnTo>
                  <a:pt x="378191" y="2654485"/>
                </a:lnTo>
                <a:lnTo>
                  <a:pt x="580710" y="2857004"/>
                </a:lnTo>
                <a:lnTo>
                  <a:pt x="795842" y="2641872"/>
                </a:lnTo>
                <a:lnTo>
                  <a:pt x="1010973" y="2857004"/>
                </a:lnTo>
                <a:lnTo>
                  <a:pt x="1213492" y="2654485"/>
                </a:lnTo>
                <a:lnTo>
                  <a:pt x="998360" y="2439354"/>
                </a:lnTo>
                <a:lnTo>
                  <a:pt x="1213492" y="2224222"/>
                </a:lnTo>
                <a:lnTo>
                  <a:pt x="1010973" y="2021703"/>
                </a:lnTo>
                <a:lnTo>
                  <a:pt x="795842" y="2236835"/>
                </a:lnTo>
                <a:close/>
                <a:moveTo>
                  <a:pt x="1656000" y="1656001"/>
                </a:moveTo>
                <a:lnTo>
                  <a:pt x="3240000" y="1656001"/>
                </a:lnTo>
                <a:lnTo>
                  <a:pt x="3240000" y="2699989"/>
                </a:lnTo>
                <a:cubicBezTo>
                  <a:pt x="3240000" y="2998229"/>
                  <a:pt x="2998229" y="3240000"/>
                  <a:pt x="2699989" y="3240000"/>
                </a:cubicBezTo>
                <a:lnTo>
                  <a:pt x="1656000" y="3240000"/>
                </a:lnTo>
                <a:close/>
                <a:moveTo>
                  <a:pt x="0" y="1656001"/>
                </a:moveTo>
                <a:lnTo>
                  <a:pt x="1584000" y="1656001"/>
                </a:lnTo>
                <a:lnTo>
                  <a:pt x="1584000" y="3240000"/>
                </a:lnTo>
                <a:lnTo>
                  <a:pt x="540011" y="3240000"/>
                </a:lnTo>
                <a:cubicBezTo>
                  <a:pt x="241771" y="3240000"/>
                  <a:pt x="0" y="2998229"/>
                  <a:pt x="0" y="2699989"/>
                </a:cubicBezTo>
                <a:close/>
                <a:moveTo>
                  <a:pt x="2467143" y="957859"/>
                </a:moveTo>
                <a:cubicBezTo>
                  <a:pt x="2388055" y="957859"/>
                  <a:pt x="2323941" y="1021973"/>
                  <a:pt x="2323941" y="1101061"/>
                </a:cubicBezTo>
                <a:cubicBezTo>
                  <a:pt x="2323941" y="1180149"/>
                  <a:pt x="2388055" y="1244263"/>
                  <a:pt x="2467143" y="1244263"/>
                </a:cubicBezTo>
                <a:cubicBezTo>
                  <a:pt x="2546231" y="1244263"/>
                  <a:pt x="2610345" y="1180149"/>
                  <a:pt x="2610345" y="1101061"/>
                </a:cubicBezTo>
                <a:cubicBezTo>
                  <a:pt x="2610345" y="1021973"/>
                  <a:pt x="2546231" y="957859"/>
                  <a:pt x="2467143" y="957859"/>
                </a:cubicBezTo>
                <a:close/>
                <a:moveTo>
                  <a:pt x="2019696" y="635775"/>
                </a:moveTo>
                <a:lnTo>
                  <a:pt x="2019696" y="922180"/>
                </a:lnTo>
                <a:lnTo>
                  <a:pt x="2914589" y="922180"/>
                </a:lnTo>
                <a:lnTo>
                  <a:pt x="2914589" y="635775"/>
                </a:lnTo>
                <a:close/>
                <a:moveTo>
                  <a:pt x="652639" y="331531"/>
                </a:moveTo>
                <a:lnTo>
                  <a:pt x="652639" y="635775"/>
                </a:lnTo>
                <a:lnTo>
                  <a:pt x="348395" y="635775"/>
                </a:lnTo>
                <a:lnTo>
                  <a:pt x="348395" y="922180"/>
                </a:lnTo>
                <a:lnTo>
                  <a:pt x="652639" y="922180"/>
                </a:lnTo>
                <a:lnTo>
                  <a:pt x="652639" y="1226424"/>
                </a:lnTo>
                <a:lnTo>
                  <a:pt x="939044" y="1226424"/>
                </a:lnTo>
                <a:lnTo>
                  <a:pt x="939044" y="922180"/>
                </a:lnTo>
                <a:lnTo>
                  <a:pt x="1243288" y="922180"/>
                </a:lnTo>
                <a:lnTo>
                  <a:pt x="1243288" y="635775"/>
                </a:lnTo>
                <a:lnTo>
                  <a:pt x="939044" y="635775"/>
                </a:lnTo>
                <a:lnTo>
                  <a:pt x="939044" y="331531"/>
                </a:lnTo>
                <a:close/>
                <a:moveTo>
                  <a:pt x="2467143" y="313692"/>
                </a:moveTo>
                <a:cubicBezTo>
                  <a:pt x="2388055" y="313692"/>
                  <a:pt x="2323941" y="377806"/>
                  <a:pt x="2323941" y="456894"/>
                </a:cubicBezTo>
                <a:cubicBezTo>
                  <a:pt x="2323941" y="535982"/>
                  <a:pt x="2388055" y="600096"/>
                  <a:pt x="2467143" y="600096"/>
                </a:cubicBezTo>
                <a:cubicBezTo>
                  <a:pt x="2546231" y="600096"/>
                  <a:pt x="2610345" y="535982"/>
                  <a:pt x="2610345" y="456894"/>
                </a:cubicBezTo>
                <a:cubicBezTo>
                  <a:pt x="2610345" y="377806"/>
                  <a:pt x="2546231" y="313692"/>
                  <a:pt x="2467143" y="313692"/>
                </a:cubicBezTo>
                <a:close/>
                <a:moveTo>
                  <a:pt x="540011" y="0"/>
                </a:moveTo>
                <a:lnTo>
                  <a:pt x="2699989" y="0"/>
                </a:lnTo>
                <a:cubicBezTo>
                  <a:pt x="2998229" y="0"/>
                  <a:pt x="3240000" y="241771"/>
                  <a:pt x="3240000" y="540011"/>
                </a:cubicBezTo>
                <a:lnTo>
                  <a:pt x="3240000" y="1584001"/>
                </a:lnTo>
                <a:lnTo>
                  <a:pt x="1656000" y="1584001"/>
                </a:lnTo>
                <a:lnTo>
                  <a:pt x="1656000" y="1"/>
                </a:lnTo>
                <a:lnTo>
                  <a:pt x="1584000" y="1"/>
                </a:lnTo>
                <a:lnTo>
                  <a:pt x="1584000" y="1584001"/>
                </a:lnTo>
                <a:lnTo>
                  <a:pt x="0" y="1584001"/>
                </a:lnTo>
                <a:lnTo>
                  <a:pt x="0" y="540011"/>
                </a:lnTo>
                <a:cubicBezTo>
                  <a:pt x="0" y="241771"/>
                  <a:pt x="241771" y="0"/>
                  <a:pt x="54001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19" name="CustomShape 27"/>
          <p:cNvSpPr/>
          <p:nvPr/>
        </p:nvSpPr>
        <p:spPr>
          <a:xfrm>
            <a:off x="6063120" y="3101760"/>
            <a:ext cx="506880" cy="461880"/>
          </a:xfrm>
          <a:custGeom>
            <a:avLst/>
            <a:gdLst/>
            <a:ahLst/>
            <a:rect l="l" t="t" r="r" b="b"/>
            <a:pathLst>
              <a:path w="2736304" h="2313707">
                <a:moveTo>
                  <a:pt x="1046195" y="1945901"/>
                </a:moveTo>
                <a:lnTo>
                  <a:pt x="998316" y="2093032"/>
                </a:lnTo>
                <a:lnTo>
                  <a:pt x="1737988" y="2093032"/>
                </a:lnTo>
                <a:lnTo>
                  <a:pt x="1690109" y="1945901"/>
                </a:lnTo>
                <a:close/>
                <a:moveTo>
                  <a:pt x="396044" y="89541"/>
                </a:moveTo>
                <a:lnTo>
                  <a:pt x="396044" y="1241668"/>
                </a:lnTo>
                <a:lnTo>
                  <a:pt x="2340260" y="1241668"/>
                </a:lnTo>
                <a:lnTo>
                  <a:pt x="2340260" y="89541"/>
                </a:lnTo>
                <a:close/>
                <a:moveTo>
                  <a:pt x="252028" y="0"/>
                </a:moveTo>
                <a:lnTo>
                  <a:pt x="2484276" y="0"/>
                </a:lnTo>
                <a:lnTo>
                  <a:pt x="2484276" y="1331208"/>
                </a:lnTo>
                <a:lnTo>
                  <a:pt x="2484679" y="1331208"/>
                </a:lnTo>
                <a:lnTo>
                  <a:pt x="2736304" y="2195304"/>
                </a:lnTo>
                <a:lnTo>
                  <a:pt x="2736304" y="2313707"/>
                </a:lnTo>
                <a:lnTo>
                  <a:pt x="0" y="2313707"/>
                </a:lnTo>
                <a:lnTo>
                  <a:pt x="0" y="2195304"/>
                </a:lnTo>
                <a:lnTo>
                  <a:pt x="251625" y="1331208"/>
                </a:lnTo>
                <a:lnTo>
                  <a:pt x="252028" y="1331208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20" name="CustomShape 28"/>
          <p:cNvSpPr/>
          <p:nvPr/>
        </p:nvSpPr>
        <p:spPr>
          <a:xfrm>
            <a:off x="8486280" y="3091320"/>
            <a:ext cx="258480" cy="483840"/>
          </a:xfrm>
          <a:custGeom>
            <a:avLst/>
            <a:gdLst/>
            <a:ahLst/>
            <a:rect l="l" t="t" r="r" b="b"/>
            <a:pathLst>
              <a:path w="1872208" h="3240000">
                <a:moveTo>
                  <a:pt x="936104" y="2852499"/>
                </a:moveTo>
                <a:cubicBezTo>
                  <a:pt x="861605" y="2852499"/>
                  <a:pt x="801211" y="2912893"/>
                  <a:pt x="801211" y="2987392"/>
                </a:cubicBezTo>
                <a:cubicBezTo>
                  <a:pt x="801211" y="3061891"/>
                  <a:pt x="861605" y="3122285"/>
                  <a:pt x="936104" y="3122285"/>
                </a:cubicBezTo>
                <a:cubicBezTo>
                  <a:pt x="1010603" y="3122285"/>
                  <a:pt x="1070997" y="3061891"/>
                  <a:pt x="1070997" y="2987392"/>
                </a:cubicBezTo>
                <a:cubicBezTo>
                  <a:pt x="1070997" y="2912893"/>
                  <a:pt x="1010603" y="2852499"/>
                  <a:pt x="936104" y="2852499"/>
                </a:cubicBezTo>
                <a:close/>
                <a:moveTo>
                  <a:pt x="144016" y="323096"/>
                </a:moveTo>
                <a:lnTo>
                  <a:pt x="144016" y="2699360"/>
                </a:lnTo>
                <a:lnTo>
                  <a:pt x="1728192" y="2699360"/>
                </a:lnTo>
                <a:lnTo>
                  <a:pt x="1728192" y="323096"/>
                </a:lnTo>
                <a:close/>
                <a:moveTo>
                  <a:pt x="720104" y="107072"/>
                </a:moveTo>
                <a:cubicBezTo>
                  <a:pt x="690281" y="107072"/>
                  <a:pt x="666104" y="131249"/>
                  <a:pt x="666104" y="161072"/>
                </a:cubicBezTo>
                <a:cubicBezTo>
                  <a:pt x="666104" y="190895"/>
                  <a:pt x="690281" y="215072"/>
                  <a:pt x="720104" y="215072"/>
                </a:cubicBezTo>
                <a:lnTo>
                  <a:pt x="1152104" y="215072"/>
                </a:lnTo>
                <a:cubicBezTo>
                  <a:pt x="1181927" y="215072"/>
                  <a:pt x="1206104" y="190895"/>
                  <a:pt x="1206104" y="161072"/>
                </a:cubicBezTo>
                <a:cubicBezTo>
                  <a:pt x="1206104" y="131249"/>
                  <a:pt x="1181927" y="107072"/>
                  <a:pt x="1152104" y="107072"/>
                </a:cubicBezTo>
                <a:close/>
                <a:moveTo>
                  <a:pt x="312041" y="0"/>
                </a:moveTo>
                <a:lnTo>
                  <a:pt x="1560167" y="0"/>
                </a:lnTo>
                <a:cubicBezTo>
                  <a:pt x="1732502" y="0"/>
                  <a:pt x="1872208" y="139706"/>
                  <a:pt x="1872208" y="312041"/>
                </a:cubicBezTo>
                <a:lnTo>
                  <a:pt x="1872208" y="2927959"/>
                </a:lnTo>
                <a:cubicBezTo>
                  <a:pt x="1872208" y="3100294"/>
                  <a:pt x="1732502" y="3240000"/>
                  <a:pt x="1560167" y="3240000"/>
                </a:cubicBezTo>
                <a:lnTo>
                  <a:pt x="312041" y="3240000"/>
                </a:lnTo>
                <a:cubicBezTo>
                  <a:pt x="139706" y="3240000"/>
                  <a:pt x="0" y="3100294"/>
                  <a:pt x="0" y="2927959"/>
                </a:cubicBezTo>
                <a:lnTo>
                  <a:pt x="0" y="312041"/>
                </a:lnTo>
                <a:cubicBezTo>
                  <a:pt x="0" y="139706"/>
                  <a:pt x="139706" y="0"/>
                  <a:pt x="312041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21" name="CustomShape 29"/>
          <p:cNvSpPr/>
          <p:nvPr/>
        </p:nvSpPr>
        <p:spPr>
          <a:xfrm>
            <a:off x="6956640" y="3132000"/>
            <a:ext cx="469800" cy="401760"/>
          </a:xfrm>
          <a:custGeom>
            <a:avLst/>
            <a:gdLst/>
            <a:ahLst/>
            <a:rect l="l" t="t" r="r" b="b"/>
            <a:pathLst>
              <a:path w="3240000" h="2574247">
                <a:moveTo>
                  <a:pt x="2393400" y="1814089"/>
                </a:moveTo>
                <a:cubicBezTo>
                  <a:pt x="2363577" y="1814089"/>
                  <a:pt x="2339400" y="1838266"/>
                  <a:pt x="2339400" y="1868089"/>
                </a:cubicBezTo>
                <a:cubicBezTo>
                  <a:pt x="2339400" y="1897912"/>
                  <a:pt x="2363577" y="1922089"/>
                  <a:pt x="2393400" y="1922089"/>
                </a:cubicBezTo>
                <a:lnTo>
                  <a:pt x="2573400" y="1922089"/>
                </a:lnTo>
                <a:cubicBezTo>
                  <a:pt x="2603223" y="1922089"/>
                  <a:pt x="2627400" y="1897912"/>
                  <a:pt x="2627400" y="1868089"/>
                </a:cubicBezTo>
                <a:cubicBezTo>
                  <a:pt x="2627400" y="1838266"/>
                  <a:pt x="2603223" y="1814089"/>
                  <a:pt x="2573400" y="1814089"/>
                </a:cubicBezTo>
                <a:close/>
                <a:moveTo>
                  <a:pt x="173344" y="1814089"/>
                </a:moveTo>
                <a:cubicBezTo>
                  <a:pt x="143521" y="1814089"/>
                  <a:pt x="119344" y="1838266"/>
                  <a:pt x="119344" y="1868089"/>
                </a:cubicBezTo>
                <a:cubicBezTo>
                  <a:pt x="119344" y="1897912"/>
                  <a:pt x="143521" y="1922089"/>
                  <a:pt x="173344" y="1922089"/>
                </a:cubicBezTo>
                <a:lnTo>
                  <a:pt x="353344" y="1922089"/>
                </a:lnTo>
                <a:cubicBezTo>
                  <a:pt x="383167" y="1922089"/>
                  <a:pt x="407344" y="1897912"/>
                  <a:pt x="407344" y="1868089"/>
                </a:cubicBezTo>
                <a:cubicBezTo>
                  <a:pt x="407344" y="1838266"/>
                  <a:pt x="383167" y="1814089"/>
                  <a:pt x="353344" y="1814089"/>
                </a:cubicBezTo>
                <a:close/>
                <a:moveTo>
                  <a:pt x="2933496" y="1796081"/>
                </a:moveTo>
                <a:cubicBezTo>
                  <a:pt x="2893727" y="1796081"/>
                  <a:pt x="2861488" y="1828320"/>
                  <a:pt x="2861488" y="1868089"/>
                </a:cubicBezTo>
                <a:cubicBezTo>
                  <a:pt x="2861488" y="1907858"/>
                  <a:pt x="2893727" y="1940097"/>
                  <a:pt x="2933496" y="1940097"/>
                </a:cubicBezTo>
                <a:cubicBezTo>
                  <a:pt x="2973265" y="1940097"/>
                  <a:pt x="3005504" y="1907858"/>
                  <a:pt x="3005504" y="1868089"/>
                </a:cubicBezTo>
                <a:cubicBezTo>
                  <a:pt x="3005504" y="1828320"/>
                  <a:pt x="2973265" y="1796081"/>
                  <a:pt x="2933496" y="1796081"/>
                </a:cubicBezTo>
                <a:close/>
                <a:moveTo>
                  <a:pt x="119344" y="122856"/>
                </a:moveTo>
                <a:lnTo>
                  <a:pt x="119344" y="1728192"/>
                </a:lnTo>
                <a:lnTo>
                  <a:pt x="3120656" y="1728192"/>
                </a:lnTo>
                <a:lnTo>
                  <a:pt x="3120656" y="122856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3240000" y="2016224"/>
                </a:lnTo>
                <a:lnTo>
                  <a:pt x="1812079" y="2016224"/>
                </a:lnTo>
                <a:lnTo>
                  <a:pt x="1857107" y="2320159"/>
                </a:lnTo>
                <a:lnTo>
                  <a:pt x="2357140" y="2320159"/>
                </a:lnTo>
                <a:cubicBezTo>
                  <a:pt x="2427304" y="2320159"/>
                  <a:pt x="2484184" y="2377039"/>
                  <a:pt x="2484184" y="2447203"/>
                </a:cubicBezTo>
                <a:lnTo>
                  <a:pt x="2484184" y="2574247"/>
                </a:lnTo>
                <a:lnTo>
                  <a:pt x="755992" y="2574247"/>
                </a:lnTo>
                <a:lnTo>
                  <a:pt x="755992" y="2447203"/>
                </a:lnTo>
                <a:cubicBezTo>
                  <a:pt x="755992" y="2377039"/>
                  <a:pt x="812872" y="2320159"/>
                  <a:pt x="883036" y="2320159"/>
                </a:cubicBezTo>
                <a:lnTo>
                  <a:pt x="1382894" y="2320159"/>
                </a:lnTo>
                <a:lnTo>
                  <a:pt x="1427922" y="2016224"/>
                </a:lnTo>
                <a:lnTo>
                  <a:pt x="0" y="2016224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22" name="CustomShape 30"/>
          <p:cNvSpPr/>
          <p:nvPr/>
        </p:nvSpPr>
        <p:spPr>
          <a:xfrm>
            <a:off x="7814520" y="3115800"/>
            <a:ext cx="284760" cy="433800"/>
          </a:xfrm>
          <a:custGeom>
            <a:avLst/>
            <a:gdLst/>
            <a:ahLst/>
            <a:rect l="l" t="t" r="r" b="b"/>
            <a:pathLst>
              <a:path w="2304256" h="3240000">
                <a:moveTo>
                  <a:pt x="954128" y="3024336"/>
                </a:moveTo>
                <a:cubicBezTo>
                  <a:pt x="924305" y="3024336"/>
                  <a:pt x="900128" y="3048513"/>
                  <a:pt x="900128" y="3078336"/>
                </a:cubicBezTo>
                <a:cubicBezTo>
                  <a:pt x="900128" y="3108159"/>
                  <a:pt x="924305" y="3132336"/>
                  <a:pt x="954128" y="3132336"/>
                </a:cubicBezTo>
                <a:lnTo>
                  <a:pt x="1350128" y="3132336"/>
                </a:lnTo>
                <a:cubicBezTo>
                  <a:pt x="1379951" y="3132336"/>
                  <a:pt x="1404128" y="3108159"/>
                  <a:pt x="1404128" y="3078336"/>
                </a:cubicBezTo>
                <a:cubicBezTo>
                  <a:pt x="1404128" y="3048513"/>
                  <a:pt x="1379951" y="3024336"/>
                  <a:pt x="1350128" y="3024336"/>
                </a:cubicBezTo>
                <a:close/>
                <a:moveTo>
                  <a:pt x="131531" y="224650"/>
                </a:moveTo>
                <a:lnTo>
                  <a:pt x="131531" y="2888946"/>
                </a:lnTo>
                <a:lnTo>
                  <a:pt x="2172725" y="2888946"/>
                </a:lnTo>
                <a:lnTo>
                  <a:pt x="2172725" y="224650"/>
                </a:lnTo>
                <a:close/>
                <a:moveTo>
                  <a:pt x="936128" y="73520"/>
                </a:moveTo>
                <a:cubicBezTo>
                  <a:pt x="916246" y="73520"/>
                  <a:pt x="900128" y="89638"/>
                  <a:pt x="900128" y="109520"/>
                </a:cubicBezTo>
                <a:cubicBezTo>
                  <a:pt x="900128" y="129402"/>
                  <a:pt x="916246" y="145520"/>
                  <a:pt x="936128" y="145520"/>
                </a:cubicBezTo>
                <a:lnTo>
                  <a:pt x="1368128" y="145520"/>
                </a:lnTo>
                <a:cubicBezTo>
                  <a:pt x="1388010" y="145520"/>
                  <a:pt x="1404128" y="129402"/>
                  <a:pt x="1404128" y="109520"/>
                </a:cubicBezTo>
                <a:cubicBezTo>
                  <a:pt x="1404128" y="89638"/>
                  <a:pt x="1388010" y="73520"/>
                  <a:pt x="1368128" y="73520"/>
                </a:cubicBezTo>
                <a:close/>
                <a:moveTo>
                  <a:pt x="155330" y="0"/>
                </a:moveTo>
                <a:lnTo>
                  <a:pt x="2148926" y="0"/>
                </a:lnTo>
                <a:cubicBezTo>
                  <a:pt x="2234712" y="0"/>
                  <a:pt x="2304256" y="69544"/>
                  <a:pt x="2304256" y="155330"/>
                </a:cubicBezTo>
                <a:lnTo>
                  <a:pt x="2304256" y="3084670"/>
                </a:lnTo>
                <a:cubicBezTo>
                  <a:pt x="2304256" y="3170456"/>
                  <a:pt x="2234712" y="3240000"/>
                  <a:pt x="2148926" y="3240000"/>
                </a:cubicBezTo>
                <a:lnTo>
                  <a:pt x="155330" y="3240000"/>
                </a:lnTo>
                <a:cubicBezTo>
                  <a:pt x="69544" y="3240000"/>
                  <a:pt x="0" y="3170456"/>
                  <a:pt x="0" y="3084670"/>
                </a:cubicBezTo>
                <a:lnTo>
                  <a:pt x="0" y="155330"/>
                </a:lnTo>
                <a:cubicBezTo>
                  <a:pt x="0" y="69544"/>
                  <a:pt x="69544" y="0"/>
                  <a:pt x="15533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23" name="CustomShape 31"/>
          <p:cNvSpPr/>
          <p:nvPr/>
        </p:nvSpPr>
        <p:spPr>
          <a:xfrm>
            <a:off x="6632280" y="6194880"/>
            <a:ext cx="488880" cy="666360"/>
          </a:xfrm>
          <a:custGeom>
            <a:avLst/>
            <a:gdLst/>
            <a:ahLst/>
            <a:rect l="l" t="t" r="r" b="b"/>
            <a:pathLst>
              <a:path w="2120980" h="2676504">
                <a:moveTo>
                  <a:pt x="824057" y="2198115"/>
                </a:moveTo>
                <a:lnTo>
                  <a:pt x="824057" y="2229022"/>
                </a:lnTo>
                <a:lnTo>
                  <a:pt x="751177" y="2229022"/>
                </a:lnTo>
                <a:lnTo>
                  <a:pt x="751177" y="2510330"/>
                </a:lnTo>
                <a:lnTo>
                  <a:pt x="824057" y="2510330"/>
                </a:lnTo>
                <a:lnTo>
                  <a:pt x="824057" y="2541237"/>
                </a:lnTo>
                <a:lnTo>
                  <a:pt x="1298129" y="2541237"/>
                </a:lnTo>
                <a:lnTo>
                  <a:pt x="1298129" y="2510330"/>
                </a:lnTo>
                <a:lnTo>
                  <a:pt x="1371008" y="2510330"/>
                </a:lnTo>
                <a:lnTo>
                  <a:pt x="1371008" y="2229022"/>
                </a:lnTo>
                <a:lnTo>
                  <a:pt x="1298129" y="2229022"/>
                </a:lnTo>
                <a:lnTo>
                  <a:pt x="1298129" y="2198115"/>
                </a:lnTo>
                <a:close/>
                <a:moveTo>
                  <a:pt x="1933495" y="134375"/>
                </a:moveTo>
                <a:cubicBezTo>
                  <a:pt x="1872496" y="128267"/>
                  <a:pt x="1778964" y="206162"/>
                  <a:pt x="1655092" y="316398"/>
                </a:cubicBezTo>
                <a:lnTo>
                  <a:pt x="1655092" y="762581"/>
                </a:lnTo>
                <a:lnTo>
                  <a:pt x="1651862" y="762581"/>
                </a:lnTo>
                <a:cubicBezTo>
                  <a:pt x="1647824" y="843406"/>
                  <a:pt x="1633793" y="920606"/>
                  <a:pt x="1611266" y="992211"/>
                </a:cubicBezTo>
                <a:cubicBezTo>
                  <a:pt x="1739269" y="1047184"/>
                  <a:pt x="1828260" y="986425"/>
                  <a:pt x="1895778" y="900656"/>
                </a:cubicBezTo>
                <a:cubicBezTo>
                  <a:pt x="1964561" y="813279"/>
                  <a:pt x="2016746" y="624382"/>
                  <a:pt x="2016490" y="465292"/>
                </a:cubicBezTo>
                <a:cubicBezTo>
                  <a:pt x="2023696" y="232949"/>
                  <a:pt x="1995287" y="140561"/>
                  <a:pt x="1933495" y="134375"/>
                </a:cubicBezTo>
                <a:close/>
                <a:moveTo>
                  <a:pt x="187485" y="134375"/>
                </a:moveTo>
                <a:cubicBezTo>
                  <a:pt x="125693" y="140561"/>
                  <a:pt x="97284" y="232949"/>
                  <a:pt x="104490" y="465292"/>
                </a:cubicBezTo>
                <a:cubicBezTo>
                  <a:pt x="104234" y="624382"/>
                  <a:pt x="156419" y="813279"/>
                  <a:pt x="225202" y="900656"/>
                </a:cubicBezTo>
                <a:cubicBezTo>
                  <a:pt x="292944" y="986710"/>
                  <a:pt x="382303" y="1047587"/>
                  <a:pt x="511026" y="991745"/>
                </a:cubicBezTo>
                <a:cubicBezTo>
                  <a:pt x="488627" y="920189"/>
                  <a:pt x="474740" y="843131"/>
                  <a:pt x="470841" y="762581"/>
                </a:cubicBezTo>
                <a:lnTo>
                  <a:pt x="467092" y="762581"/>
                </a:lnTo>
                <a:lnTo>
                  <a:pt x="467092" y="317447"/>
                </a:lnTo>
                <a:cubicBezTo>
                  <a:pt x="342616" y="206663"/>
                  <a:pt x="248680" y="128248"/>
                  <a:pt x="187485" y="134375"/>
                </a:cubicBezTo>
                <a:close/>
                <a:moveTo>
                  <a:pt x="171293" y="338"/>
                </a:moveTo>
                <a:cubicBezTo>
                  <a:pt x="267101" y="7324"/>
                  <a:pt x="383647" y="121035"/>
                  <a:pt x="467092" y="183917"/>
                </a:cubicBezTo>
                <a:lnTo>
                  <a:pt x="467092" y="127304"/>
                </a:lnTo>
                <a:cubicBezTo>
                  <a:pt x="446033" y="120339"/>
                  <a:pt x="431092" y="100383"/>
                  <a:pt x="431092" y="76938"/>
                </a:cubicBezTo>
                <a:cubicBezTo>
                  <a:pt x="431092" y="47115"/>
                  <a:pt x="455269" y="22938"/>
                  <a:pt x="485092" y="22938"/>
                </a:cubicBezTo>
                <a:lnTo>
                  <a:pt x="1637092" y="22938"/>
                </a:lnTo>
                <a:cubicBezTo>
                  <a:pt x="1666915" y="22938"/>
                  <a:pt x="1691092" y="47115"/>
                  <a:pt x="1691092" y="76938"/>
                </a:cubicBezTo>
                <a:cubicBezTo>
                  <a:pt x="1691092" y="100383"/>
                  <a:pt x="1676151" y="120339"/>
                  <a:pt x="1655092" y="127304"/>
                </a:cubicBezTo>
                <a:lnTo>
                  <a:pt x="1655092" y="182958"/>
                </a:lnTo>
                <a:cubicBezTo>
                  <a:pt x="1738474" y="119924"/>
                  <a:pt x="1854348" y="7289"/>
                  <a:pt x="1949687" y="338"/>
                </a:cubicBezTo>
                <a:cubicBezTo>
                  <a:pt x="2046947" y="-6754"/>
                  <a:pt x="2122836" y="96139"/>
                  <a:pt x="2120946" y="473736"/>
                </a:cubicBezTo>
                <a:cubicBezTo>
                  <a:pt x="2117166" y="673942"/>
                  <a:pt x="2058714" y="872497"/>
                  <a:pt x="1966316" y="974360"/>
                </a:cubicBezTo>
                <a:cubicBezTo>
                  <a:pt x="1875288" y="1074712"/>
                  <a:pt x="1740706" y="1159472"/>
                  <a:pt x="1574365" y="1087619"/>
                </a:cubicBezTo>
                <a:cubicBezTo>
                  <a:pt x="1498402" y="1256706"/>
                  <a:pt x="1371540" y="1383225"/>
                  <a:pt x="1220432" y="1434843"/>
                </a:cubicBezTo>
                <a:lnTo>
                  <a:pt x="1220432" y="1524098"/>
                </a:lnTo>
                <a:cubicBezTo>
                  <a:pt x="1242816" y="1529237"/>
                  <a:pt x="1259092" y="1549488"/>
                  <a:pt x="1259092" y="1573540"/>
                </a:cubicBezTo>
                <a:lnTo>
                  <a:pt x="1259092" y="1782216"/>
                </a:lnTo>
                <a:cubicBezTo>
                  <a:pt x="1259092" y="1806269"/>
                  <a:pt x="1242816" y="1826519"/>
                  <a:pt x="1220432" y="1831659"/>
                </a:cubicBezTo>
                <a:lnTo>
                  <a:pt x="1220432" y="1899972"/>
                </a:lnTo>
                <a:cubicBezTo>
                  <a:pt x="1220432" y="1908643"/>
                  <a:pt x="1218317" y="1916820"/>
                  <a:pt x="1214011" y="1923722"/>
                </a:cubicBezTo>
                <a:cubicBezTo>
                  <a:pt x="1480406" y="1939701"/>
                  <a:pt x="1673079" y="1996147"/>
                  <a:pt x="1682229" y="2062848"/>
                </a:cubicBezTo>
                <a:lnTo>
                  <a:pt x="1925188" y="2062848"/>
                </a:lnTo>
                <a:lnTo>
                  <a:pt x="1925188" y="2676504"/>
                </a:lnTo>
                <a:lnTo>
                  <a:pt x="196996" y="2676504"/>
                </a:lnTo>
                <a:lnTo>
                  <a:pt x="196996" y="2062848"/>
                </a:lnTo>
                <a:lnTo>
                  <a:pt x="427501" y="2062848"/>
                </a:lnTo>
                <a:cubicBezTo>
                  <a:pt x="436455" y="1995236"/>
                  <a:pt x="634470" y="1937990"/>
                  <a:pt x="907722" y="1923052"/>
                </a:cubicBezTo>
                <a:cubicBezTo>
                  <a:pt x="903729" y="1916275"/>
                  <a:pt x="901752" y="1908354"/>
                  <a:pt x="901752" y="1899972"/>
                </a:cubicBezTo>
                <a:lnTo>
                  <a:pt x="901752" y="1831659"/>
                </a:lnTo>
                <a:cubicBezTo>
                  <a:pt x="879369" y="1826519"/>
                  <a:pt x="863092" y="1806269"/>
                  <a:pt x="863092" y="1782216"/>
                </a:cubicBezTo>
                <a:lnTo>
                  <a:pt x="863092" y="1573540"/>
                </a:lnTo>
                <a:cubicBezTo>
                  <a:pt x="863092" y="1549488"/>
                  <a:pt x="879369" y="1529237"/>
                  <a:pt x="901752" y="1524098"/>
                </a:cubicBezTo>
                <a:lnTo>
                  <a:pt x="901752" y="1435225"/>
                </a:lnTo>
                <a:cubicBezTo>
                  <a:pt x="750211" y="1383280"/>
                  <a:pt x="623484" y="1256276"/>
                  <a:pt x="547795" y="1087211"/>
                </a:cubicBezTo>
                <a:cubicBezTo>
                  <a:pt x="380891" y="1159861"/>
                  <a:pt x="245901" y="1074942"/>
                  <a:pt x="154664" y="974360"/>
                </a:cubicBezTo>
                <a:cubicBezTo>
                  <a:pt x="62266" y="872497"/>
                  <a:pt x="3814" y="673942"/>
                  <a:pt x="34" y="473736"/>
                </a:cubicBezTo>
                <a:cubicBezTo>
                  <a:pt x="-1856" y="96139"/>
                  <a:pt x="74033" y="-6754"/>
                  <a:pt x="171293" y="3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24" name="CustomShape 32"/>
          <p:cNvSpPr/>
          <p:nvPr/>
        </p:nvSpPr>
        <p:spPr>
          <a:xfrm>
            <a:off x="5190840" y="3033720"/>
            <a:ext cx="485280" cy="533160"/>
          </a:xfrm>
          <a:custGeom>
            <a:avLst/>
            <a:gdLst/>
            <a:ahLst/>
            <a:rect l="l" t="t" r="r" b="b"/>
            <a:pathLst>
              <a:path w="3186824" h="3060919">
                <a:moveTo>
                  <a:pt x="1045874" y="2696689"/>
                </a:moveTo>
                <a:lnTo>
                  <a:pt x="2125874" y="2696689"/>
                </a:lnTo>
                <a:lnTo>
                  <a:pt x="2125874" y="2804689"/>
                </a:lnTo>
                <a:lnTo>
                  <a:pt x="1045874" y="2804689"/>
                </a:lnTo>
                <a:close/>
                <a:moveTo>
                  <a:pt x="1045874" y="2410468"/>
                </a:moveTo>
                <a:lnTo>
                  <a:pt x="2125874" y="2410468"/>
                </a:lnTo>
                <a:lnTo>
                  <a:pt x="2125874" y="2518468"/>
                </a:lnTo>
                <a:lnTo>
                  <a:pt x="1045874" y="2518468"/>
                </a:lnTo>
                <a:close/>
                <a:moveTo>
                  <a:pt x="1045874" y="2124247"/>
                </a:moveTo>
                <a:lnTo>
                  <a:pt x="2125874" y="2124247"/>
                </a:lnTo>
                <a:lnTo>
                  <a:pt x="2125874" y="2232247"/>
                </a:lnTo>
                <a:lnTo>
                  <a:pt x="1045874" y="2232247"/>
                </a:lnTo>
                <a:close/>
                <a:moveTo>
                  <a:pt x="902547" y="1956791"/>
                </a:moveTo>
                <a:lnTo>
                  <a:pt x="902547" y="2109191"/>
                </a:lnTo>
                <a:lnTo>
                  <a:pt x="902547" y="2185391"/>
                </a:lnTo>
                <a:lnTo>
                  <a:pt x="902547" y="2376263"/>
                </a:lnTo>
                <a:lnTo>
                  <a:pt x="902547" y="2973921"/>
                </a:lnTo>
                <a:lnTo>
                  <a:pt x="2284277" y="2973921"/>
                </a:lnTo>
                <a:lnTo>
                  <a:pt x="2284277" y="2376263"/>
                </a:lnTo>
                <a:lnTo>
                  <a:pt x="2284277" y="2185391"/>
                </a:lnTo>
                <a:lnTo>
                  <a:pt x="2284277" y="2109191"/>
                </a:lnTo>
                <a:lnTo>
                  <a:pt x="2284277" y="1956791"/>
                </a:lnTo>
                <a:close/>
                <a:moveTo>
                  <a:pt x="469172" y="1728191"/>
                </a:moveTo>
                <a:lnTo>
                  <a:pt x="469172" y="2185391"/>
                </a:lnTo>
                <a:lnTo>
                  <a:pt x="767127" y="2185391"/>
                </a:lnTo>
                <a:lnTo>
                  <a:pt x="767127" y="2109191"/>
                </a:lnTo>
                <a:lnTo>
                  <a:pt x="545372" y="2109191"/>
                </a:lnTo>
                <a:lnTo>
                  <a:pt x="545372" y="1804391"/>
                </a:lnTo>
                <a:lnTo>
                  <a:pt x="2641452" y="1804391"/>
                </a:lnTo>
                <a:lnTo>
                  <a:pt x="2641452" y="2109191"/>
                </a:lnTo>
                <a:lnTo>
                  <a:pt x="2419697" y="2109191"/>
                </a:lnTo>
                <a:lnTo>
                  <a:pt x="2419697" y="2185391"/>
                </a:lnTo>
                <a:lnTo>
                  <a:pt x="2717652" y="2185391"/>
                </a:lnTo>
                <a:lnTo>
                  <a:pt x="2717652" y="1728191"/>
                </a:lnTo>
                <a:close/>
                <a:moveTo>
                  <a:pt x="2819005" y="1350909"/>
                </a:moveTo>
                <a:cubicBezTo>
                  <a:pt x="2769294" y="1350909"/>
                  <a:pt x="2728995" y="1391208"/>
                  <a:pt x="2728995" y="1440919"/>
                </a:cubicBezTo>
                <a:cubicBezTo>
                  <a:pt x="2728995" y="1490630"/>
                  <a:pt x="2769294" y="1530929"/>
                  <a:pt x="2819005" y="1530929"/>
                </a:cubicBezTo>
                <a:cubicBezTo>
                  <a:pt x="2868716" y="1530929"/>
                  <a:pt x="2909015" y="1490630"/>
                  <a:pt x="2909015" y="1440919"/>
                </a:cubicBezTo>
                <a:cubicBezTo>
                  <a:pt x="2909015" y="1391208"/>
                  <a:pt x="2868716" y="1350909"/>
                  <a:pt x="2819005" y="1350909"/>
                </a:cubicBezTo>
                <a:close/>
                <a:moveTo>
                  <a:pt x="2509707" y="1350909"/>
                </a:moveTo>
                <a:cubicBezTo>
                  <a:pt x="2459996" y="1350909"/>
                  <a:pt x="2419697" y="1391208"/>
                  <a:pt x="2419697" y="1440919"/>
                </a:cubicBezTo>
                <a:cubicBezTo>
                  <a:pt x="2419697" y="1490630"/>
                  <a:pt x="2459996" y="1530929"/>
                  <a:pt x="2509707" y="1530929"/>
                </a:cubicBezTo>
                <a:cubicBezTo>
                  <a:pt x="2559418" y="1530929"/>
                  <a:pt x="2599717" y="1490630"/>
                  <a:pt x="2599717" y="1440919"/>
                </a:cubicBezTo>
                <a:cubicBezTo>
                  <a:pt x="2599717" y="1391208"/>
                  <a:pt x="2559418" y="1350909"/>
                  <a:pt x="2509707" y="1350909"/>
                </a:cubicBezTo>
                <a:close/>
                <a:moveTo>
                  <a:pt x="195993" y="1200328"/>
                </a:moveTo>
                <a:lnTo>
                  <a:pt x="2990831" y="1200328"/>
                </a:lnTo>
                <a:cubicBezTo>
                  <a:pt x="3099075" y="1200328"/>
                  <a:pt x="3186824" y="1288077"/>
                  <a:pt x="3186824" y="1396321"/>
                </a:cubicBezTo>
                <a:lnTo>
                  <a:pt x="3186824" y="2180270"/>
                </a:lnTo>
                <a:cubicBezTo>
                  <a:pt x="3186824" y="2288514"/>
                  <a:pt x="3099075" y="2376263"/>
                  <a:pt x="2990831" y="2376263"/>
                </a:cubicBezTo>
                <a:lnTo>
                  <a:pt x="2419697" y="2376263"/>
                </a:lnTo>
                <a:lnTo>
                  <a:pt x="2419697" y="3060919"/>
                </a:lnTo>
                <a:lnTo>
                  <a:pt x="767127" y="3060919"/>
                </a:lnTo>
                <a:lnTo>
                  <a:pt x="767127" y="2376263"/>
                </a:lnTo>
                <a:lnTo>
                  <a:pt x="195993" y="2376263"/>
                </a:lnTo>
                <a:cubicBezTo>
                  <a:pt x="87749" y="2376263"/>
                  <a:pt x="0" y="2288514"/>
                  <a:pt x="0" y="2180270"/>
                </a:cubicBezTo>
                <a:lnTo>
                  <a:pt x="0" y="1396321"/>
                </a:lnTo>
                <a:cubicBezTo>
                  <a:pt x="0" y="1288077"/>
                  <a:pt x="87749" y="1200328"/>
                  <a:pt x="195993" y="1200328"/>
                </a:cubicBezTo>
                <a:close/>
                <a:moveTo>
                  <a:pt x="767127" y="0"/>
                </a:moveTo>
                <a:lnTo>
                  <a:pt x="2419697" y="0"/>
                </a:lnTo>
                <a:lnTo>
                  <a:pt x="2419697" y="190589"/>
                </a:lnTo>
                <a:lnTo>
                  <a:pt x="2565249" y="190589"/>
                </a:lnTo>
                <a:cubicBezTo>
                  <a:pt x="2649419" y="190589"/>
                  <a:pt x="2717652" y="258822"/>
                  <a:pt x="2717652" y="342992"/>
                </a:cubicBezTo>
                <a:lnTo>
                  <a:pt x="2717652" y="1104989"/>
                </a:lnTo>
                <a:lnTo>
                  <a:pt x="2284277" y="1104989"/>
                </a:lnTo>
                <a:lnTo>
                  <a:pt x="2284277" y="1104128"/>
                </a:lnTo>
                <a:lnTo>
                  <a:pt x="2284277" y="190589"/>
                </a:lnTo>
                <a:lnTo>
                  <a:pt x="2284277" y="96523"/>
                </a:lnTo>
                <a:lnTo>
                  <a:pt x="902547" y="96523"/>
                </a:lnTo>
                <a:lnTo>
                  <a:pt x="902547" y="190589"/>
                </a:lnTo>
                <a:lnTo>
                  <a:pt x="902547" y="1104128"/>
                </a:lnTo>
                <a:lnTo>
                  <a:pt x="902547" y="1104989"/>
                </a:lnTo>
                <a:lnTo>
                  <a:pt x="469172" y="1104989"/>
                </a:lnTo>
                <a:lnTo>
                  <a:pt x="469172" y="342992"/>
                </a:lnTo>
                <a:cubicBezTo>
                  <a:pt x="469172" y="258822"/>
                  <a:pt x="537405" y="190589"/>
                  <a:pt x="621575" y="190589"/>
                </a:cubicBezTo>
                <a:lnTo>
                  <a:pt x="767127" y="19058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25" name="CustomShape 33"/>
          <p:cNvSpPr/>
          <p:nvPr/>
        </p:nvSpPr>
        <p:spPr>
          <a:xfrm rot="20700000">
            <a:off x="6848280" y="4231800"/>
            <a:ext cx="527400" cy="482760"/>
          </a:xfrm>
          <a:custGeom>
            <a:avLst/>
            <a:gdLst/>
            <a:ahLst/>
            <a:rect l="l" t="t" r="r" b="b"/>
            <a:pathLst>
              <a:path w="2901316" h="2485205">
                <a:moveTo>
                  <a:pt x="2901316" y="8833"/>
                </a:moveTo>
                <a:lnTo>
                  <a:pt x="2885407" y="69738"/>
                </a:lnTo>
                <a:lnTo>
                  <a:pt x="2890344" y="71061"/>
                </a:lnTo>
                <a:lnTo>
                  <a:pt x="2331295" y="2157461"/>
                </a:lnTo>
                <a:lnTo>
                  <a:pt x="2322295" y="2155049"/>
                </a:lnTo>
                <a:cubicBezTo>
                  <a:pt x="2311779" y="2339141"/>
                  <a:pt x="2127696" y="2485205"/>
                  <a:pt x="1902404" y="2485205"/>
                </a:cubicBezTo>
                <a:cubicBezTo>
                  <a:pt x="1669201" y="2485205"/>
                  <a:pt x="1480151" y="2328701"/>
                  <a:pt x="1480150" y="2135644"/>
                </a:cubicBezTo>
                <a:cubicBezTo>
                  <a:pt x="1480150" y="1942587"/>
                  <a:pt x="1669200" y="1786083"/>
                  <a:pt x="1902404" y="1786083"/>
                </a:cubicBezTo>
                <a:cubicBezTo>
                  <a:pt x="2026046" y="1786083"/>
                  <a:pt x="2137276" y="1830075"/>
                  <a:pt x="2213623" y="1901150"/>
                </a:cubicBezTo>
                <a:lnTo>
                  <a:pt x="2586815" y="508378"/>
                </a:lnTo>
                <a:lnTo>
                  <a:pt x="1283297" y="508378"/>
                </a:lnTo>
                <a:lnTo>
                  <a:pt x="847984" y="2132988"/>
                </a:lnTo>
                <a:lnTo>
                  <a:pt x="841776" y="2131324"/>
                </a:lnTo>
                <a:cubicBezTo>
                  <a:pt x="829584" y="2314002"/>
                  <a:pt x="646295" y="2458448"/>
                  <a:pt x="422254" y="2458448"/>
                </a:cubicBezTo>
                <a:cubicBezTo>
                  <a:pt x="189051" y="2458448"/>
                  <a:pt x="1" y="2301944"/>
                  <a:pt x="0" y="2108887"/>
                </a:cubicBezTo>
                <a:cubicBezTo>
                  <a:pt x="0" y="1915830"/>
                  <a:pt x="189051" y="1759326"/>
                  <a:pt x="422255" y="1759326"/>
                </a:cubicBezTo>
                <a:cubicBezTo>
                  <a:pt x="544771" y="1759326"/>
                  <a:pt x="655100" y="1802522"/>
                  <a:pt x="731465" y="1872378"/>
                </a:cubicBezTo>
                <a:lnTo>
                  <a:pt x="1233167" y="0"/>
                </a:lnTo>
                <a:lnTo>
                  <a:pt x="1266129" y="883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26" name="CustomShape 34"/>
          <p:cNvSpPr/>
          <p:nvPr/>
        </p:nvSpPr>
        <p:spPr>
          <a:xfrm rot="10800000">
            <a:off x="5934600" y="6144840"/>
            <a:ext cx="359280" cy="768600"/>
          </a:xfrm>
          <a:custGeom>
            <a:avLst/>
            <a:gdLst/>
            <a:ahLst/>
            <a:rect l="l" t="t" r="r" b="b"/>
            <a:pathLst>
              <a:path w="1613569" h="3195455">
                <a:moveTo>
                  <a:pt x="1348422" y="2012960"/>
                </a:moveTo>
                <a:lnTo>
                  <a:pt x="264249" y="2012960"/>
                </a:lnTo>
                <a:cubicBezTo>
                  <a:pt x="99656" y="1932015"/>
                  <a:pt x="172" y="1814225"/>
                  <a:pt x="0" y="1686651"/>
                </a:cubicBezTo>
                <a:lnTo>
                  <a:pt x="716785" y="1678553"/>
                </a:lnTo>
                <a:lnTo>
                  <a:pt x="716785" y="360000"/>
                </a:lnTo>
                <a:lnTo>
                  <a:pt x="716785" y="355479"/>
                </a:lnTo>
                <a:lnTo>
                  <a:pt x="717916" y="355479"/>
                </a:lnTo>
                <a:lnTo>
                  <a:pt x="806785" y="0"/>
                </a:lnTo>
                <a:lnTo>
                  <a:pt x="895655" y="355479"/>
                </a:lnTo>
                <a:lnTo>
                  <a:pt x="896785" y="355479"/>
                </a:lnTo>
                <a:lnTo>
                  <a:pt x="896785" y="360000"/>
                </a:lnTo>
                <a:lnTo>
                  <a:pt x="896785" y="1676520"/>
                </a:lnTo>
                <a:lnTo>
                  <a:pt x="1612906" y="1668429"/>
                </a:lnTo>
                <a:cubicBezTo>
                  <a:pt x="1622778" y="1802631"/>
                  <a:pt x="1521918" y="1928220"/>
                  <a:pt x="1348422" y="2012960"/>
                </a:cubicBezTo>
                <a:close/>
                <a:moveTo>
                  <a:pt x="1175921" y="2908428"/>
                </a:moveTo>
                <a:lnTo>
                  <a:pt x="437641" y="2908428"/>
                </a:lnTo>
                <a:lnTo>
                  <a:pt x="250570" y="2083962"/>
                </a:lnTo>
                <a:lnTo>
                  <a:pt x="1362992" y="2083962"/>
                </a:lnTo>
                <a:close/>
                <a:moveTo>
                  <a:pt x="1155969" y="3195455"/>
                </a:moveTo>
                <a:lnTo>
                  <a:pt x="457593" y="3195455"/>
                </a:lnTo>
                <a:cubicBezTo>
                  <a:pt x="397940" y="3195455"/>
                  <a:pt x="349581" y="3147096"/>
                  <a:pt x="349581" y="3087443"/>
                </a:cubicBezTo>
                <a:cubicBezTo>
                  <a:pt x="349581" y="3027790"/>
                  <a:pt x="397940" y="2979431"/>
                  <a:pt x="457593" y="2979431"/>
                </a:cubicBezTo>
                <a:lnTo>
                  <a:pt x="1155969" y="2979431"/>
                </a:lnTo>
                <a:cubicBezTo>
                  <a:pt x="1215622" y="2979431"/>
                  <a:pt x="1263981" y="3027790"/>
                  <a:pt x="1263981" y="3087443"/>
                </a:cubicBezTo>
                <a:cubicBezTo>
                  <a:pt x="1263981" y="3147096"/>
                  <a:pt x="1215622" y="3195455"/>
                  <a:pt x="1155969" y="3195455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27" name="CustomShape 35"/>
          <p:cNvSpPr/>
          <p:nvPr/>
        </p:nvSpPr>
        <p:spPr>
          <a:xfrm>
            <a:off x="8256240" y="6239880"/>
            <a:ext cx="533880" cy="577440"/>
          </a:xfrm>
          <a:custGeom>
            <a:avLst/>
            <a:gdLst/>
            <a:ahLst/>
            <a:rect l="l" t="t" r="r" b="b"/>
            <a:pathLst>
              <a:path w="3240000" h="3240000">
                <a:moveTo>
                  <a:pt x="2026698" y="2215122"/>
                </a:moveTo>
                <a:cubicBezTo>
                  <a:pt x="1959656" y="2378616"/>
                  <a:pt x="1801229" y="2486070"/>
                  <a:pt x="1624533" y="2487892"/>
                </a:cubicBezTo>
                <a:cubicBezTo>
                  <a:pt x="1447837" y="2489714"/>
                  <a:pt x="1287227" y="2385551"/>
                  <a:pt x="1216828" y="2223474"/>
                </a:cubicBezTo>
                <a:lnTo>
                  <a:pt x="1039110" y="2300667"/>
                </a:lnTo>
                <a:cubicBezTo>
                  <a:pt x="1140541" y="2534187"/>
                  <a:pt x="1371947" y="2684266"/>
                  <a:pt x="1626531" y="2681641"/>
                </a:cubicBezTo>
                <a:cubicBezTo>
                  <a:pt x="1881115" y="2679016"/>
                  <a:pt x="2109376" y="2524196"/>
                  <a:pt x="2205970" y="2288634"/>
                </a:cubicBezTo>
                <a:close/>
                <a:moveTo>
                  <a:pt x="2165423" y="986226"/>
                </a:moveTo>
                <a:cubicBezTo>
                  <a:pt x="2072622" y="986226"/>
                  <a:pt x="1997392" y="1061456"/>
                  <a:pt x="1997392" y="1154257"/>
                </a:cubicBezTo>
                <a:cubicBezTo>
                  <a:pt x="1997392" y="1247058"/>
                  <a:pt x="2072622" y="1322288"/>
                  <a:pt x="2165423" y="1322288"/>
                </a:cubicBezTo>
                <a:cubicBezTo>
                  <a:pt x="2258224" y="1322288"/>
                  <a:pt x="2333454" y="1247058"/>
                  <a:pt x="2333454" y="1154257"/>
                </a:cubicBezTo>
                <a:cubicBezTo>
                  <a:pt x="2333454" y="1061456"/>
                  <a:pt x="2258224" y="986226"/>
                  <a:pt x="2165423" y="986226"/>
                </a:cubicBezTo>
                <a:close/>
                <a:moveTo>
                  <a:pt x="1107401" y="986226"/>
                </a:moveTo>
                <a:cubicBezTo>
                  <a:pt x="1014600" y="986226"/>
                  <a:pt x="939370" y="1061456"/>
                  <a:pt x="939370" y="1154257"/>
                </a:cubicBezTo>
                <a:cubicBezTo>
                  <a:pt x="939370" y="1247058"/>
                  <a:pt x="1014600" y="1322288"/>
                  <a:pt x="1107401" y="1322288"/>
                </a:cubicBezTo>
                <a:cubicBezTo>
                  <a:pt x="1200202" y="1322288"/>
                  <a:pt x="1275432" y="1247058"/>
                  <a:pt x="1275432" y="1154257"/>
                </a:cubicBezTo>
                <a:cubicBezTo>
                  <a:pt x="1275432" y="1061456"/>
                  <a:pt x="1200202" y="986226"/>
                  <a:pt x="1107401" y="986226"/>
                </a:cubicBezTo>
                <a:close/>
                <a:moveTo>
                  <a:pt x="1620000" y="0"/>
                </a:moveTo>
                <a:lnTo>
                  <a:pt x="1785636" y="8364"/>
                </a:lnTo>
                <a:lnTo>
                  <a:pt x="1946487" y="32913"/>
                </a:lnTo>
                <a:lnTo>
                  <a:pt x="2101738" y="72832"/>
                </a:lnTo>
                <a:lnTo>
                  <a:pt x="2250577" y="127308"/>
                </a:lnTo>
                <a:lnTo>
                  <a:pt x="2392188" y="195525"/>
                </a:lnTo>
                <a:lnTo>
                  <a:pt x="2525757" y="276671"/>
                </a:lnTo>
                <a:lnTo>
                  <a:pt x="2650470" y="369929"/>
                </a:lnTo>
                <a:lnTo>
                  <a:pt x="2765513" y="474487"/>
                </a:lnTo>
                <a:lnTo>
                  <a:pt x="2870071" y="589530"/>
                </a:lnTo>
                <a:lnTo>
                  <a:pt x="2963329" y="714243"/>
                </a:lnTo>
                <a:lnTo>
                  <a:pt x="3044475" y="847812"/>
                </a:lnTo>
                <a:lnTo>
                  <a:pt x="3112693" y="989423"/>
                </a:lnTo>
                <a:lnTo>
                  <a:pt x="3167168" y="1138262"/>
                </a:lnTo>
                <a:lnTo>
                  <a:pt x="3207088" y="1293514"/>
                </a:lnTo>
                <a:lnTo>
                  <a:pt x="3231636" y="1454365"/>
                </a:lnTo>
                <a:lnTo>
                  <a:pt x="3240000" y="1620000"/>
                </a:lnTo>
                <a:lnTo>
                  <a:pt x="3231636" y="1785636"/>
                </a:lnTo>
                <a:lnTo>
                  <a:pt x="3207088" y="1946487"/>
                </a:lnTo>
                <a:lnTo>
                  <a:pt x="3167168" y="2101739"/>
                </a:lnTo>
                <a:lnTo>
                  <a:pt x="3112693" y="2250577"/>
                </a:lnTo>
                <a:lnTo>
                  <a:pt x="3044475" y="2392188"/>
                </a:lnTo>
                <a:lnTo>
                  <a:pt x="2963329" y="2525758"/>
                </a:lnTo>
                <a:lnTo>
                  <a:pt x="2870071" y="2650471"/>
                </a:lnTo>
                <a:lnTo>
                  <a:pt x="2765513" y="2765513"/>
                </a:lnTo>
                <a:lnTo>
                  <a:pt x="2650470" y="2870071"/>
                </a:lnTo>
                <a:lnTo>
                  <a:pt x="2525757" y="2963330"/>
                </a:lnTo>
                <a:lnTo>
                  <a:pt x="2392188" y="3044475"/>
                </a:lnTo>
                <a:lnTo>
                  <a:pt x="2250577" y="3112693"/>
                </a:lnTo>
                <a:lnTo>
                  <a:pt x="2101738" y="3167168"/>
                </a:lnTo>
                <a:lnTo>
                  <a:pt x="1946487" y="3207088"/>
                </a:lnTo>
                <a:lnTo>
                  <a:pt x="1785636" y="3231636"/>
                </a:lnTo>
                <a:cubicBezTo>
                  <a:pt x="1731176" y="3237167"/>
                  <a:pt x="1675919" y="3240000"/>
                  <a:pt x="1620000" y="3240000"/>
                </a:cubicBezTo>
                <a:cubicBezTo>
                  <a:pt x="1508162" y="3240000"/>
                  <a:pt x="1398972" y="3228667"/>
                  <a:pt x="1293514" y="3207088"/>
                </a:cubicBezTo>
                <a:cubicBezTo>
                  <a:pt x="1240785" y="3196298"/>
                  <a:pt x="1188989" y="3182946"/>
                  <a:pt x="1138262" y="3167168"/>
                </a:cubicBezTo>
                <a:cubicBezTo>
                  <a:pt x="1087535" y="3151390"/>
                  <a:pt x="1037877" y="3133187"/>
                  <a:pt x="989423" y="3112693"/>
                </a:cubicBezTo>
                <a:cubicBezTo>
                  <a:pt x="940970" y="3092198"/>
                  <a:pt x="893721" y="3069414"/>
                  <a:pt x="847812" y="3044475"/>
                </a:cubicBezTo>
                <a:cubicBezTo>
                  <a:pt x="801903" y="3019536"/>
                  <a:pt x="757335" y="2992442"/>
                  <a:pt x="714243" y="2963330"/>
                </a:cubicBezTo>
                <a:cubicBezTo>
                  <a:pt x="671151" y="2934217"/>
                  <a:pt x="629534" y="2903086"/>
                  <a:pt x="589530" y="2870071"/>
                </a:cubicBezTo>
                <a:cubicBezTo>
                  <a:pt x="549525" y="2837056"/>
                  <a:pt x="511132" y="2802158"/>
                  <a:pt x="474487" y="2765513"/>
                </a:cubicBezTo>
                <a:cubicBezTo>
                  <a:pt x="437842" y="2728868"/>
                  <a:pt x="402944" y="2690475"/>
                  <a:pt x="369929" y="2650471"/>
                </a:cubicBezTo>
                <a:cubicBezTo>
                  <a:pt x="336915" y="2610466"/>
                  <a:pt x="305783" y="2568850"/>
                  <a:pt x="276671" y="2525758"/>
                </a:cubicBezTo>
                <a:cubicBezTo>
                  <a:pt x="247558" y="2482665"/>
                  <a:pt x="220464" y="2438097"/>
                  <a:pt x="195525" y="2392188"/>
                </a:cubicBezTo>
                <a:cubicBezTo>
                  <a:pt x="170586" y="2346280"/>
                  <a:pt x="147802" y="2299031"/>
                  <a:pt x="127308" y="2250577"/>
                </a:cubicBezTo>
                <a:cubicBezTo>
                  <a:pt x="106814" y="2202124"/>
                  <a:pt x="88610" y="2152466"/>
                  <a:pt x="72832" y="2101739"/>
                </a:cubicBezTo>
                <a:cubicBezTo>
                  <a:pt x="57054" y="2051012"/>
                  <a:pt x="43703" y="1999216"/>
                  <a:pt x="32913" y="1946487"/>
                </a:cubicBezTo>
                <a:cubicBezTo>
                  <a:pt x="22123" y="1893758"/>
                  <a:pt x="13895" y="1840095"/>
                  <a:pt x="8364" y="1785636"/>
                </a:cubicBezTo>
                <a:cubicBezTo>
                  <a:pt x="2833" y="1731176"/>
                  <a:pt x="0" y="1675919"/>
                  <a:pt x="0" y="1620000"/>
                </a:cubicBezTo>
                <a:cubicBezTo>
                  <a:pt x="0" y="1508163"/>
                  <a:pt x="11333" y="1398972"/>
                  <a:pt x="32913" y="1293514"/>
                </a:cubicBezTo>
                <a:cubicBezTo>
                  <a:pt x="43703" y="1240785"/>
                  <a:pt x="57054" y="1188989"/>
                  <a:pt x="72832" y="1138262"/>
                </a:cubicBezTo>
                <a:cubicBezTo>
                  <a:pt x="88610" y="1087535"/>
                  <a:pt x="106814" y="1037877"/>
                  <a:pt x="127308" y="989423"/>
                </a:cubicBezTo>
                <a:cubicBezTo>
                  <a:pt x="147802" y="940970"/>
                  <a:pt x="170586" y="893721"/>
                  <a:pt x="195525" y="847812"/>
                </a:cubicBezTo>
                <a:cubicBezTo>
                  <a:pt x="220464" y="801904"/>
                  <a:pt x="247558" y="757335"/>
                  <a:pt x="276671" y="714243"/>
                </a:cubicBezTo>
                <a:cubicBezTo>
                  <a:pt x="305783" y="671151"/>
                  <a:pt x="336915" y="629534"/>
                  <a:pt x="369929" y="589530"/>
                </a:cubicBezTo>
                <a:cubicBezTo>
                  <a:pt x="402944" y="549525"/>
                  <a:pt x="437842" y="511133"/>
                  <a:pt x="474487" y="474487"/>
                </a:cubicBezTo>
                <a:cubicBezTo>
                  <a:pt x="511132" y="437842"/>
                  <a:pt x="549525" y="402944"/>
                  <a:pt x="589530" y="369929"/>
                </a:cubicBezTo>
                <a:cubicBezTo>
                  <a:pt x="629534" y="336915"/>
                  <a:pt x="671151" y="305783"/>
                  <a:pt x="714243" y="276671"/>
                </a:cubicBezTo>
                <a:cubicBezTo>
                  <a:pt x="757335" y="247558"/>
                  <a:pt x="801903" y="220465"/>
                  <a:pt x="847812" y="195525"/>
                </a:cubicBezTo>
                <a:cubicBezTo>
                  <a:pt x="893721" y="170586"/>
                  <a:pt x="940970" y="147802"/>
                  <a:pt x="989423" y="127308"/>
                </a:cubicBezTo>
                <a:cubicBezTo>
                  <a:pt x="1037877" y="106814"/>
                  <a:pt x="1087535" y="88610"/>
                  <a:pt x="1138262" y="72832"/>
                </a:cubicBezTo>
                <a:cubicBezTo>
                  <a:pt x="1188989" y="57054"/>
                  <a:pt x="1240785" y="43703"/>
                  <a:pt x="1293514" y="32913"/>
                </a:cubicBezTo>
                <a:cubicBezTo>
                  <a:pt x="1346243" y="22123"/>
                  <a:pt x="1399905" y="13895"/>
                  <a:pt x="1454365" y="8364"/>
                </a:cubicBezTo>
                <a:cubicBezTo>
                  <a:pt x="1508824" y="2833"/>
                  <a:pt x="1564081" y="0"/>
                  <a:pt x="16200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28" name="CustomShape 36"/>
          <p:cNvSpPr/>
          <p:nvPr/>
        </p:nvSpPr>
        <p:spPr>
          <a:xfrm>
            <a:off x="10688040" y="6239880"/>
            <a:ext cx="533880" cy="577440"/>
          </a:xfrm>
          <a:custGeom>
            <a:avLst/>
            <a:gdLst/>
            <a:ahLst/>
            <a:rect l="l" t="t" r="r" b="b"/>
            <a:pathLst>
              <a:path w="3240000" h="3240000">
                <a:moveTo>
                  <a:pt x="1613470" y="2077417"/>
                </a:moveTo>
                <a:cubicBezTo>
                  <a:pt x="1358886" y="2080042"/>
                  <a:pt x="1130625" y="2234862"/>
                  <a:pt x="1034031" y="2470424"/>
                </a:cubicBezTo>
                <a:lnTo>
                  <a:pt x="1213303" y="2543936"/>
                </a:lnTo>
                <a:cubicBezTo>
                  <a:pt x="1280345" y="2380442"/>
                  <a:pt x="1438772" y="2272988"/>
                  <a:pt x="1615468" y="2271166"/>
                </a:cubicBezTo>
                <a:cubicBezTo>
                  <a:pt x="1792164" y="2269344"/>
                  <a:pt x="1952774" y="2373507"/>
                  <a:pt x="2023173" y="2535584"/>
                </a:cubicBezTo>
                <a:lnTo>
                  <a:pt x="2200891" y="2458391"/>
                </a:lnTo>
                <a:cubicBezTo>
                  <a:pt x="2099460" y="2224871"/>
                  <a:pt x="1868054" y="2074792"/>
                  <a:pt x="1613470" y="2077417"/>
                </a:cubicBezTo>
                <a:close/>
                <a:moveTo>
                  <a:pt x="2165423" y="986226"/>
                </a:moveTo>
                <a:cubicBezTo>
                  <a:pt x="2072622" y="986226"/>
                  <a:pt x="1997392" y="1061456"/>
                  <a:pt x="1997392" y="1154257"/>
                </a:cubicBezTo>
                <a:cubicBezTo>
                  <a:pt x="1997392" y="1247058"/>
                  <a:pt x="2072622" y="1322288"/>
                  <a:pt x="2165423" y="1322288"/>
                </a:cubicBezTo>
                <a:cubicBezTo>
                  <a:pt x="2258224" y="1322288"/>
                  <a:pt x="2333454" y="1247058"/>
                  <a:pt x="2333454" y="1154257"/>
                </a:cubicBezTo>
                <a:cubicBezTo>
                  <a:pt x="2333454" y="1061456"/>
                  <a:pt x="2258224" y="986226"/>
                  <a:pt x="2165423" y="986226"/>
                </a:cubicBezTo>
                <a:close/>
                <a:moveTo>
                  <a:pt x="1107401" y="986226"/>
                </a:moveTo>
                <a:cubicBezTo>
                  <a:pt x="1014600" y="986226"/>
                  <a:pt x="939370" y="1061456"/>
                  <a:pt x="939370" y="1154257"/>
                </a:cubicBezTo>
                <a:cubicBezTo>
                  <a:pt x="939370" y="1247058"/>
                  <a:pt x="1014600" y="1322288"/>
                  <a:pt x="1107401" y="1322288"/>
                </a:cubicBezTo>
                <a:cubicBezTo>
                  <a:pt x="1200202" y="1322288"/>
                  <a:pt x="1275432" y="1247058"/>
                  <a:pt x="1275432" y="1154257"/>
                </a:cubicBezTo>
                <a:cubicBezTo>
                  <a:pt x="1275432" y="1061456"/>
                  <a:pt x="1200202" y="986226"/>
                  <a:pt x="1107401" y="986226"/>
                </a:cubicBezTo>
                <a:close/>
                <a:moveTo>
                  <a:pt x="1620000" y="0"/>
                </a:moveTo>
                <a:lnTo>
                  <a:pt x="1785636" y="8364"/>
                </a:lnTo>
                <a:lnTo>
                  <a:pt x="1946487" y="32913"/>
                </a:lnTo>
                <a:lnTo>
                  <a:pt x="2101739" y="72832"/>
                </a:lnTo>
                <a:lnTo>
                  <a:pt x="2250577" y="127308"/>
                </a:lnTo>
                <a:lnTo>
                  <a:pt x="2392188" y="195525"/>
                </a:lnTo>
                <a:lnTo>
                  <a:pt x="2525758" y="276671"/>
                </a:lnTo>
                <a:lnTo>
                  <a:pt x="2650471" y="369929"/>
                </a:lnTo>
                <a:lnTo>
                  <a:pt x="2765513" y="474487"/>
                </a:lnTo>
                <a:lnTo>
                  <a:pt x="2870071" y="589530"/>
                </a:lnTo>
                <a:lnTo>
                  <a:pt x="2963330" y="714243"/>
                </a:lnTo>
                <a:lnTo>
                  <a:pt x="3044475" y="847812"/>
                </a:lnTo>
                <a:lnTo>
                  <a:pt x="3112693" y="989423"/>
                </a:lnTo>
                <a:lnTo>
                  <a:pt x="3167168" y="1138262"/>
                </a:lnTo>
                <a:lnTo>
                  <a:pt x="3207088" y="1293514"/>
                </a:lnTo>
                <a:lnTo>
                  <a:pt x="3231636" y="1454365"/>
                </a:lnTo>
                <a:lnTo>
                  <a:pt x="3240000" y="1620000"/>
                </a:lnTo>
                <a:lnTo>
                  <a:pt x="3231636" y="1785636"/>
                </a:lnTo>
                <a:lnTo>
                  <a:pt x="3207088" y="1946487"/>
                </a:lnTo>
                <a:lnTo>
                  <a:pt x="3167168" y="2101739"/>
                </a:lnTo>
                <a:lnTo>
                  <a:pt x="3112693" y="2250577"/>
                </a:lnTo>
                <a:lnTo>
                  <a:pt x="3044475" y="2392188"/>
                </a:lnTo>
                <a:lnTo>
                  <a:pt x="2963330" y="2525758"/>
                </a:lnTo>
                <a:lnTo>
                  <a:pt x="2870071" y="2650471"/>
                </a:lnTo>
                <a:lnTo>
                  <a:pt x="2765513" y="2765513"/>
                </a:lnTo>
                <a:lnTo>
                  <a:pt x="2650471" y="2870071"/>
                </a:lnTo>
                <a:lnTo>
                  <a:pt x="2525758" y="2963330"/>
                </a:lnTo>
                <a:lnTo>
                  <a:pt x="2392188" y="3044475"/>
                </a:lnTo>
                <a:lnTo>
                  <a:pt x="2250577" y="3112693"/>
                </a:lnTo>
                <a:lnTo>
                  <a:pt x="2101739" y="3167168"/>
                </a:lnTo>
                <a:lnTo>
                  <a:pt x="1946487" y="3207088"/>
                </a:lnTo>
                <a:lnTo>
                  <a:pt x="1785636" y="3231636"/>
                </a:lnTo>
                <a:cubicBezTo>
                  <a:pt x="1731176" y="3237167"/>
                  <a:pt x="1675919" y="3240000"/>
                  <a:pt x="1620000" y="3240000"/>
                </a:cubicBezTo>
                <a:cubicBezTo>
                  <a:pt x="1508163" y="3240000"/>
                  <a:pt x="1398972" y="3228667"/>
                  <a:pt x="1293514" y="3207088"/>
                </a:cubicBezTo>
                <a:cubicBezTo>
                  <a:pt x="1240785" y="3196298"/>
                  <a:pt x="1188989" y="3182946"/>
                  <a:pt x="1138262" y="3167168"/>
                </a:cubicBezTo>
                <a:cubicBezTo>
                  <a:pt x="1087535" y="3151390"/>
                  <a:pt x="1037877" y="3133187"/>
                  <a:pt x="989423" y="3112693"/>
                </a:cubicBezTo>
                <a:cubicBezTo>
                  <a:pt x="940970" y="3092198"/>
                  <a:pt x="893721" y="3069414"/>
                  <a:pt x="847812" y="3044475"/>
                </a:cubicBezTo>
                <a:cubicBezTo>
                  <a:pt x="801904" y="3019536"/>
                  <a:pt x="757335" y="2992442"/>
                  <a:pt x="714243" y="2963330"/>
                </a:cubicBezTo>
                <a:cubicBezTo>
                  <a:pt x="671151" y="2934217"/>
                  <a:pt x="629534" y="2903086"/>
                  <a:pt x="589530" y="2870071"/>
                </a:cubicBezTo>
                <a:cubicBezTo>
                  <a:pt x="549525" y="2837056"/>
                  <a:pt x="511133" y="2802158"/>
                  <a:pt x="474487" y="2765513"/>
                </a:cubicBezTo>
                <a:cubicBezTo>
                  <a:pt x="437842" y="2728868"/>
                  <a:pt x="402944" y="2690475"/>
                  <a:pt x="369930" y="2650471"/>
                </a:cubicBezTo>
                <a:cubicBezTo>
                  <a:pt x="336915" y="2610466"/>
                  <a:pt x="305783" y="2568850"/>
                  <a:pt x="276671" y="2525758"/>
                </a:cubicBezTo>
                <a:cubicBezTo>
                  <a:pt x="247558" y="2482665"/>
                  <a:pt x="220465" y="2438097"/>
                  <a:pt x="195526" y="2392188"/>
                </a:cubicBezTo>
                <a:cubicBezTo>
                  <a:pt x="170586" y="2346280"/>
                  <a:pt x="147802" y="2299031"/>
                  <a:pt x="127308" y="2250577"/>
                </a:cubicBezTo>
                <a:cubicBezTo>
                  <a:pt x="106814" y="2202124"/>
                  <a:pt x="88610" y="2152466"/>
                  <a:pt x="72832" y="2101739"/>
                </a:cubicBezTo>
                <a:cubicBezTo>
                  <a:pt x="57055" y="2051012"/>
                  <a:pt x="43703" y="1999216"/>
                  <a:pt x="32913" y="1946487"/>
                </a:cubicBezTo>
                <a:cubicBezTo>
                  <a:pt x="22123" y="1893758"/>
                  <a:pt x="13895" y="1840095"/>
                  <a:pt x="8364" y="1785636"/>
                </a:cubicBezTo>
                <a:cubicBezTo>
                  <a:pt x="2833" y="1731176"/>
                  <a:pt x="0" y="1675919"/>
                  <a:pt x="0" y="1620000"/>
                </a:cubicBezTo>
                <a:cubicBezTo>
                  <a:pt x="0" y="1508163"/>
                  <a:pt x="11333" y="1398972"/>
                  <a:pt x="32913" y="1293514"/>
                </a:cubicBezTo>
                <a:cubicBezTo>
                  <a:pt x="43703" y="1240785"/>
                  <a:pt x="57055" y="1188989"/>
                  <a:pt x="72832" y="1138262"/>
                </a:cubicBezTo>
                <a:cubicBezTo>
                  <a:pt x="88610" y="1087535"/>
                  <a:pt x="106814" y="1037877"/>
                  <a:pt x="127308" y="989423"/>
                </a:cubicBezTo>
                <a:cubicBezTo>
                  <a:pt x="147802" y="940970"/>
                  <a:pt x="170586" y="893721"/>
                  <a:pt x="195526" y="847812"/>
                </a:cubicBezTo>
                <a:cubicBezTo>
                  <a:pt x="220465" y="801904"/>
                  <a:pt x="247558" y="757335"/>
                  <a:pt x="276671" y="714243"/>
                </a:cubicBezTo>
                <a:cubicBezTo>
                  <a:pt x="305783" y="671151"/>
                  <a:pt x="336915" y="629534"/>
                  <a:pt x="369930" y="589530"/>
                </a:cubicBezTo>
                <a:cubicBezTo>
                  <a:pt x="402944" y="549525"/>
                  <a:pt x="437842" y="511133"/>
                  <a:pt x="474487" y="474487"/>
                </a:cubicBezTo>
                <a:cubicBezTo>
                  <a:pt x="511133" y="437842"/>
                  <a:pt x="549525" y="402944"/>
                  <a:pt x="589530" y="369929"/>
                </a:cubicBezTo>
                <a:cubicBezTo>
                  <a:pt x="629534" y="336915"/>
                  <a:pt x="671151" y="305783"/>
                  <a:pt x="714243" y="276671"/>
                </a:cubicBezTo>
                <a:cubicBezTo>
                  <a:pt x="757335" y="247558"/>
                  <a:pt x="801904" y="220465"/>
                  <a:pt x="847812" y="195525"/>
                </a:cubicBezTo>
                <a:cubicBezTo>
                  <a:pt x="893721" y="170586"/>
                  <a:pt x="940970" y="147802"/>
                  <a:pt x="989423" y="127308"/>
                </a:cubicBezTo>
                <a:cubicBezTo>
                  <a:pt x="1037877" y="106814"/>
                  <a:pt x="1087535" y="88610"/>
                  <a:pt x="1138262" y="72832"/>
                </a:cubicBezTo>
                <a:cubicBezTo>
                  <a:pt x="1188989" y="57054"/>
                  <a:pt x="1240785" y="43703"/>
                  <a:pt x="1293514" y="32913"/>
                </a:cubicBezTo>
                <a:cubicBezTo>
                  <a:pt x="1346243" y="22123"/>
                  <a:pt x="1399905" y="13895"/>
                  <a:pt x="1454365" y="8364"/>
                </a:cubicBezTo>
                <a:cubicBezTo>
                  <a:pt x="1508824" y="2833"/>
                  <a:pt x="1564081" y="0"/>
                  <a:pt x="16200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29" name="CustomShape 37"/>
          <p:cNvSpPr/>
          <p:nvPr/>
        </p:nvSpPr>
        <p:spPr>
          <a:xfrm>
            <a:off x="9069480" y="6242760"/>
            <a:ext cx="529200" cy="570600"/>
          </a:xfrm>
          <a:custGeom>
            <a:avLst/>
            <a:gdLst/>
            <a:ahLst/>
            <a:rect l="l" t="t" r="r" b="b"/>
            <a:pathLst>
              <a:path w="3240000" h="3240000">
                <a:moveTo>
                  <a:pt x="2298433" y="2114441"/>
                </a:moveTo>
                <a:lnTo>
                  <a:pt x="1355104" y="2367205"/>
                </a:lnTo>
                <a:lnTo>
                  <a:pt x="1411009" y="2575845"/>
                </a:lnTo>
                <a:lnTo>
                  <a:pt x="2354338" y="2323081"/>
                </a:lnTo>
                <a:close/>
                <a:moveTo>
                  <a:pt x="2165423" y="986226"/>
                </a:moveTo>
                <a:cubicBezTo>
                  <a:pt x="2072622" y="986226"/>
                  <a:pt x="1997392" y="1061456"/>
                  <a:pt x="1997392" y="1154257"/>
                </a:cubicBezTo>
                <a:cubicBezTo>
                  <a:pt x="1997392" y="1247058"/>
                  <a:pt x="2072622" y="1322288"/>
                  <a:pt x="2165423" y="1322288"/>
                </a:cubicBezTo>
                <a:cubicBezTo>
                  <a:pt x="2258224" y="1322288"/>
                  <a:pt x="2333454" y="1247058"/>
                  <a:pt x="2333454" y="1154257"/>
                </a:cubicBezTo>
                <a:cubicBezTo>
                  <a:pt x="2333454" y="1061456"/>
                  <a:pt x="2258224" y="986226"/>
                  <a:pt x="2165423" y="986226"/>
                </a:cubicBezTo>
                <a:close/>
                <a:moveTo>
                  <a:pt x="1107401" y="986226"/>
                </a:moveTo>
                <a:cubicBezTo>
                  <a:pt x="1014600" y="986226"/>
                  <a:pt x="939370" y="1061456"/>
                  <a:pt x="939370" y="1154257"/>
                </a:cubicBezTo>
                <a:cubicBezTo>
                  <a:pt x="939370" y="1247058"/>
                  <a:pt x="1014600" y="1322288"/>
                  <a:pt x="1107401" y="1322288"/>
                </a:cubicBezTo>
                <a:cubicBezTo>
                  <a:pt x="1200202" y="1322288"/>
                  <a:pt x="1275432" y="1247058"/>
                  <a:pt x="1275432" y="1154257"/>
                </a:cubicBezTo>
                <a:cubicBezTo>
                  <a:pt x="1275432" y="1061456"/>
                  <a:pt x="1200202" y="986226"/>
                  <a:pt x="1107401" y="986226"/>
                </a:cubicBezTo>
                <a:close/>
                <a:moveTo>
                  <a:pt x="1620000" y="0"/>
                </a:moveTo>
                <a:lnTo>
                  <a:pt x="1785636" y="8364"/>
                </a:lnTo>
                <a:lnTo>
                  <a:pt x="1946487" y="32913"/>
                </a:lnTo>
                <a:lnTo>
                  <a:pt x="2101738" y="72832"/>
                </a:lnTo>
                <a:lnTo>
                  <a:pt x="2250577" y="127308"/>
                </a:lnTo>
                <a:lnTo>
                  <a:pt x="2392188" y="195525"/>
                </a:lnTo>
                <a:lnTo>
                  <a:pt x="2525757" y="276671"/>
                </a:lnTo>
                <a:lnTo>
                  <a:pt x="2650470" y="369929"/>
                </a:lnTo>
                <a:lnTo>
                  <a:pt x="2765513" y="474487"/>
                </a:lnTo>
                <a:lnTo>
                  <a:pt x="2870071" y="589530"/>
                </a:lnTo>
                <a:lnTo>
                  <a:pt x="2963329" y="714243"/>
                </a:lnTo>
                <a:lnTo>
                  <a:pt x="3044475" y="847812"/>
                </a:lnTo>
                <a:lnTo>
                  <a:pt x="3112693" y="989423"/>
                </a:lnTo>
                <a:lnTo>
                  <a:pt x="3167168" y="1138262"/>
                </a:lnTo>
                <a:lnTo>
                  <a:pt x="3207088" y="1293514"/>
                </a:lnTo>
                <a:lnTo>
                  <a:pt x="3231636" y="1454365"/>
                </a:lnTo>
                <a:lnTo>
                  <a:pt x="3240000" y="1620000"/>
                </a:lnTo>
                <a:lnTo>
                  <a:pt x="3231636" y="1785636"/>
                </a:lnTo>
                <a:lnTo>
                  <a:pt x="3207088" y="1946487"/>
                </a:lnTo>
                <a:lnTo>
                  <a:pt x="3167168" y="2101739"/>
                </a:lnTo>
                <a:lnTo>
                  <a:pt x="3112693" y="2250577"/>
                </a:lnTo>
                <a:lnTo>
                  <a:pt x="3044475" y="2392188"/>
                </a:lnTo>
                <a:lnTo>
                  <a:pt x="2963329" y="2525758"/>
                </a:lnTo>
                <a:lnTo>
                  <a:pt x="2870071" y="2650471"/>
                </a:lnTo>
                <a:lnTo>
                  <a:pt x="2765513" y="2765513"/>
                </a:lnTo>
                <a:lnTo>
                  <a:pt x="2650470" y="2870071"/>
                </a:lnTo>
                <a:lnTo>
                  <a:pt x="2525757" y="2963330"/>
                </a:lnTo>
                <a:lnTo>
                  <a:pt x="2392188" y="3044475"/>
                </a:lnTo>
                <a:lnTo>
                  <a:pt x="2250577" y="3112693"/>
                </a:lnTo>
                <a:lnTo>
                  <a:pt x="2101738" y="3167168"/>
                </a:lnTo>
                <a:lnTo>
                  <a:pt x="1946487" y="3207088"/>
                </a:lnTo>
                <a:lnTo>
                  <a:pt x="1785636" y="3231636"/>
                </a:lnTo>
                <a:cubicBezTo>
                  <a:pt x="1731176" y="3237167"/>
                  <a:pt x="1675919" y="3240000"/>
                  <a:pt x="1620000" y="3240000"/>
                </a:cubicBezTo>
                <a:cubicBezTo>
                  <a:pt x="1508162" y="3240000"/>
                  <a:pt x="1398972" y="3228667"/>
                  <a:pt x="1293514" y="3207088"/>
                </a:cubicBezTo>
                <a:cubicBezTo>
                  <a:pt x="1240785" y="3196298"/>
                  <a:pt x="1188989" y="3182946"/>
                  <a:pt x="1138262" y="3167168"/>
                </a:cubicBezTo>
                <a:cubicBezTo>
                  <a:pt x="1087535" y="3151390"/>
                  <a:pt x="1037877" y="3133187"/>
                  <a:pt x="989423" y="3112693"/>
                </a:cubicBezTo>
                <a:cubicBezTo>
                  <a:pt x="940970" y="3092198"/>
                  <a:pt x="893721" y="3069414"/>
                  <a:pt x="847812" y="3044475"/>
                </a:cubicBezTo>
                <a:cubicBezTo>
                  <a:pt x="801903" y="3019536"/>
                  <a:pt x="757335" y="2992442"/>
                  <a:pt x="714243" y="2963330"/>
                </a:cubicBezTo>
                <a:cubicBezTo>
                  <a:pt x="671151" y="2934217"/>
                  <a:pt x="629534" y="2903086"/>
                  <a:pt x="589530" y="2870071"/>
                </a:cubicBezTo>
                <a:cubicBezTo>
                  <a:pt x="549525" y="2837056"/>
                  <a:pt x="511132" y="2802158"/>
                  <a:pt x="474487" y="2765513"/>
                </a:cubicBezTo>
                <a:cubicBezTo>
                  <a:pt x="437842" y="2728868"/>
                  <a:pt x="402944" y="2690475"/>
                  <a:pt x="369929" y="2650471"/>
                </a:cubicBezTo>
                <a:cubicBezTo>
                  <a:pt x="336915" y="2610466"/>
                  <a:pt x="305783" y="2568850"/>
                  <a:pt x="276671" y="2525758"/>
                </a:cubicBezTo>
                <a:cubicBezTo>
                  <a:pt x="247558" y="2482665"/>
                  <a:pt x="220464" y="2438097"/>
                  <a:pt x="195525" y="2392188"/>
                </a:cubicBezTo>
                <a:cubicBezTo>
                  <a:pt x="170586" y="2346280"/>
                  <a:pt x="147802" y="2299031"/>
                  <a:pt x="127308" y="2250577"/>
                </a:cubicBezTo>
                <a:cubicBezTo>
                  <a:pt x="106814" y="2202124"/>
                  <a:pt x="88610" y="2152466"/>
                  <a:pt x="72832" y="2101739"/>
                </a:cubicBezTo>
                <a:cubicBezTo>
                  <a:pt x="57054" y="2051012"/>
                  <a:pt x="43703" y="1999216"/>
                  <a:pt x="32913" y="1946487"/>
                </a:cubicBezTo>
                <a:cubicBezTo>
                  <a:pt x="22123" y="1893758"/>
                  <a:pt x="13895" y="1840095"/>
                  <a:pt x="8364" y="1785636"/>
                </a:cubicBezTo>
                <a:cubicBezTo>
                  <a:pt x="2833" y="1731176"/>
                  <a:pt x="0" y="1675919"/>
                  <a:pt x="0" y="1620000"/>
                </a:cubicBezTo>
                <a:cubicBezTo>
                  <a:pt x="0" y="1508163"/>
                  <a:pt x="11333" y="1398972"/>
                  <a:pt x="32913" y="1293514"/>
                </a:cubicBezTo>
                <a:cubicBezTo>
                  <a:pt x="43703" y="1240785"/>
                  <a:pt x="57054" y="1188989"/>
                  <a:pt x="72832" y="1138262"/>
                </a:cubicBezTo>
                <a:cubicBezTo>
                  <a:pt x="88610" y="1087535"/>
                  <a:pt x="106814" y="1037877"/>
                  <a:pt x="127308" y="989423"/>
                </a:cubicBezTo>
                <a:cubicBezTo>
                  <a:pt x="147802" y="940970"/>
                  <a:pt x="170586" y="893721"/>
                  <a:pt x="195525" y="847812"/>
                </a:cubicBezTo>
                <a:cubicBezTo>
                  <a:pt x="220464" y="801904"/>
                  <a:pt x="247558" y="757335"/>
                  <a:pt x="276671" y="714243"/>
                </a:cubicBezTo>
                <a:cubicBezTo>
                  <a:pt x="305783" y="671151"/>
                  <a:pt x="336915" y="629534"/>
                  <a:pt x="369929" y="589530"/>
                </a:cubicBezTo>
                <a:cubicBezTo>
                  <a:pt x="402944" y="549525"/>
                  <a:pt x="437842" y="511133"/>
                  <a:pt x="474487" y="474487"/>
                </a:cubicBezTo>
                <a:cubicBezTo>
                  <a:pt x="511132" y="437842"/>
                  <a:pt x="549525" y="402944"/>
                  <a:pt x="589530" y="369929"/>
                </a:cubicBezTo>
                <a:cubicBezTo>
                  <a:pt x="629534" y="336915"/>
                  <a:pt x="671151" y="305783"/>
                  <a:pt x="714243" y="276671"/>
                </a:cubicBezTo>
                <a:cubicBezTo>
                  <a:pt x="757335" y="247558"/>
                  <a:pt x="801903" y="220465"/>
                  <a:pt x="847812" y="195525"/>
                </a:cubicBezTo>
                <a:cubicBezTo>
                  <a:pt x="893721" y="170586"/>
                  <a:pt x="940970" y="147802"/>
                  <a:pt x="989423" y="127308"/>
                </a:cubicBezTo>
                <a:cubicBezTo>
                  <a:pt x="1037877" y="106814"/>
                  <a:pt x="1087535" y="88610"/>
                  <a:pt x="1138262" y="72832"/>
                </a:cubicBezTo>
                <a:cubicBezTo>
                  <a:pt x="1188989" y="57054"/>
                  <a:pt x="1240785" y="43703"/>
                  <a:pt x="1293514" y="32913"/>
                </a:cubicBezTo>
                <a:cubicBezTo>
                  <a:pt x="1346243" y="22123"/>
                  <a:pt x="1399905" y="13895"/>
                  <a:pt x="1454365" y="8364"/>
                </a:cubicBezTo>
                <a:cubicBezTo>
                  <a:pt x="1508824" y="2833"/>
                  <a:pt x="1564081" y="0"/>
                  <a:pt x="16200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30" name="CustomShape 38"/>
          <p:cNvSpPr/>
          <p:nvPr/>
        </p:nvSpPr>
        <p:spPr>
          <a:xfrm>
            <a:off x="11502000" y="6236640"/>
            <a:ext cx="541440" cy="584280"/>
          </a:xfrm>
          <a:custGeom>
            <a:avLst/>
            <a:gdLst/>
            <a:ahLst/>
            <a:rect l="l" t="t" r="r" b="b"/>
            <a:pathLst>
              <a:path w="3240000" h="3240000">
                <a:moveTo>
                  <a:pt x="2249999" y="2117384"/>
                </a:moveTo>
                <a:lnTo>
                  <a:pt x="990192" y="2131776"/>
                </a:lnTo>
                <a:cubicBezTo>
                  <a:pt x="998682" y="2476365"/>
                  <a:pt x="1282526" y="2750154"/>
                  <a:pt x="1627197" y="2746216"/>
                </a:cubicBezTo>
                <a:cubicBezTo>
                  <a:pt x="1971867" y="2742279"/>
                  <a:pt x="2249383" y="2462077"/>
                  <a:pt x="2249999" y="2117384"/>
                </a:cubicBezTo>
                <a:close/>
                <a:moveTo>
                  <a:pt x="2505352" y="784338"/>
                </a:moveTo>
                <a:lnTo>
                  <a:pt x="1869332" y="1428843"/>
                </a:lnTo>
                <a:lnTo>
                  <a:pt x="2505352" y="1522122"/>
                </a:lnTo>
                <a:lnTo>
                  <a:pt x="2505352" y="1378597"/>
                </a:lnTo>
                <a:lnTo>
                  <a:pt x="2187887" y="1332038"/>
                </a:lnTo>
                <a:lnTo>
                  <a:pt x="2505352" y="1010338"/>
                </a:lnTo>
                <a:close/>
                <a:moveTo>
                  <a:pt x="734649" y="784338"/>
                </a:moveTo>
                <a:lnTo>
                  <a:pt x="734649" y="1010338"/>
                </a:lnTo>
                <a:lnTo>
                  <a:pt x="1052115" y="1332038"/>
                </a:lnTo>
                <a:lnTo>
                  <a:pt x="734649" y="1378597"/>
                </a:lnTo>
                <a:lnTo>
                  <a:pt x="734649" y="1522122"/>
                </a:lnTo>
                <a:lnTo>
                  <a:pt x="1370670" y="1428843"/>
                </a:ln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31" name="CustomShape 39"/>
          <p:cNvSpPr/>
          <p:nvPr/>
        </p:nvSpPr>
        <p:spPr>
          <a:xfrm>
            <a:off x="9879480" y="6242760"/>
            <a:ext cx="529200" cy="570600"/>
          </a:xfrm>
          <a:custGeom>
            <a:avLst/>
            <a:gdLst/>
            <a:ahLst/>
            <a:rect l="l" t="t" r="r" b="b"/>
            <a:pathLst>
              <a:path w="3240000" h="3240000">
                <a:moveTo>
                  <a:pt x="2026698" y="2215122"/>
                </a:moveTo>
                <a:cubicBezTo>
                  <a:pt x="1959656" y="2378616"/>
                  <a:pt x="1801229" y="2486070"/>
                  <a:pt x="1624533" y="2487892"/>
                </a:cubicBezTo>
                <a:cubicBezTo>
                  <a:pt x="1447837" y="2489714"/>
                  <a:pt x="1287227" y="2385551"/>
                  <a:pt x="1216828" y="2223474"/>
                </a:cubicBezTo>
                <a:lnTo>
                  <a:pt x="1039110" y="2300667"/>
                </a:lnTo>
                <a:cubicBezTo>
                  <a:pt x="1140541" y="2534187"/>
                  <a:pt x="1371947" y="2684266"/>
                  <a:pt x="1626531" y="2681641"/>
                </a:cubicBezTo>
                <a:cubicBezTo>
                  <a:pt x="1881115" y="2679016"/>
                  <a:pt x="2109376" y="2524196"/>
                  <a:pt x="2205970" y="2288634"/>
                </a:cubicBezTo>
                <a:close/>
                <a:moveTo>
                  <a:pt x="937973" y="986566"/>
                </a:moveTo>
                <a:cubicBezTo>
                  <a:pt x="850807" y="983371"/>
                  <a:pt x="762813" y="1002775"/>
                  <a:pt x="683096" y="1045110"/>
                </a:cubicBezTo>
                <a:cubicBezTo>
                  <a:pt x="523662" y="1129780"/>
                  <a:pt x="421680" y="1293248"/>
                  <a:pt x="415731" y="1473672"/>
                </a:cubicBezTo>
                <a:lnTo>
                  <a:pt x="615852" y="1480270"/>
                </a:lnTo>
                <a:cubicBezTo>
                  <a:pt x="619438" y="1371518"/>
                  <a:pt x="680908" y="1272986"/>
                  <a:pt x="777009" y="1221950"/>
                </a:cubicBezTo>
                <a:cubicBezTo>
                  <a:pt x="873110" y="1170914"/>
                  <a:pt x="989166" y="1175167"/>
                  <a:pt x="1081273" y="1233100"/>
                </a:cubicBezTo>
                <a:cubicBezTo>
                  <a:pt x="1173381" y="1291033"/>
                  <a:pt x="1227475" y="1393800"/>
                  <a:pt x="1223091" y="1502523"/>
                </a:cubicBezTo>
                <a:lnTo>
                  <a:pt x="1423160" y="1510590"/>
                </a:lnTo>
                <a:cubicBezTo>
                  <a:pt x="1430433" y="1330214"/>
                  <a:pt x="1340689" y="1159721"/>
                  <a:pt x="1187880" y="1063608"/>
                </a:cubicBezTo>
                <a:cubicBezTo>
                  <a:pt x="1111476" y="1015552"/>
                  <a:pt x="1025138" y="989760"/>
                  <a:pt x="937973" y="986566"/>
                </a:cubicBezTo>
                <a:close/>
                <a:moveTo>
                  <a:pt x="2306124" y="986566"/>
                </a:moveTo>
                <a:cubicBezTo>
                  <a:pt x="2218958" y="983371"/>
                  <a:pt x="2130964" y="1002775"/>
                  <a:pt x="2051247" y="1045110"/>
                </a:cubicBezTo>
                <a:cubicBezTo>
                  <a:pt x="1891813" y="1129780"/>
                  <a:pt x="1789831" y="1293248"/>
                  <a:pt x="1783882" y="1473672"/>
                </a:cubicBezTo>
                <a:lnTo>
                  <a:pt x="1984003" y="1480270"/>
                </a:lnTo>
                <a:cubicBezTo>
                  <a:pt x="1987589" y="1371518"/>
                  <a:pt x="2049059" y="1272986"/>
                  <a:pt x="2145160" y="1221950"/>
                </a:cubicBezTo>
                <a:cubicBezTo>
                  <a:pt x="2241261" y="1170914"/>
                  <a:pt x="2357317" y="1175167"/>
                  <a:pt x="2449424" y="1233100"/>
                </a:cubicBezTo>
                <a:cubicBezTo>
                  <a:pt x="2541532" y="1291033"/>
                  <a:pt x="2595626" y="1393800"/>
                  <a:pt x="2591242" y="1502523"/>
                </a:cubicBezTo>
                <a:lnTo>
                  <a:pt x="2791311" y="1510590"/>
                </a:lnTo>
                <a:cubicBezTo>
                  <a:pt x="2798584" y="1330214"/>
                  <a:pt x="2708840" y="1159721"/>
                  <a:pt x="2556031" y="1063608"/>
                </a:cubicBezTo>
                <a:cubicBezTo>
                  <a:pt x="2479627" y="1015552"/>
                  <a:pt x="2393289" y="989760"/>
                  <a:pt x="2306124" y="986566"/>
                </a:cubicBezTo>
                <a:close/>
                <a:moveTo>
                  <a:pt x="1620000" y="0"/>
                </a:moveTo>
                <a:lnTo>
                  <a:pt x="1785636" y="8364"/>
                </a:lnTo>
                <a:lnTo>
                  <a:pt x="1946487" y="32913"/>
                </a:lnTo>
                <a:lnTo>
                  <a:pt x="2101738" y="72832"/>
                </a:lnTo>
                <a:lnTo>
                  <a:pt x="2250577" y="127308"/>
                </a:lnTo>
                <a:lnTo>
                  <a:pt x="2392188" y="195525"/>
                </a:lnTo>
                <a:lnTo>
                  <a:pt x="2525757" y="276671"/>
                </a:lnTo>
                <a:lnTo>
                  <a:pt x="2650470" y="369929"/>
                </a:lnTo>
                <a:lnTo>
                  <a:pt x="2765513" y="474487"/>
                </a:lnTo>
                <a:lnTo>
                  <a:pt x="2870071" y="589530"/>
                </a:lnTo>
                <a:lnTo>
                  <a:pt x="2963329" y="714243"/>
                </a:lnTo>
                <a:lnTo>
                  <a:pt x="3044475" y="847812"/>
                </a:lnTo>
                <a:lnTo>
                  <a:pt x="3112693" y="989423"/>
                </a:lnTo>
                <a:lnTo>
                  <a:pt x="3167168" y="1138262"/>
                </a:lnTo>
                <a:lnTo>
                  <a:pt x="3207088" y="1293514"/>
                </a:lnTo>
                <a:lnTo>
                  <a:pt x="3231636" y="1454365"/>
                </a:lnTo>
                <a:lnTo>
                  <a:pt x="3240000" y="1620000"/>
                </a:lnTo>
                <a:lnTo>
                  <a:pt x="3231636" y="1785636"/>
                </a:lnTo>
                <a:lnTo>
                  <a:pt x="3207088" y="1946487"/>
                </a:lnTo>
                <a:lnTo>
                  <a:pt x="3167168" y="2101739"/>
                </a:lnTo>
                <a:lnTo>
                  <a:pt x="3112693" y="2250577"/>
                </a:lnTo>
                <a:lnTo>
                  <a:pt x="3044475" y="2392188"/>
                </a:lnTo>
                <a:lnTo>
                  <a:pt x="2963329" y="2525758"/>
                </a:lnTo>
                <a:lnTo>
                  <a:pt x="2870071" y="2650471"/>
                </a:lnTo>
                <a:lnTo>
                  <a:pt x="2765513" y="2765513"/>
                </a:lnTo>
                <a:lnTo>
                  <a:pt x="2650470" y="2870071"/>
                </a:lnTo>
                <a:lnTo>
                  <a:pt x="2525757" y="2963330"/>
                </a:lnTo>
                <a:lnTo>
                  <a:pt x="2392188" y="3044475"/>
                </a:lnTo>
                <a:lnTo>
                  <a:pt x="2250577" y="3112693"/>
                </a:lnTo>
                <a:lnTo>
                  <a:pt x="2101738" y="3167168"/>
                </a:lnTo>
                <a:lnTo>
                  <a:pt x="1946487" y="3207088"/>
                </a:lnTo>
                <a:lnTo>
                  <a:pt x="1785636" y="3231636"/>
                </a:lnTo>
                <a:cubicBezTo>
                  <a:pt x="1731176" y="3237167"/>
                  <a:pt x="1675919" y="3240000"/>
                  <a:pt x="1620000" y="3240000"/>
                </a:cubicBezTo>
                <a:cubicBezTo>
                  <a:pt x="1508162" y="3240000"/>
                  <a:pt x="1398972" y="3228667"/>
                  <a:pt x="1293514" y="3207088"/>
                </a:cubicBezTo>
                <a:cubicBezTo>
                  <a:pt x="1240785" y="3196298"/>
                  <a:pt x="1188989" y="3182946"/>
                  <a:pt x="1138262" y="3167168"/>
                </a:cubicBezTo>
                <a:cubicBezTo>
                  <a:pt x="1087535" y="3151390"/>
                  <a:pt x="1037877" y="3133187"/>
                  <a:pt x="989423" y="3112693"/>
                </a:cubicBezTo>
                <a:cubicBezTo>
                  <a:pt x="940970" y="3092198"/>
                  <a:pt x="893721" y="3069414"/>
                  <a:pt x="847812" y="3044475"/>
                </a:cubicBezTo>
                <a:cubicBezTo>
                  <a:pt x="801903" y="3019536"/>
                  <a:pt x="757335" y="2992442"/>
                  <a:pt x="714243" y="2963330"/>
                </a:cubicBezTo>
                <a:cubicBezTo>
                  <a:pt x="671151" y="2934217"/>
                  <a:pt x="629534" y="2903086"/>
                  <a:pt x="589530" y="2870071"/>
                </a:cubicBezTo>
                <a:cubicBezTo>
                  <a:pt x="549525" y="2837056"/>
                  <a:pt x="511132" y="2802158"/>
                  <a:pt x="474487" y="2765513"/>
                </a:cubicBezTo>
                <a:cubicBezTo>
                  <a:pt x="437842" y="2728868"/>
                  <a:pt x="402944" y="2690475"/>
                  <a:pt x="369929" y="2650471"/>
                </a:cubicBezTo>
                <a:cubicBezTo>
                  <a:pt x="336915" y="2610466"/>
                  <a:pt x="305783" y="2568850"/>
                  <a:pt x="276671" y="2525758"/>
                </a:cubicBezTo>
                <a:cubicBezTo>
                  <a:pt x="247558" y="2482665"/>
                  <a:pt x="220464" y="2438097"/>
                  <a:pt x="195525" y="2392188"/>
                </a:cubicBezTo>
                <a:cubicBezTo>
                  <a:pt x="170586" y="2346280"/>
                  <a:pt x="147802" y="2299031"/>
                  <a:pt x="127308" y="2250577"/>
                </a:cubicBezTo>
                <a:cubicBezTo>
                  <a:pt x="106814" y="2202124"/>
                  <a:pt x="88610" y="2152466"/>
                  <a:pt x="72832" y="2101739"/>
                </a:cubicBezTo>
                <a:cubicBezTo>
                  <a:pt x="57054" y="2051012"/>
                  <a:pt x="43703" y="1999216"/>
                  <a:pt x="32913" y="1946487"/>
                </a:cubicBezTo>
                <a:cubicBezTo>
                  <a:pt x="22123" y="1893758"/>
                  <a:pt x="13895" y="1840095"/>
                  <a:pt x="8364" y="1785636"/>
                </a:cubicBezTo>
                <a:cubicBezTo>
                  <a:pt x="2833" y="1731176"/>
                  <a:pt x="0" y="1675919"/>
                  <a:pt x="0" y="1620000"/>
                </a:cubicBezTo>
                <a:cubicBezTo>
                  <a:pt x="0" y="1508163"/>
                  <a:pt x="11333" y="1398972"/>
                  <a:pt x="32913" y="1293514"/>
                </a:cubicBezTo>
                <a:cubicBezTo>
                  <a:pt x="43703" y="1240785"/>
                  <a:pt x="57054" y="1188989"/>
                  <a:pt x="72832" y="1138262"/>
                </a:cubicBezTo>
                <a:cubicBezTo>
                  <a:pt x="88610" y="1087535"/>
                  <a:pt x="106814" y="1037877"/>
                  <a:pt x="127308" y="989423"/>
                </a:cubicBezTo>
                <a:cubicBezTo>
                  <a:pt x="147802" y="940970"/>
                  <a:pt x="170586" y="893721"/>
                  <a:pt x="195525" y="847812"/>
                </a:cubicBezTo>
                <a:cubicBezTo>
                  <a:pt x="220464" y="801904"/>
                  <a:pt x="247558" y="757335"/>
                  <a:pt x="276671" y="714243"/>
                </a:cubicBezTo>
                <a:cubicBezTo>
                  <a:pt x="305783" y="671151"/>
                  <a:pt x="336915" y="629534"/>
                  <a:pt x="369929" y="589530"/>
                </a:cubicBezTo>
                <a:cubicBezTo>
                  <a:pt x="402944" y="549525"/>
                  <a:pt x="437842" y="511133"/>
                  <a:pt x="474487" y="474487"/>
                </a:cubicBezTo>
                <a:cubicBezTo>
                  <a:pt x="511132" y="437842"/>
                  <a:pt x="549525" y="402944"/>
                  <a:pt x="589530" y="369929"/>
                </a:cubicBezTo>
                <a:cubicBezTo>
                  <a:pt x="629534" y="336915"/>
                  <a:pt x="671151" y="305783"/>
                  <a:pt x="714243" y="276671"/>
                </a:cubicBezTo>
                <a:cubicBezTo>
                  <a:pt x="757335" y="247558"/>
                  <a:pt x="801903" y="220465"/>
                  <a:pt x="847812" y="195525"/>
                </a:cubicBezTo>
                <a:cubicBezTo>
                  <a:pt x="893721" y="170586"/>
                  <a:pt x="940970" y="147802"/>
                  <a:pt x="989423" y="127308"/>
                </a:cubicBezTo>
                <a:cubicBezTo>
                  <a:pt x="1037877" y="106814"/>
                  <a:pt x="1087535" y="88610"/>
                  <a:pt x="1138262" y="72832"/>
                </a:cubicBezTo>
                <a:cubicBezTo>
                  <a:pt x="1188989" y="57054"/>
                  <a:pt x="1240785" y="43703"/>
                  <a:pt x="1293514" y="32913"/>
                </a:cubicBezTo>
                <a:cubicBezTo>
                  <a:pt x="1346243" y="22123"/>
                  <a:pt x="1399905" y="13895"/>
                  <a:pt x="1454365" y="8364"/>
                </a:cubicBezTo>
                <a:cubicBezTo>
                  <a:pt x="1508824" y="2833"/>
                  <a:pt x="1564081" y="0"/>
                  <a:pt x="16200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32" name="CustomShape 40"/>
          <p:cNvSpPr/>
          <p:nvPr/>
        </p:nvSpPr>
        <p:spPr>
          <a:xfrm rot="2700000">
            <a:off x="6040440" y="4110480"/>
            <a:ext cx="386280" cy="691200"/>
          </a:xfrm>
          <a:custGeom>
            <a:avLst/>
            <a:gdLst/>
            <a:ah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33" name="CustomShape 41"/>
          <p:cNvSpPr/>
          <p:nvPr/>
        </p:nvSpPr>
        <p:spPr>
          <a:xfrm>
            <a:off x="5181480" y="4141440"/>
            <a:ext cx="502560" cy="508680"/>
          </a:xfrm>
          <a:custGeom>
            <a:avLst/>
            <a:gdLst/>
            <a:ahLst/>
            <a:rect l="l" t="t" r="r" b="b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34" name="CustomShape 42"/>
          <p:cNvSpPr/>
          <p:nvPr/>
        </p:nvSpPr>
        <p:spPr>
          <a:xfrm rot="2700000">
            <a:off x="7621920" y="6127920"/>
            <a:ext cx="189360" cy="757440"/>
          </a:xfrm>
          <a:custGeom>
            <a:avLst/>
            <a:gdLst/>
            <a:ahLst/>
            <a:rect l="l" t="t" r="r" b="b"/>
            <a:pathLst>
              <a:path w="1035916" h="4153123">
                <a:moveTo>
                  <a:pt x="277501" y="3759099"/>
                </a:moveTo>
                <a:lnTo>
                  <a:pt x="758408" y="3759099"/>
                </a:lnTo>
                <a:lnTo>
                  <a:pt x="517954" y="4153123"/>
                </a:lnTo>
                <a:close/>
                <a:moveTo>
                  <a:pt x="42612" y="2944898"/>
                </a:moveTo>
                <a:cubicBezTo>
                  <a:pt x="153922" y="2941505"/>
                  <a:pt x="246502" y="2889483"/>
                  <a:pt x="275675" y="2819018"/>
                </a:cubicBezTo>
                <a:cubicBezTo>
                  <a:pt x="304648" y="2892614"/>
                  <a:pt x="403763" y="2945872"/>
                  <a:pt x="521107" y="2945872"/>
                </a:cubicBezTo>
                <a:cubicBezTo>
                  <a:pt x="638453" y="2945872"/>
                  <a:pt x="737567" y="2892613"/>
                  <a:pt x="766540" y="2819017"/>
                </a:cubicBezTo>
                <a:cubicBezTo>
                  <a:pt x="795133" y="2888142"/>
                  <a:pt x="884783" y="2939514"/>
                  <a:pt x="993299" y="2944464"/>
                </a:cubicBezTo>
                <a:lnTo>
                  <a:pt x="776840" y="3657264"/>
                </a:lnTo>
                <a:lnTo>
                  <a:pt x="258940" y="3657264"/>
                </a:lnTo>
                <a:close/>
                <a:moveTo>
                  <a:pt x="809102" y="564558"/>
                </a:moveTo>
                <a:lnTo>
                  <a:pt x="1035914" y="564558"/>
                </a:lnTo>
                <a:lnTo>
                  <a:pt x="1035915" y="2838682"/>
                </a:lnTo>
                <a:cubicBezTo>
                  <a:pt x="1029586" y="2840409"/>
                  <a:pt x="1023074" y="2840731"/>
                  <a:pt x="1016490" y="2840731"/>
                </a:cubicBezTo>
                <a:cubicBezTo>
                  <a:pt x="901952" y="2840731"/>
                  <a:pt x="809102" y="2743612"/>
                  <a:pt x="809101" y="2623810"/>
                </a:cubicBezTo>
                <a:close/>
                <a:moveTo>
                  <a:pt x="310569" y="564558"/>
                </a:moveTo>
                <a:lnTo>
                  <a:pt x="725347" y="564558"/>
                </a:lnTo>
                <a:lnTo>
                  <a:pt x="725347" y="2633342"/>
                </a:lnTo>
                <a:cubicBezTo>
                  <a:pt x="725347" y="2747880"/>
                  <a:pt x="632496" y="2840731"/>
                  <a:pt x="517958" y="2840731"/>
                </a:cubicBezTo>
                <a:cubicBezTo>
                  <a:pt x="403420" y="2840731"/>
                  <a:pt x="310569" y="2747880"/>
                  <a:pt x="310569" y="2633342"/>
                </a:cubicBezTo>
                <a:close/>
                <a:moveTo>
                  <a:pt x="0" y="564557"/>
                </a:moveTo>
                <a:lnTo>
                  <a:pt x="226813" y="564557"/>
                </a:lnTo>
                <a:lnTo>
                  <a:pt x="226813" y="2623810"/>
                </a:lnTo>
                <a:cubicBezTo>
                  <a:pt x="226813" y="2743612"/>
                  <a:pt x="133962" y="2840731"/>
                  <a:pt x="19424" y="2840730"/>
                </a:cubicBezTo>
                <a:cubicBezTo>
                  <a:pt x="12841" y="2840730"/>
                  <a:pt x="6329" y="2840409"/>
                  <a:pt x="0" y="2838682"/>
                </a:cubicBezTo>
                <a:close/>
                <a:moveTo>
                  <a:pt x="71964" y="71964"/>
                </a:moveTo>
                <a:cubicBezTo>
                  <a:pt x="116427" y="27501"/>
                  <a:pt x="177852" y="0"/>
                  <a:pt x="245701" y="0"/>
                </a:cubicBezTo>
                <a:lnTo>
                  <a:pt x="790215" y="0"/>
                </a:lnTo>
                <a:cubicBezTo>
                  <a:pt x="925912" y="0"/>
                  <a:pt x="1035916" y="110004"/>
                  <a:pt x="1035916" y="245701"/>
                </a:cubicBezTo>
                <a:cubicBezTo>
                  <a:pt x="1035916" y="327601"/>
                  <a:pt x="1035915" y="409501"/>
                  <a:pt x="1035915" y="491401"/>
                </a:cubicBezTo>
                <a:lnTo>
                  <a:pt x="0" y="491401"/>
                </a:lnTo>
                <a:lnTo>
                  <a:pt x="0" y="245701"/>
                </a:lnTo>
                <a:cubicBezTo>
                  <a:pt x="0" y="177853"/>
                  <a:pt x="27501" y="116427"/>
                  <a:pt x="71964" y="7196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35" name="CustomShape 43"/>
          <p:cNvSpPr/>
          <p:nvPr/>
        </p:nvSpPr>
        <p:spPr>
          <a:xfrm>
            <a:off x="5157000" y="5244120"/>
            <a:ext cx="485280" cy="523440"/>
          </a:xfrm>
          <a:custGeom>
            <a:avLst/>
            <a:gdLst/>
            <a:ahLst/>
            <a:rect l="l" t="t" r="r" b="b"/>
            <a:pathLst>
              <a:path w="3240000" h="3240000">
                <a:moveTo>
                  <a:pt x="415456" y="380544"/>
                </a:moveTo>
                <a:lnTo>
                  <a:pt x="415456" y="385333"/>
                </a:lnTo>
                <a:lnTo>
                  <a:pt x="385333" y="385333"/>
                </a:lnTo>
                <a:lnTo>
                  <a:pt x="385333" y="2854667"/>
                </a:lnTo>
                <a:lnTo>
                  <a:pt x="1529120" y="2854667"/>
                </a:lnTo>
                <a:cubicBezTo>
                  <a:pt x="1267123" y="2430711"/>
                  <a:pt x="997530" y="1721825"/>
                  <a:pt x="436017" y="1672600"/>
                </a:cubicBezTo>
                <a:lnTo>
                  <a:pt x="600235" y="1185112"/>
                </a:lnTo>
                <a:cubicBezTo>
                  <a:pt x="1132790" y="1359573"/>
                  <a:pt x="1278822" y="1550851"/>
                  <a:pt x="1544730" y="1923929"/>
                </a:cubicBezTo>
                <a:cubicBezTo>
                  <a:pt x="1789452" y="1379400"/>
                  <a:pt x="1927092" y="1088696"/>
                  <a:pt x="2233403" y="596568"/>
                </a:cubicBezTo>
                <a:lnTo>
                  <a:pt x="2770666" y="596568"/>
                </a:lnTo>
                <a:cubicBezTo>
                  <a:pt x="2331495" y="1220469"/>
                  <a:pt x="1907612" y="2113878"/>
                  <a:pt x="1578489" y="2854667"/>
                </a:cubicBezTo>
                <a:lnTo>
                  <a:pt x="2854667" y="2854667"/>
                </a:lnTo>
                <a:lnTo>
                  <a:pt x="2854667" y="596568"/>
                </a:lnTo>
                <a:lnTo>
                  <a:pt x="2858395" y="596568"/>
                </a:lnTo>
                <a:lnTo>
                  <a:pt x="2858395" y="380544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3240000" y="3240000"/>
                </a:lnTo>
                <a:lnTo>
                  <a:pt x="0" y="3240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36" name="CustomShape 44"/>
          <p:cNvSpPr/>
          <p:nvPr/>
        </p:nvSpPr>
        <p:spPr>
          <a:xfrm flipH="1">
            <a:off x="10631520" y="3117960"/>
            <a:ext cx="481320" cy="429840"/>
          </a:xfrm>
          <a:custGeom>
            <a:avLst/>
            <a:gdLst/>
            <a:ahLst/>
            <a:rect l="l" t="t" r="r" b="b"/>
            <a:pathLst>
              <a:path w="3217557" h="2654282">
                <a:moveTo>
                  <a:pt x="1384251" y="661544"/>
                </a:moveTo>
                <a:cubicBezTo>
                  <a:pt x="1489083" y="661544"/>
                  <a:pt x="1574067" y="746528"/>
                  <a:pt x="1574067" y="851360"/>
                </a:cubicBezTo>
                <a:cubicBezTo>
                  <a:pt x="1574067" y="956192"/>
                  <a:pt x="1489083" y="1041176"/>
                  <a:pt x="1384251" y="1041176"/>
                </a:cubicBezTo>
                <a:cubicBezTo>
                  <a:pt x="1279419" y="1041176"/>
                  <a:pt x="1194435" y="956192"/>
                  <a:pt x="1194435" y="851360"/>
                </a:cubicBezTo>
                <a:cubicBezTo>
                  <a:pt x="1194435" y="746528"/>
                  <a:pt x="1279419" y="661544"/>
                  <a:pt x="1384251" y="661544"/>
                </a:cubicBezTo>
                <a:close/>
                <a:moveTo>
                  <a:pt x="1993421" y="661544"/>
                </a:moveTo>
                <a:cubicBezTo>
                  <a:pt x="2098253" y="661544"/>
                  <a:pt x="2183237" y="746528"/>
                  <a:pt x="2183237" y="851360"/>
                </a:cubicBezTo>
                <a:cubicBezTo>
                  <a:pt x="2183237" y="956192"/>
                  <a:pt x="2098253" y="1041176"/>
                  <a:pt x="1993421" y="1041176"/>
                </a:cubicBezTo>
                <a:cubicBezTo>
                  <a:pt x="1888589" y="1041176"/>
                  <a:pt x="1803605" y="956192"/>
                  <a:pt x="1803605" y="851360"/>
                </a:cubicBezTo>
                <a:cubicBezTo>
                  <a:pt x="1803605" y="746528"/>
                  <a:pt x="1888589" y="661544"/>
                  <a:pt x="1993421" y="661544"/>
                </a:cubicBezTo>
                <a:close/>
                <a:moveTo>
                  <a:pt x="2602591" y="661544"/>
                </a:moveTo>
                <a:cubicBezTo>
                  <a:pt x="2707423" y="661544"/>
                  <a:pt x="2792407" y="746528"/>
                  <a:pt x="2792407" y="851360"/>
                </a:cubicBezTo>
                <a:cubicBezTo>
                  <a:pt x="2792407" y="956192"/>
                  <a:pt x="2707423" y="1041176"/>
                  <a:pt x="2602591" y="1041176"/>
                </a:cubicBezTo>
                <a:cubicBezTo>
                  <a:pt x="2497759" y="1041176"/>
                  <a:pt x="2412775" y="956192"/>
                  <a:pt x="2412775" y="851360"/>
                </a:cubicBezTo>
                <a:cubicBezTo>
                  <a:pt x="2412775" y="746528"/>
                  <a:pt x="2497759" y="661544"/>
                  <a:pt x="2602591" y="661544"/>
                </a:cubicBezTo>
                <a:close/>
                <a:moveTo>
                  <a:pt x="677114" y="569491"/>
                </a:moveTo>
                <a:lnTo>
                  <a:pt x="330916" y="569491"/>
                </a:lnTo>
                <a:cubicBezTo>
                  <a:pt x="148156" y="569491"/>
                  <a:pt x="0" y="717647"/>
                  <a:pt x="0" y="900407"/>
                </a:cubicBezTo>
                <a:lnTo>
                  <a:pt x="0" y="1952009"/>
                </a:lnTo>
                <a:cubicBezTo>
                  <a:pt x="0" y="2134769"/>
                  <a:pt x="148156" y="2282925"/>
                  <a:pt x="330916" y="2282925"/>
                </a:cubicBezTo>
                <a:lnTo>
                  <a:pt x="711670" y="2282925"/>
                </a:lnTo>
                <a:cubicBezTo>
                  <a:pt x="639726" y="2394386"/>
                  <a:pt x="647101" y="2475544"/>
                  <a:pt x="275077" y="2654282"/>
                </a:cubicBezTo>
                <a:cubicBezTo>
                  <a:pt x="900998" y="2583693"/>
                  <a:pt x="998412" y="2552618"/>
                  <a:pt x="1294529" y="2282925"/>
                </a:cubicBezTo>
                <a:lnTo>
                  <a:pt x="2117356" y="2282925"/>
                </a:lnTo>
                <a:cubicBezTo>
                  <a:pt x="2251554" y="2282925"/>
                  <a:pt x="2367095" y="2203043"/>
                  <a:pt x="2418395" y="2087951"/>
                </a:cubicBezTo>
                <a:cubicBezTo>
                  <a:pt x="2205538" y="2022975"/>
                  <a:pt x="2032941" y="1932583"/>
                  <a:pt x="1830857" y="1799347"/>
                </a:cubicBezTo>
                <a:lnTo>
                  <a:pt x="1008030" y="1799347"/>
                </a:lnTo>
                <a:cubicBezTo>
                  <a:pt x="825270" y="1799347"/>
                  <a:pt x="677114" y="1651191"/>
                  <a:pt x="677114" y="1468431"/>
                </a:cubicBezTo>
                <a:lnTo>
                  <a:pt x="677114" y="569491"/>
                </a:lnTo>
                <a:close/>
                <a:moveTo>
                  <a:pt x="2886641" y="0"/>
                </a:moveTo>
                <a:lnTo>
                  <a:pt x="1100201" y="0"/>
                </a:lnTo>
                <a:cubicBezTo>
                  <a:pt x="917441" y="0"/>
                  <a:pt x="769285" y="148156"/>
                  <a:pt x="769285" y="330916"/>
                </a:cubicBezTo>
                <a:lnTo>
                  <a:pt x="769285" y="1382518"/>
                </a:lnTo>
                <a:cubicBezTo>
                  <a:pt x="769285" y="1565278"/>
                  <a:pt x="917441" y="1713434"/>
                  <a:pt x="1100201" y="1713434"/>
                </a:cubicBezTo>
                <a:lnTo>
                  <a:pt x="1923028" y="1713434"/>
                </a:lnTo>
                <a:cubicBezTo>
                  <a:pt x="2301032" y="1962656"/>
                  <a:pt x="2453037" y="2007378"/>
                  <a:pt x="3078958" y="2077967"/>
                </a:cubicBezTo>
                <a:cubicBezTo>
                  <a:pt x="2713759" y="1878758"/>
                  <a:pt x="2673367" y="1899957"/>
                  <a:pt x="2505887" y="1713434"/>
                </a:cubicBezTo>
                <a:lnTo>
                  <a:pt x="2886641" y="1713434"/>
                </a:lnTo>
                <a:cubicBezTo>
                  <a:pt x="3069401" y="1713434"/>
                  <a:pt x="3217557" y="1565278"/>
                  <a:pt x="3217557" y="1382518"/>
                </a:cubicBezTo>
                <a:lnTo>
                  <a:pt x="3217557" y="330916"/>
                </a:lnTo>
                <a:cubicBezTo>
                  <a:pt x="3217557" y="148156"/>
                  <a:pt x="3069401" y="0"/>
                  <a:pt x="2886641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37" name="CustomShape 45"/>
          <p:cNvSpPr/>
          <p:nvPr/>
        </p:nvSpPr>
        <p:spPr>
          <a:xfrm rot="18805800">
            <a:off x="10656360" y="2067480"/>
            <a:ext cx="550080" cy="541440"/>
          </a:xfrm>
          <a:custGeom>
            <a:avLst/>
            <a:gdLst/>
            <a:ahLst/>
            <a:rect l="l" t="t" r="r" b="b"/>
            <a:pathLst>
              <a:path w="1807241" h="1788383">
                <a:moveTo>
                  <a:pt x="712876" y="1117592"/>
                </a:moveTo>
                <a:cubicBezTo>
                  <a:pt x="771173" y="1181828"/>
                  <a:pt x="811089" y="1255910"/>
                  <a:pt x="847925" y="1348018"/>
                </a:cubicBezTo>
                <a:cubicBezTo>
                  <a:pt x="814544" y="1418896"/>
                  <a:pt x="753893" y="1474052"/>
                  <a:pt x="679064" y="1498332"/>
                </a:cubicBezTo>
                <a:lnTo>
                  <a:pt x="308226" y="1106637"/>
                </a:lnTo>
                <a:cubicBezTo>
                  <a:pt x="336560" y="1033247"/>
                  <a:pt x="394949" y="975701"/>
                  <a:pt x="467546" y="946245"/>
                </a:cubicBezTo>
                <a:cubicBezTo>
                  <a:pt x="577903" y="998968"/>
                  <a:pt x="654580" y="1053357"/>
                  <a:pt x="712876" y="1117592"/>
                </a:cubicBezTo>
                <a:close/>
                <a:moveTo>
                  <a:pt x="1038527" y="398886"/>
                </a:moveTo>
                <a:lnTo>
                  <a:pt x="1405560" y="786562"/>
                </a:lnTo>
                <a:cubicBezTo>
                  <a:pt x="1374476" y="799049"/>
                  <a:pt x="1340402" y="804299"/>
                  <a:pt x="1305054" y="803332"/>
                </a:cubicBezTo>
                <a:lnTo>
                  <a:pt x="1008167" y="795212"/>
                </a:lnTo>
                <a:lnTo>
                  <a:pt x="1016288" y="498325"/>
                </a:lnTo>
                <a:cubicBezTo>
                  <a:pt x="1017255" y="462976"/>
                  <a:pt x="1024360" y="429240"/>
                  <a:pt x="1038527" y="398886"/>
                </a:cubicBezTo>
                <a:close/>
                <a:moveTo>
                  <a:pt x="1097925" y="218888"/>
                </a:moveTo>
                <a:cubicBezTo>
                  <a:pt x="992582" y="279303"/>
                  <a:pt x="921871" y="392886"/>
                  <a:pt x="921053" y="523256"/>
                </a:cubicBezTo>
                <a:lnTo>
                  <a:pt x="919136" y="828763"/>
                </a:lnTo>
                <a:lnTo>
                  <a:pt x="830924" y="915875"/>
                </a:lnTo>
                <a:lnTo>
                  <a:pt x="525417" y="913958"/>
                </a:lnTo>
                <a:cubicBezTo>
                  <a:pt x="403891" y="913196"/>
                  <a:pt x="296188" y="973343"/>
                  <a:pt x="234366" y="1067831"/>
                </a:cubicBezTo>
                <a:lnTo>
                  <a:pt x="710285" y="1570519"/>
                </a:lnTo>
                <a:cubicBezTo>
                  <a:pt x="811872" y="1510375"/>
                  <a:pt x="878808" y="1399439"/>
                  <a:pt x="879603" y="1272618"/>
                </a:cubicBezTo>
                <a:lnTo>
                  <a:pt x="881520" y="967111"/>
                </a:lnTo>
                <a:lnTo>
                  <a:pt x="969732" y="879999"/>
                </a:lnTo>
                <a:lnTo>
                  <a:pt x="1275239" y="881916"/>
                </a:lnTo>
                <a:cubicBezTo>
                  <a:pt x="1400271" y="882701"/>
                  <a:pt x="1510670" y="819011"/>
                  <a:pt x="1573529" y="721242"/>
                </a:cubicBezTo>
                <a:close/>
                <a:moveTo>
                  <a:pt x="1162945" y="27894"/>
                </a:moveTo>
                <a:lnTo>
                  <a:pt x="1782798" y="682611"/>
                </a:lnTo>
                <a:cubicBezTo>
                  <a:pt x="1816692" y="718411"/>
                  <a:pt x="1815147" y="774907"/>
                  <a:pt x="1779347" y="808801"/>
                </a:cubicBezTo>
                <a:cubicBezTo>
                  <a:pt x="1743547" y="842694"/>
                  <a:pt x="1687050" y="841149"/>
                  <a:pt x="1653157" y="805349"/>
                </a:cubicBezTo>
                <a:lnTo>
                  <a:pt x="1644015" y="795693"/>
                </a:lnTo>
                <a:cubicBezTo>
                  <a:pt x="1561789" y="910282"/>
                  <a:pt x="1426630" y="983636"/>
                  <a:pt x="1274606" y="982683"/>
                </a:cubicBezTo>
                <a:lnTo>
                  <a:pt x="980378" y="980836"/>
                </a:lnTo>
                <a:lnTo>
                  <a:pt x="980378" y="1270380"/>
                </a:lnTo>
                <a:cubicBezTo>
                  <a:pt x="980378" y="1427425"/>
                  <a:pt x="901198" y="1565976"/>
                  <a:pt x="779756" y="1647056"/>
                </a:cubicBezTo>
                <a:cubicBezTo>
                  <a:pt x="807405" y="1681913"/>
                  <a:pt x="803595" y="1732594"/>
                  <a:pt x="770486" y="1763941"/>
                </a:cubicBezTo>
                <a:cubicBezTo>
                  <a:pt x="734686" y="1797834"/>
                  <a:pt x="678189" y="1796289"/>
                  <a:pt x="644296" y="1760489"/>
                </a:cubicBezTo>
                <a:lnTo>
                  <a:pt x="24442" y="1105772"/>
                </a:lnTo>
                <a:cubicBezTo>
                  <a:pt x="-9451" y="1069973"/>
                  <a:pt x="-7906" y="1013476"/>
                  <a:pt x="27894" y="979583"/>
                </a:cubicBezTo>
                <a:cubicBezTo>
                  <a:pt x="63694" y="945689"/>
                  <a:pt x="120190" y="947235"/>
                  <a:pt x="154084" y="983034"/>
                </a:cubicBezTo>
                <a:lnTo>
                  <a:pt x="163237" y="992702"/>
                </a:lnTo>
                <a:cubicBezTo>
                  <a:pt x="244774" y="882877"/>
                  <a:pt x="375836" y="813180"/>
                  <a:pt x="523178" y="813180"/>
                </a:cubicBezTo>
                <a:lnTo>
                  <a:pt x="818460" y="813180"/>
                </a:lnTo>
                <a:lnTo>
                  <a:pt x="820284" y="522622"/>
                </a:lnTo>
                <a:cubicBezTo>
                  <a:pt x="821285" y="363119"/>
                  <a:pt x="903845" y="223207"/>
                  <a:pt x="1028952" y="143673"/>
                </a:cubicBezTo>
                <a:cubicBezTo>
                  <a:pt x="999689" y="108599"/>
                  <a:pt x="1002953" y="56445"/>
                  <a:pt x="1036755" y="24443"/>
                </a:cubicBezTo>
                <a:cubicBezTo>
                  <a:pt x="1072555" y="-9451"/>
                  <a:pt x="1129052" y="-7906"/>
                  <a:pt x="1162945" y="278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38" name="CustomShape 46"/>
          <p:cNvSpPr/>
          <p:nvPr/>
        </p:nvSpPr>
        <p:spPr>
          <a:xfrm>
            <a:off x="11425680" y="2070720"/>
            <a:ext cx="520560" cy="563760"/>
          </a:xfrm>
          <a:custGeom>
            <a:avLst/>
            <a:gdLst/>
            <a:ahLst/>
            <a:rect l="l" t="t" r="r" b="b"/>
            <a:pathLst>
              <a:path w="371900" h="373588">
                <a:moveTo>
                  <a:pt x="297080" y="129105"/>
                </a:moveTo>
                <a:lnTo>
                  <a:pt x="284273" y="219737"/>
                </a:lnTo>
                <a:lnTo>
                  <a:pt x="305496" y="219737"/>
                </a:lnTo>
                <a:lnTo>
                  <a:pt x="333001" y="129105"/>
                </a:lnTo>
                <a:close/>
                <a:moveTo>
                  <a:pt x="228265" y="129105"/>
                </a:moveTo>
                <a:lnTo>
                  <a:pt x="228265" y="219737"/>
                </a:lnTo>
                <a:lnTo>
                  <a:pt x="250807" y="219737"/>
                </a:lnTo>
                <a:lnTo>
                  <a:pt x="263614" y="129105"/>
                </a:lnTo>
                <a:close/>
                <a:moveTo>
                  <a:pt x="157021" y="129105"/>
                </a:moveTo>
                <a:lnTo>
                  <a:pt x="175826" y="219737"/>
                </a:lnTo>
                <a:lnTo>
                  <a:pt x="195129" y="219737"/>
                </a:lnTo>
                <a:lnTo>
                  <a:pt x="195129" y="129105"/>
                </a:lnTo>
                <a:close/>
                <a:moveTo>
                  <a:pt x="93087" y="129105"/>
                </a:moveTo>
                <a:lnTo>
                  <a:pt x="117372" y="219737"/>
                </a:lnTo>
                <a:lnTo>
                  <a:pt x="141984" y="219737"/>
                </a:lnTo>
                <a:lnTo>
                  <a:pt x="123179" y="129105"/>
                </a:lnTo>
                <a:close/>
                <a:moveTo>
                  <a:pt x="58494" y="0"/>
                </a:moveTo>
                <a:lnTo>
                  <a:pt x="84208" y="95969"/>
                </a:lnTo>
                <a:lnTo>
                  <a:pt x="354346" y="95969"/>
                </a:lnTo>
                <a:lnTo>
                  <a:pt x="354346" y="97437"/>
                </a:lnTo>
                <a:cubicBezTo>
                  <a:pt x="356087" y="96136"/>
                  <a:pt x="357928" y="96353"/>
                  <a:pt x="359747" y="96905"/>
                </a:cubicBezTo>
                <a:lnTo>
                  <a:pt x="360371" y="97095"/>
                </a:lnTo>
                <a:cubicBezTo>
                  <a:pt x="368954" y="99700"/>
                  <a:pt x="373801" y="108770"/>
                  <a:pt x="371196" y="117354"/>
                </a:cubicBezTo>
                <a:lnTo>
                  <a:pt x="333339" y="242097"/>
                </a:lnTo>
                <a:cubicBezTo>
                  <a:pt x="331591" y="247858"/>
                  <a:pt x="326929" y="251935"/>
                  <a:pt x="321206" y="252122"/>
                </a:cubicBezTo>
                <a:lnTo>
                  <a:pt x="321206" y="252873"/>
                </a:lnTo>
                <a:lnTo>
                  <a:pt x="313576" y="252873"/>
                </a:lnTo>
                <a:cubicBezTo>
                  <a:pt x="313378" y="253010"/>
                  <a:pt x="313229" y="252967"/>
                  <a:pt x="313080" y="252922"/>
                </a:cubicBezTo>
                <a:lnTo>
                  <a:pt x="312919" y="252873"/>
                </a:lnTo>
                <a:lnTo>
                  <a:pt x="126251" y="252873"/>
                </a:lnTo>
                <a:lnTo>
                  <a:pt x="133971" y="281687"/>
                </a:lnTo>
                <a:lnTo>
                  <a:pt x="321075" y="281687"/>
                </a:lnTo>
                <a:lnTo>
                  <a:pt x="321075" y="314823"/>
                </a:lnTo>
                <a:lnTo>
                  <a:pt x="318480" y="314823"/>
                </a:lnTo>
                <a:cubicBezTo>
                  <a:pt x="329614" y="318311"/>
                  <a:pt x="336414" y="328969"/>
                  <a:pt x="336414" y="341215"/>
                </a:cubicBezTo>
                <a:cubicBezTo>
                  <a:pt x="336414" y="359094"/>
                  <a:pt x="321920" y="373588"/>
                  <a:pt x="304041" y="373588"/>
                </a:cubicBezTo>
                <a:cubicBezTo>
                  <a:pt x="286162" y="373588"/>
                  <a:pt x="271668" y="359094"/>
                  <a:pt x="271668" y="341215"/>
                </a:cubicBezTo>
                <a:cubicBezTo>
                  <a:pt x="271668" y="328969"/>
                  <a:pt x="278468" y="318311"/>
                  <a:pt x="289602" y="314823"/>
                </a:cubicBezTo>
                <a:lnTo>
                  <a:pt x="142850" y="314823"/>
                </a:lnTo>
                <a:lnTo>
                  <a:pt x="143397" y="316865"/>
                </a:lnTo>
                <a:cubicBezTo>
                  <a:pt x="151629" y="321811"/>
                  <a:pt x="156401" y="330956"/>
                  <a:pt x="156401" y="341215"/>
                </a:cubicBezTo>
                <a:cubicBezTo>
                  <a:pt x="156401" y="359094"/>
                  <a:pt x="141907" y="373588"/>
                  <a:pt x="124028" y="373588"/>
                </a:cubicBezTo>
                <a:cubicBezTo>
                  <a:pt x="106149" y="373588"/>
                  <a:pt x="91655" y="359094"/>
                  <a:pt x="91655" y="341215"/>
                </a:cubicBezTo>
                <a:cubicBezTo>
                  <a:pt x="91655" y="329356"/>
                  <a:pt x="98032" y="318986"/>
                  <a:pt x="108649" y="315212"/>
                </a:cubicBezTo>
                <a:lnTo>
                  <a:pt x="33542" y="34909"/>
                </a:lnTo>
                <a:lnTo>
                  <a:pt x="0" y="34909"/>
                </a:lnTo>
                <a:lnTo>
                  <a:pt x="0" y="1773"/>
                </a:lnTo>
                <a:lnTo>
                  <a:pt x="51879" y="177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39" name="CustomShape 47"/>
          <p:cNvSpPr/>
          <p:nvPr/>
        </p:nvSpPr>
        <p:spPr>
          <a:xfrm>
            <a:off x="9927000" y="5207760"/>
            <a:ext cx="456480" cy="587160"/>
          </a:xfrm>
          <a:custGeom>
            <a:avLst/>
            <a:gdLst/>
            <a:ahLst/>
            <a:rect l="l" t="t" r="r" b="b"/>
            <a:pathLst>
              <a:path w="2721114" h="3240000">
                <a:moveTo>
                  <a:pt x="1999321" y="2603448"/>
                </a:moveTo>
                <a:lnTo>
                  <a:pt x="1999321" y="2772810"/>
                </a:lnTo>
                <a:lnTo>
                  <a:pt x="2528507" y="2772810"/>
                </a:lnTo>
                <a:lnTo>
                  <a:pt x="2528507" y="2603448"/>
                </a:lnTo>
                <a:close/>
                <a:moveTo>
                  <a:pt x="2263914" y="2230929"/>
                </a:moveTo>
                <a:cubicBezTo>
                  <a:pt x="2516419" y="2230929"/>
                  <a:pt x="2721114" y="2435624"/>
                  <a:pt x="2721114" y="2688129"/>
                </a:cubicBezTo>
                <a:cubicBezTo>
                  <a:pt x="2721114" y="2940634"/>
                  <a:pt x="2516419" y="3145329"/>
                  <a:pt x="2263914" y="3145329"/>
                </a:cubicBezTo>
                <a:cubicBezTo>
                  <a:pt x="2011409" y="3145329"/>
                  <a:pt x="1806714" y="2940634"/>
                  <a:pt x="1806714" y="2688129"/>
                </a:cubicBezTo>
                <a:cubicBezTo>
                  <a:pt x="1806714" y="2435624"/>
                  <a:pt x="2011409" y="2230929"/>
                  <a:pt x="2263914" y="2230929"/>
                </a:cubicBezTo>
                <a:close/>
                <a:moveTo>
                  <a:pt x="1576134" y="17032"/>
                </a:moveTo>
                <a:lnTo>
                  <a:pt x="2276728" y="17032"/>
                </a:lnTo>
                <a:lnTo>
                  <a:pt x="2276728" y="17033"/>
                </a:lnTo>
                <a:lnTo>
                  <a:pt x="1576135" y="17033"/>
                </a:lnTo>
                <a:close/>
                <a:moveTo>
                  <a:pt x="0" y="17032"/>
                </a:moveTo>
                <a:lnTo>
                  <a:pt x="1321887" y="17032"/>
                </a:lnTo>
                <a:lnTo>
                  <a:pt x="1321887" y="996125"/>
                </a:lnTo>
                <a:lnTo>
                  <a:pt x="2276728" y="996125"/>
                </a:lnTo>
                <a:lnTo>
                  <a:pt x="2276728" y="2160187"/>
                </a:lnTo>
                <a:cubicBezTo>
                  <a:pt x="1979345" y="2161001"/>
                  <a:pt x="1738579" y="2402384"/>
                  <a:pt x="1738579" y="2700000"/>
                </a:cubicBezTo>
                <a:cubicBezTo>
                  <a:pt x="1738579" y="2997617"/>
                  <a:pt x="1979345" y="3238999"/>
                  <a:pt x="2276728" y="3239814"/>
                </a:cubicBezTo>
                <a:lnTo>
                  <a:pt x="2276728" y="3240000"/>
                </a:lnTo>
                <a:lnTo>
                  <a:pt x="0" y="3240000"/>
                </a:lnTo>
                <a:close/>
                <a:moveTo>
                  <a:pt x="1436085" y="0"/>
                </a:moveTo>
                <a:lnTo>
                  <a:pt x="2287664" y="888809"/>
                </a:lnTo>
                <a:lnTo>
                  <a:pt x="1436085" y="88880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40" name="CustomShape 48"/>
          <p:cNvSpPr/>
          <p:nvPr/>
        </p:nvSpPr>
        <p:spPr>
          <a:xfrm>
            <a:off x="9088560" y="5207760"/>
            <a:ext cx="456840" cy="587160"/>
          </a:xfrm>
          <a:custGeom>
            <a:avLst/>
            <a:gdLst/>
            <a:ahLst/>
            <a:rect l="l" t="t" r="r" b="b"/>
            <a:pathLst>
              <a:path w="2721114" h="3240000">
                <a:moveTo>
                  <a:pt x="2179233" y="2431577"/>
                </a:moveTo>
                <a:lnTo>
                  <a:pt x="2179233" y="2611489"/>
                </a:lnTo>
                <a:lnTo>
                  <a:pt x="1999321" y="2611489"/>
                </a:lnTo>
                <a:lnTo>
                  <a:pt x="1999321" y="2780851"/>
                </a:lnTo>
                <a:lnTo>
                  <a:pt x="2179233" y="2780851"/>
                </a:lnTo>
                <a:lnTo>
                  <a:pt x="2179233" y="2960763"/>
                </a:lnTo>
                <a:lnTo>
                  <a:pt x="2348595" y="2960763"/>
                </a:lnTo>
                <a:lnTo>
                  <a:pt x="2348595" y="2780851"/>
                </a:lnTo>
                <a:lnTo>
                  <a:pt x="2528507" y="2780851"/>
                </a:lnTo>
                <a:lnTo>
                  <a:pt x="2528507" y="2611489"/>
                </a:lnTo>
                <a:lnTo>
                  <a:pt x="2348595" y="2611489"/>
                </a:lnTo>
                <a:lnTo>
                  <a:pt x="2348595" y="2431577"/>
                </a:lnTo>
                <a:close/>
                <a:moveTo>
                  <a:pt x="2263914" y="2238970"/>
                </a:moveTo>
                <a:cubicBezTo>
                  <a:pt x="2516419" y="2238970"/>
                  <a:pt x="2721114" y="2443665"/>
                  <a:pt x="2721114" y="2696170"/>
                </a:cubicBezTo>
                <a:cubicBezTo>
                  <a:pt x="2721114" y="2948675"/>
                  <a:pt x="2516419" y="3153370"/>
                  <a:pt x="2263914" y="3153370"/>
                </a:cubicBezTo>
                <a:cubicBezTo>
                  <a:pt x="2011409" y="3153370"/>
                  <a:pt x="1806714" y="2948675"/>
                  <a:pt x="1806714" y="2696170"/>
                </a:cubicBezTo>
                <a:cubicBezTo>
                  <a:pt x="1806714" y="2443665"/>
                  <a:pt x="2011409" y="2238970"/>
                  <a:pt x="2263914" y="2238970"/>
                </a:cubicBezTo>
                <a:close/>
                <a:moveTo>
                  <a:pt x="1576134" y="17032"/>
                </a:moveTo>
                <a:lnTo>
                  <a:pt x="2276728" y="17032"/>
                </a:lnTo>
                <a:lnTo>
                  <a:pt x="2276728" y="17033"/>
                </a:lnTo>
                <a:lnTo>
                  <a:pt x="1576135" y="17033"/>
                </a:lnTo>
                <a:close/>
                <a:moveTo>
                  <a:pt x="0" y="17032"/>
                </a:moveTo>
                <a:lnTo>
                  <a:pt x="1321887" y="17032"/>
                </a:lnTo>
                <a:lnTo>
                  <a:pt x="1321887" y="996125"/>
                </a:lnTo>
                <a:lnTo>
                  <a:pt x="2276728" y="996125"/>
                </a:lnTo>
                <a:lnTo>
                  <a:pt x="2276728" y="2160187"/>
                </a:lnTo>
                <a:cubicBezTo>
                  <a:pt x="1979345" y="2161001"/>
                  <a:pt x="1738579" y="2402384"/>
                  <a:pt x="1738579" y="2700000"/>
                </a:cubicBezTo>
                <a:cubicBezTo>
                  <a:pt x="1738579" y="2997617"/>
                  <a:pt x="1979345" y="3238999"/>
                  <a:pt x="2276728" y="3239814"/>
                </a:cubicBezTo>
                <a:lnTo>
                  <a:pt x="2276728" y="3240000"/>
                </a:lnTo>
                <a:lnTo>
                  <a:pt x="0" y="3240000"/>
                </a:lnTo>
                <a:close/>
                <a:moveTo>
                  <a:pt x="1436085" y="0"/>
                </a:moveTo>
                <a:lnTo>
                  <a:pt x="2287664" y="888809"/>
                </a:lnTo>
                <a:lnTo>
                  <a:pt x="1436085" y="88880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41" name="CustomShape 49"/>
          <p:cNvSpPr/>
          <p:nvPr/>
        </p:nvSpPr>
        <p:spPr>
          <a:xfrm>
            <a:off x="10762200" y="5207760"/>
            <a:ext cx="457200" cy="587160"/>
          </a:xfrm>
          <a:custGeom>
            <a:avLst/>
            <a:gdLst/>
            <a:ahLst/>
            <a:rect l="l" t="t" r="r" b="b"/>
            <a:pathLst>
              <a:path w="2721114" h="3240000">
                <a:moveTo>
                  <a:pt x="2136698" y="2449196"/>
                </a:moveTo>
                <a:lnTo>
                  <a:pt x="2016940" y="2568954"/>
                </a:lnTo>
                <a:lnTo>
                  <a:pt x="2144156" y="2696170"/>
                </a:lnTo>
                <a:lnTo>
                  <a:pt x="2016940" y="2823386"/>
                </a:lnTo>
                <a:lnTo>
                  <a:pt x="2136698" y="2943144"/>
                </a:lnTo>
                <a:lnTo>
                  <a:pt x="2263914" y="2815928"/>
                </a:lnTo>
                <a:lnTo>
                  <a:pt x="2391130" y="2943144"/>
                </a:lnTo>
                <a:lnTo>
                  <a:pt x="2510888" y="2823386"/>
                </a:lnTo>
                <a:lnTo>
                  <a:pt x="2383672" y="2696170"/>
                </a:lnTo>
                <a:lnTo>
                  <a:pt x="2510888" y="2568954"/>
                </a:lnTo>
                <a:lnTo>
                  <a:pt x="2391130" y="2449196"/>
                </a:lnTo>
                <a:lnTo>
                  <a:pt x="2263914" y="2576412"/>
                </a:lnTo>
                <a:close/>
                <a:moveTo>
                  <a:pt x="2263914" y="2238970"/>
                </a:moveTo>
                <a:cubicBezTo>
                  <a:pt x="2516419" y="2238970"/>
                  <a:pt x="2721114" y="2443665"/>
                  <a:pt x="2721114" y="2696170"/>
                </a:cubicBezTo>
                <a:cubicBezTo>
                  <a:pt x="2721114" y="2948675"/>
                  <a:pt x="2516419" y="3153370"/>
                  <a:pt x="2263914" y="3153370"/>
                </a:cubicBezTo>
                <a:cubicBezTo>
                  <a:pt x="2011409" y="3153370"/>
                  <a:pt x="1806714" y="2948675"/>
                  <a:pt x="1806714" y="2696170"/>
                </a:cubicBezTo>
                <a:cubicBezTo>
                  <a:pt x="1806714" y="2443665"/>
                  <a:pt x="2011409" y="2238970"/>
                  <a:pt x="2263914" y="2238970"/>
                </a:cubicBezTo>
                <a:close/>
                <a:moveTo>
                  <a:pt x="1576134" y="17032"/>
                </a:moveTo>
                <a:lnTo>
                  <a:pt x="2276728" y="17032"/>
                </a:lnTo>
                <a:lnTo>
                  <a:pt x="2276728" y="17033"/>
                </a:lnTo>
                <a:lnTo>
                  <a:pt x="1576135" y="17033"/>
                </a:lnTo>
                <a:close/>
                <a:moveTo>
                  <a:pt x="0" y="17032"/>
                </a:moveTo>
                <a:lnTo>
                  <a:pt x="1321887" y="17032"/>
                </a:lnTo>
                <a:lnTo>
                  <a:pt x="1321887" y="996125"/>
                </a:lnTo>
                <a:lnTo>
                  <a:pt x="2276728" y="996125"/>
                </a:lnTo>
                <a:lnTo>
                  <a:pt x="2276728" y="2160187"/>
                </a:lnTo>
                <a:cubicBezTo>
                  <a:pt x="1979345" y="2161001"/>
                  <a:pt x="1738579" y="2402384"/>
                  <a:pt x="1738579" y="2700000"/>
                </a:cubicBezTo>
                <a:cubicBezTo>
                  <a:pt x="1738579" y="2997617"/>
                  <a:pt x="1979345" y="3238999"/>
                  <a:pt x="2276728" y="3239814"/>
                </a:cubicBezTo>
                <a:lnTo>
                  <a:pt x="2276728" y="3240000"/>
                </a:lnTo>
                <a:lnTo>
                  <a:pt x="0" y="3240000"/>
                </a:lnTo>
                <a:close/>
                <a:moveTo>
                  <a:pt x="1436085" y="0"/>
                </a:moveTo>
                <a:lnTo>
                  <a:pt x="2287664" y="888809"/>
                </a:lnTo>
                <a:lnTo>
                  <a:pt x="1436085" y="88880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42" name="CustomShape 50"/>
          <p:cNvSpPr/>
          <p:nvPr/>
        </p:nvSpPr>
        <p:spPr>
          <a:xfrm>
            <a:off x="11598840" y="5207760"/>
            <a:ext cx="456480" cy="587160"/>
          </a:xfrm>
          <a:custGeom>
            <a:avLst/>
            <a:gdLst/>
            <a:ahLst/>
            <a:rect l="l" t="t" r="r" b="b"/>
            <a:pathLst>
              <a:path w="2721114" h="3240000">
                <a:moveTo>
                  <a:pt x="2519839" y="2469622"/>
                </a:moveTo>
                <a:lnTo>
                  <a:pt x="2201779" y="2787682"/>
                </a:lnTo>
                <a:lnTo>
                  <a:pt x="2003023" y="2588926"/>
                </a:lnTo>
                <a:lnTo>
                  <a:pt x="1901669" y="2690281"/>
                </a:lnTo>
                <a:lnTo>
                  <a:pt x="2203868" y="2992480"/>
                </a:lnTo>
                <a:lnTo>
                  <a:pt x="2305222" y="2891125"/>
                </a:lnTo>
                <a:lnTo>
                  <a:pt x="2303133" y="2889037"/>
                </a:lnTo>
                <a:lnTo>
                  <a:pt x="2621194" y="2570977"/>
                </a:lnTo>
                <a:close/>
                <a:moveTo>
                  <a:pt x="2263914" y="2238970"/>
                </a:moveTo>
                <a:cubicBezTo>
                  <a:pt x="2516419" y="2238970"/>
                  <a:pt x="2721114" y="2443665"/>
                  <a:pt x="2721114" y="2696170"/>
                </a:cubicBezTo>
                <a:cubicBezTo>
                  <a:pt x="2721114" y="2948675"/>
                  <a:pt x="2516419" y="3153370"/>
                  <a:pt x="2263914" y="3153370"/>
                </a:cubicBezTo>
                <a:cubicBezTo>
                  <a:pt x="2011409" y="3153370"/>
                  <a:pt x="1806714" y="2948675"/>
                  <a:pt x="1806714" y="2696170"/>
                </a:cubicBezTo>
                <a:cubicBezTo>
                  <a:pt x="1806714" y="2443665"/>
                  <a:pt x="2011409" y="2238970"/>
                  <a:pt x="2263914" y="2238970"/>
                </a:cubicBezTo>
                <a:close/>
                <a:moveTo>
                  <a:pt x="1576134" y="17032"/>
                </a:moveTo>
                <a:lnTo>
                  <a:pt x="2276728" y="17032"/>
                </a:lnTo>
                <a:lnTo>
                  <a:pt x="2276728" y="17033"/>
                </a:lnTo>
                <a:lnTo>
                  <a:pt x="1576135" y="17033"/>
                </a:lnTo>
                <a:close/>
                <a:moveTo>
                  <a:pt x="0" y="17032"/>
                </a:moveTo>
                <a:lnTo>
                  <a:pt x="1321887" y="17032"/>
                </a:lnTo>
                <a:lnTo>
                  <a:pt x="1321887" y="996125"/>
                </a:lnTo>
                <a:lnTo>
                  <a:pt x="2276728" y="996125"/>
                </a:lnTo>
                <a:lnTo>
                  <a:pt x="2276728" y="2160187"/>
                </a:lnTo>
                <a:cubicBezTo>
                  <a:pt x="1979345" y="2161001"/>
                  <a:pt x="1738579" y="2402384"/>
                  <a:pt x="1738579" y="2700000"/>
                </a:cubicBezTo>
                <a:cubicBezTo>
                  <a:pt x="1738579" y="2997617"/>
                  <a:pt x="1979345" y="3238999"/>
                  <a:pt x="2276728" y="3239814"/>
                </a:cubicBezTo>
                <a:lnTo>
                  <a:pt x="2276728" y="3240000"/>
                </a:lnTo>
                <a:lnTo>
                  <a:pt x="0" y="3240000"/>
                </a:lnTo>
                <a:close/>
                <a:moveTo>
                  <a:pt x="1436085" y="0"/>
                </a:moveTo>
                <a:lnTo>
                  <a:pt x="2287664" y="888809"/>
                </a:lnTo>
                <a:lnTo>
                  <a:pt x="1436085" y="88880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2043" name="" descr=""/>
          <p:cNvPicPr/>
          <p:nvPr/>
        </p:nvPicPr>
        <p:blipFill>
          <a:blip r:embed="rId1"/>
          <a:stretch/>
        </p:blipFill>
        <p:spPr>
          <a:xfrm>
            <a:off x="144720" y="147960"/>
            <a:ext cx="3374640" cy="690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4" name="TextShape 1"/>
          <p:cNvSpPr txBox="1"/>
          <p:nvPr/>
        </p:nvSpPr>
        <p:spPr>
          <a:xfrm>
            <a:off x="0" y="184320"/>
            <a:ext cx="12801240" cy="869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720"/>
              </a:spcBef>
              <a:tabLst>
                <a:tab algn="l" pos="0"/>
              </a:tabLst>
            </a:pPr>
            <a:r>
              <a:rPr b="0" lang="en-US" sz="3600" spc="-1" strike="noStrike">
                <a:solidFill>
                  <a:srgbClr val="404040"/>
                </a:solidFill>
                <a:latin typeface="Arial"/>
                <a:ea typeface="Arial Unicode MS"/>
              </a:rPr>
              <a:t>Fully Editable Icon Sets : B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5" name="CustomShape 2"/>
          <p:cNvSpPr/>
          <p:nvPr/>
        </p:nvSpPr>
        <p:spPr>
          <a:xfrm>
            <a:off x="994680" y="2355120"/>
            <a:ext cx="31248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Arial Unicode MS"/>
              </a:rPr>
              <a:t>You can Resize without losing quality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046" name="CustomShape 3"/>
          <p:cNvSpPr/>
          <p:nvPr/>
        </p:nvSpPr>
        <p:spPr>
          <a:xfrm>
            <a:off x="994680" y="3039120"/>
            <a:ext cx="3124800" cy="45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Arial Unicode MS"/>
              </a:rPr>
              <a:t>You can Change Fill Color &amp;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Arial Unicode MS"/>
              </a:rPr>
              <a:t>Line Color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047" name="CustomShape 4"/>
          <p:cNvSpPr/>
          <p:nvPr/>
        </p:nvSpPr>
        <p:spPr>
          <a:xfrm>
            <a:off x="993600" y="6482160"/>
            <a:ext cx="3123720" cy="24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Arial Unicode MS"/>
              </a:rPr>
              <a:t>www.allppt.com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2048" name="CustomShape 5"/>
          <p:cNvSpPr/>
          <p:nvPr/>
        </p:nvSpPr>
        <p:spPr>
          <a:xfrm>
            <a:off x="993600" y="5139720"/>
            <a:ext cx="31237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>
              <a:lnSpc>
                <a:spcPct val="100000"/>
              </a:lnSpc>
            </a:pPr>
            <a:r>
              <a:rPr b="1" lang="en-US" sz="2400" spc="-1" strike="noStrike">
                <a:solidFill>
                  <a:srgbClr val="ffffff"/>
                </a:solidFill>
                <a:latin typeface="Arial"/>
                <a:ea typeface="Arial Unicode MS"/>
              </a:rPr>
              <a:t>FREE 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400" spc="-1" strike="noStrike">
                <a:solidFill>
                  <a:srgbClr val="ffffff"/>
                </a:solidFill>
                <a:latin typeface="Arial"/>
                <a:ea typeface="Arial Unicode MS"/>
              </a:rPr>
              <a:t>PPT TEMPLATES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049" name="CustomShape 6"/>
          <p:cNvSpPr/>
          <p:nvPr/>
        </p:nvSpPr>
        <p:spPr>
          <a:xfrm rot="10800000">
            <a:off x="8506080" y="5181840"/>
            <a:ext cx="215640" cy="727920"/>
          </a:xfrm>
          <a:custGeom>
            <a:avLst/>
            <a:gdLst/>
            <a:ahLst/>
            <a:rect l="l" t="t" r="r" b="b"/>
            <a:pathLst>
              <a:path w="1040400" h="3240000">
                <a:moveTo>
                  <a:pt x="41345" y="940666"/>
                </a:moveTo>
                <a:lnTo>
                  <a:pt x="1242" y="653403"/>
                </a:lnTo>
                <a:lnTo>
                  <a:pt x="0" y="653403"/>
                </a:lnTo>
                <a:lnTo>
                  <a:pt x="1057" y="652077"/>
                </a:lnTo>
                <a:lnTo>
                  <a:pt x="447" y="647712"/>
                </a:lnTo>
                <a:lnTo>
                  <a:pt x="4531" y="647712"/>
                </a:lnTo>
                <a:lnTo>
                  <a:pt x="520200" y="0"/>
                </a:lnTo>
                <a:lnTo>
                  <a:pt x="659109" y="174478"/>
                </a:lnTo>
                <a:close/>
                <a:moveTo>
                  <a:pt x="101622" y="1372451"/>
                </a:moveTo>
                <a:lnTo>
                  <a:pt x="61820" y="1087335"/>
                </a:lnTo>
                <a:lnTo>
                  <a:pt x="728036" y="261055"/>
                </a:lnTo>
                <a:lnTo>
                  <a:pt x="870500" y="439998"/>
                </a:lnTo>
                <a:lnTo>
                  <a:pt x="860164" y="431664"/>
                </a:lnTo>
                <a:close/>
                <a:moveTo>
                  <a:pt x="161365" y="1800403"/>
                </a:moveTo>
                <a:lnTo>
                  <a:pt x="122098" y="1519120"/>
                </a:lnTo>
                <a:lnTo>
                  <a:pt x="930953" y="515931"/>
                </a:lnTo>
                <a:lnTo>
                  <a:pt x="1035869" y="647712"/>
                </a:lnTo>
                <a:lnTo>
                  <a:pt x="1039954" y="647712"/>
                </a:lnTo>
                <a:lnTo>
                  <a:pt x="1039345" y="652078"/>
                </a:lnTo>
                <a:lnTo>
                  <a:pt x="1040400" y="653403"/>
                </a:lnTo>
                <a:lnTo>
                  <a:pt x="1039160" y="653403"/>
                </a:lnTo>
                <a:lnTo>
                  <a:pt x="1029316" y="723920"/>
                </a:lnTo>
                <a:close/>
                <a:moveTo>
                  <a:pt x="217894" y="2205330"/>
                </a:moveTo>
                <a:lnTo>
                  <a:pt x="181840" y="1947070"/>
                </a:lnTo>
                <a:lnTo>
                  <a:pt x="1000266" y="932012"/>
                </a:lnTo>
                <a:lnTo>
                  <a:pt x="949113" y="1298429"/>
                </a:lnTo>
                <a:close/>
                <a:moveTo>
                  <a:pt x="330192" y="2564220"/>
                </a:moveTo>
                <a:lnTo>
                  <a:pt x="267995" y="2564220"/>
                </a:lnTo>
                <a:lnTo>
                  <a:pt x="237100" y="2342912"/>
                </a:lnTo>
                <a:lnTo>
                  <a:pt x="242309" y="2347112"/>
                </a:lnTo>
                <a:lnTo>
                  <a:pt x="920063" y="1506522"/>
                </a:lnTo>
                <a:lnTo>
                  <a:pt x="865005" y="1900914"/>
                </a:lnTo>
                <a:close/>
                <a:moveTo>
                  <a:pt x="772406" y="2564220"/>
                </a:moveTo>
                <a:lnTo>
                  <a:pt x="468924" y="2564220"/>
                </a:lnTo>
                <a:lnTo>
                  <a:pt x="835955" y="2109008"/>
                </a:lnTo>
                <a:close/>
                <a:moveTo>
                  <a:pt x="892044" y="3240000"/>
                </a:moveTo>
                <a:lnTo>
                  <a:pt x="148356" y="3240000"/>
                </a:lnTo>
                <a:lnTo>
                  <a:pt x="276144" y="2663936"/>
                </a:lnTo>
                <a:lnTo>
                  <a:pt x="764256" y="266393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50" name="CustomShape 7"/>
          <p:cNvSpPr/>
          <p:nvPr/>
        </p:nvSpPr>
        <p:spPr>
          <a:xfrm>
            <a:off x="9059040" y="5265360"/>
            <a:ext cx="520200" cy="560520"/>
          </a:xfrm>
          <a:custGeom>
            <a:avLst/>
            <a:gdLst/>
            <a:ahLst/>
            <a:rect l="l" t="t" r="r" b="b"/>
            <a:pathLst>
              <a:path w="3228210" h="3222968">
                <a:moveTo>
                  <a:pt x="1619999" y="642446"/>
                </a:moveTo>
                <a:lnTo>
                  <a:pt x="2664115" y="1686562"/>
                </a:lnTo>
                <a:lnTo>
                  <a:pt x="2664116" y="1686562"/>
                </a:lnTo>
                <a:lnTo>
                  <a:pt x="2664116" y="3222968"/>
                </a:lnTo>
                <a:lnTo>
                  <a:pt x="2015013" y="3222968"/>
                </a:lnTo>
                <a:lnTo>
                  <a:pt x="2015013" y="2511495"/>
                </a:lnTo>
                <a:cubicBezTo>
                  <a:pt x="2015013" y="2399422"/>
                  <a:pt x="1924159" y="2308568"/>
                  <a:pt x="1812086" y="2308568"/>
                </a:cubicBezTo>
                <a:lnTo>
                  <a:pt x="1427912" y="2308568"/>
                </a:lnTo>
                <a:cubicBezTo>
                  <a:pt x="1315839" y="2308568"/>
                  <a:pt x="1224985" y="2399422"/>
                  <a:pt x="1224985" y="2511495"/>
                </a:cubicBezTo>
                <a:lnTo>
                  <a:pt x="1224985" y="3222968"/>
                </a:lnTo>
                <a:lnTo>
                  <a:pt x="575882" y="3222968"/>
                </a:lnTo>
                <a:lnTo>
                  <a:pt x="575882" y="1686562"/>
                </a:lnTo>
                <a:lnTo>
                  <a:pt x="575884" y="1686562"/>
                </a:lnTo>
                <a:close/>
                <a:moveTo>
                  <a:pt x="509997" y="122689"/>
                </a:moveTo>
                <a:lnTo>
                  <a:pt x="942045" y="122689"/>
                </a:lnTo>
                <a:lnTo>
                  <a:pt x="942045" y="542556"/>
                </a:lnTo>
                <a:lnTo>
                  <a:pt x="509997" y="974604"/>
                </a:lnTo>
                <a:close/>
                <a:moveTo>
                  <a:pt x="1620001" y="7099"/>
                </a:moveTo>
                <a:lnTo>
                  <a:pt x="3228210" y="1686560"/>
                </a:lnTo>
                <a:lnTo>
                  <a:pt x="2900441" y="1686560"/>
                </a:lnTo>
                <a:lnTo>
                  <a:pt x="1620001" y="349390"/>
                </a:lnTo>
                <a:close/>
                <a:moveTo>
                  <a:pt x="1619999" y="0"/>
                </a:moveTo>
                <a:lnTo>
                  <a:pt x="1619999" y="342291"/>
                </a:lnTo>
                <a:lnTo>
                  <a:pt x="330172" y="1679462"/>
                </a:lnTo>
                <a:lnTo>
                  <a:pt x="0" y="167946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51" name="CustomShape 8"/>
          <p:cNvSpPr/>
          <p:nvPr/>
        </p:nvSpPr>
        <p:spPr>
          <a:xfrm rot="16200000">
            <a:off x="5035320" y="4167000"/>
            <a:ext cx="470520" cy="520200"/>
          </a:xfrm>
          <a:custGeom>
            <a:avLst/>
            <a:gdLst/>
            <a:ahLst/>
            <a:rect l="l" t="t" r="r" b="b"/>
            <a:pathLst>
              <a:path w="2708011" h="3228660">
                <a:moveTo>
                  <a:pt x="1895121" y="2005092"/>
                </a:moveTo>
                <a:cubicBezTo>
                  <a:pt x="1769067" y="2196199"/>
                  <a:pt x="1559641" y="2315968"/>
                  <a:pt x="1331007" y="2327705"/>
                </a:cubicBezTo>
                <a:cubicBezTo>
                  <a:pt x="1102373" y="2339443"/>
                  <a:pt x="881783" y="2241749"/>
                  <a:pt x="736821" y="2064556"/>
                </a:cubicBezTo>
                <a:lnTo>
                  <a:pt x="885891" y="1942602"/>
                </a:lnTo>
                <a:cubicBezTo>
                  <a:pt x="992076" y="2072396"/>
                  <a:pt x="1153658" y="2143956"/>
                  <a:pt x="1321132" y="2135359"/>
                </a:cubicBezTo>
                <a:cubicBezTo>
                  <a:pt x="1488607" y="2126761"/>
                  <a:pt x="1642011" y="2039030"/>
                  <a:pt x="1734346" y="1899045"/>
                </a:cubicBezTo>
                <a:close/>
                <a:moveTo>
                  <a:pt x="2315256" y="2179725"/>
                </a:moveTo>
                <a:cubicBezTo>
                  <a:pt x="2124977" y="2519973"/>
                  <a:pt x="1777729" y="2743099"/>
                  <a:pt x="1389179" y="2774782"/>
                </a:cubicBezTo>
                <a:cubicBezTo>
                  <a:pt x="1000629" y="2806465"/>
                  <a:pt x="621821" y="2642541"/>
                  <a:pt x="378934" y="2337614"/>
                </a:cubicBezTo>
                <a:lnTo>
                  <a:pt x="519502" y="2225645"/>
                </a:lnTo>
                <a:cubicBezTo>
                  <a:pt x="725082" y="2483736"/>
                  <a:pt x="1045705" y="2622480"/>
                  <a:pt x="1374574" y="2595664"/>
                </a:cubicBezTo>
                <a:cubicBezTo>
                  <a:pt x="1703443" y="2568848"/>
                  <a:pt x="1997353" y="2379994"/>
                  <a:pt x="2158406" y="2092008"/>
                </a:cubicBezTo>
                <a:close/>
                <a:moveTo>
                  <a:pt x="2315941" y="1615003"/>
                </a:moveTo>
                <a:lnTo>
                  <a:pt x="272242" y="1615003"/>
                </a:lnTo>
                <a:lnTo>
                  <a:pt x="872561" y="666216"/>
                </a:lnTo>
                <a:lnTo>
                  <a:pt x="872561" y="219906"/>
                </a:lnTo>
                <a:cubicBezTo>
                  <a:pt x="872561" y="98674"/>
                  <a:pt x="970839" y="396"/>
                  <a:pt x="1092071" y="396"/>
                </a:cubicBezTo>
                <a:lnTo>
                  <a:pt x="1293841" y="396"/>
                </a:lnTo>
                <a:lnTo>
                  <a:pt x="1294092" y="0"/>
                </a:lnTo>
                <a:lnTo>
                  <a:pt x="1294343" y="396"/>
                </a:lnTo>
                <a:lnTo>
                  <a:pt x="1470231" y="396"/>
                </a:lnTo>
                <a:cubicBezTo>
                  <a:pt x="1591463" y="396"/>
                  <a:pt x="1689741" y="98674"/>
                  <a:pt x="1689741" y="219906"/>
                </a:cubicBezTo>
                <a:lnTo>
                  <a:pt x="1689741" y="625313"/>
                </a:lnTo>
                <a:close/>
                <a:moveTo>
                  <a:pt x="2708011" y="2399368"/>
                </a:moveTo>
                <a:cubicBezTo>
                  <a:pt x="2440740" y="2877288"/>
                  <a:pt x="1950128" y="3187847"/>
                  <a:pt x="1403807" y="3224932"/>
                </a:cubicBezTo>
                <a:cubicBezTo>
                  <a:pt x="857486" y="3262017"/>
                  <a:pt x="329406" y="3020609"/>
                  <a:pt x="0" y="2583191"/>
                </a:cubicBezTo>
                <a:lnTo>
                  <a:pt x="143153" y="2475389"/>
                </a:lnTo>
                <a:cubicBezTo>
                  <a:pt x="436120" y="2864419"/>
                  <a:pt x="905784" y="3079123"/>
                  <a:pt x="1391671" y="3046140"/>
                </a:cubicBezTo>
                <a:cubicBezTo>
                  <a:pt x="1877558" y="3013157"/>
                  <a:pt x="2313899" y="2736952"/>
                  <a:pt x="2551604" y="2311899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52" name="CustomShape 9"/>
          <p:cNvSpPr/>
          <p:nvPr/>
        </p:nvSpPr>
        <p:spPr>
          <a:xfrm>
            <a:off x="10081800" y="4119120"/>
            <a:ext cx="476640" cy="615960"/>
          </a:xfrm>
          <a:custGeom>
            <a:avLst/>
            <a:gdLst/>
            <a:ahLst/>
            <a:rect l="l" t="t" r="r" b="b"/>
            <a:pathLst>
              <a:path w="2688046" h="3213079">
                <a:moveTo>
                  <a:pt x="1056023" y="556744"/>
                </a:moveTo>
                <a:lnTo>
                  <a:pt x="1056023" y="906412"/>
                </a:lnTo>
                <a:cubicBezTo>
                  <a:pt x="641240" y="1029807"/>
                  <a:pt x="338989" y="1414134"/>
                  <a:pt x="338989" y="1869056"/>
                </a:cubicBezTo>
                <a:cubicBezTo>
                  <a:pt x="338989" y="2424121"/>
                  <a:pt x="788958" y="2874090"/>
                  <a:pt x="1344023" y="2874090"/>
                </a:cubicBezTo>
                <a:cubicBezTo>
                  <a:pt x="1899088" y="2874090"/>
                  <a:pt x="2349057" y="2424121"/>
                  <a:pt x="2349057" y="1869056"/>
                </a:cubicBezTo>
                <a:cubicBezTo>
                  <a:pt x="2349057" y="1414134"/>
                  <a:pt x="2046806" y="1029807"/>
                  <a:pt x="1632023" y="906412"/>
                </a:cubicBezTo>
                <a:lnTo>
                  <a:pt x="1632023" y="556744"/>
                </a:lnTo>
                <a:cubicBezTo>
                  <a:pt x="2235992" y="687900"/>
                  <a:pt x="2688046" y="1225687"/>
                  <a:pt x="2688046" y="1869056"/>
                </a:cubicBezTo>
                <a:cubicBezTo>
                  <a:pt x="2688046" y="2611339"/>
                  <a:pt x="2086306" y="3213079"/>
                  <a:pt x="1344023" y="3213079"/>
                </a:cubicBezTo>
                <a:cubicBezTo>
                  <a:pt x="601740" y="3213079"/>
                  <a:pt x="0" y="2611339"/>
                  <a:pt x="0" y="1869056"/>
                </a:cubicBezTo>
                <a:cubicBezTo>
                  <a:pt x="0" y="1225687"/>
                  <a:pt x="452054" y="687900"/>
                  <a:pt x="1056023" y="556744"/>
                </a:cubicBezTo>
                <a:close/>
                <a:moveTo>
                  <a:pt x="1344023" y="0"/>
                </a:moveTo>
                <a:cubicBezTo>
                  <a:pt x="1443445" y="0"/>
                  <a:pt x="1524043" y="80598"/>
                  <a:pt x="1524043" y="180020"/>
                </a:cubicBezTo>
                <a:lnTo>
                  <a:pt x="1524043" y="1413058"/>
                </a:lnTo>
                <a:cubicBezTo>
                  <a:pt x="1524043" y="1512480"/>
                  <a:pt x="1443445" y="1593078"/>
                  <a:pt x="1344023" y="1593078"/>
                </a:cubicBezTo>
                <a:cubicBezTo>
                  <a:pt x="1244601" y="1593078"/>
                  <a:pt x="1164003" y="1512480"/>
                  <a:pt x="1164003" y="1413058"/>
                </a:cubicBezTo>
                <a:lnTo>
                  <a:pt x="1164003" y="180020"/>
                </a:lnTo>
                <a:cubicBezTo>
                  <a:pt x="1164003" y="80598"/>
                  <a:pt x="1244601" y="0"/>
                  <a:pt x="13440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53" name="CustomShape 10"/>
          <p:cNvSpPr/>
          <p:nvPr/>
        </p:nvSpPr>
        <p:spPr>
          <a:xfrm>
            <a:off x="10700280" y="5327280"/>
            <a:ext cx="502200" cy="437040"/>
          </a:xfrm>
          <a:custGeom>
            <a:avLst/>
            <a:gdLst/>
            <a:ahLst/>
            <a:rect l="l" t="t" r="r" b="b"/>
            <a:pathLst>
              <a:path w="3307788" h="2669631">
                <a:moveTo>
                  <a:pt x="2793832" y="1478391"/>
                </a:moveTo>
                <a:cubicBezTo>
                  <a:pt x="2772990" y="1635402"/>
                  <a:pt x="2717678" y="1784517"/>
                  <a:pt x="2633007" y="1915952"/>
                </a:cubicBezTo>
                <a:cubicBezTo>
                  <a:pt x="2695386" y="1951862"/>
                  <a:pt x="2772768" y="1955673"/>
                  <a:pt x="2841607" y="1924185"/>
                </a:cubicBezTo>
                <a:cubicBezTo>
                  <a:pt x="2943442" y="1877605"/>
                  <a:pt x="2999062" y="1766364"/>
                  <a:pt x="2975226" y="1656948"/>
                </a:cubicBezTo>
                <a:cubicBezTo>
                  <a:pt x="2955176" y="1564911"/>
                  <a:pt x="2883463" y="1495086"/>
                  <a:pt x="2793832" y="1478391"/>
                </a:cubicBezTo>
                <a:close/>
                <a:moveTo>
                  <a:pt x="2807611" y="1247700"/>
                </a:moveTo>
                <a:lnTo>
                  <a:pt x="2807472" y="1256060"/>
                </a:lnTo>
                <a:cubicBezTo>
                  <a:pt x="2994195" y="1281771"/>
                  <a:pt x="3148201" y="1421768"/>
                  <a:pt x="3189276" y="1610317"/>
                </a:cubicBezTo>
                <a:cubicBezTo>
                  <a:pt x="3235041" y="1820393"/>
                  <a:pt x="3128252" y="2033972"/>
                  <a:pt x="2932732" y="2123406"/>
                </a:cubicBezTo>
                <a:cubicBezTo>
                  <a:pt x="2789297" y="2189015"/>
                  <a:pt x="2626543" y="2174805"/>
                  <a:pt x="2499470" y="2094044"/>
                </a:cubicBezTo>
                <a:cubicBezTo>
                  <a:pt x="2427194" y="2172627"/>
                  <a:pt x="2343030" y="2241391"/>
                  <a:pt x="2248861" y="2297980"/>
                </a:cubicBezTo>
                <a:cubicBezTo>
                  <a:pt x="2178351" y="2340352"/>
                  <a:pt x="2104446" y="2374567"/>
                  <a:pt x="2027600" y="2398134"/>
                </a:cubicBezTo>
                <a:lnTo>
                  <a:pt x="3307788" y="2397615"/>
                </a:lnTo>
                <a:cubicBezTo>
                  <a:pt x="3265361" y="2549905"/>
                  <a:pt x="2537441" y="2669620"/>
                  <a:pt x="1653814" y="2669631"/>
                </a:cubicBezTo>
                <a:cubicBezTo>
                  <a:pt x="773102" y="2669642"/>
                  <a:pt x="46417" y="2550707"/>
                  <a:pt x="0" y="2398955"/>
                </a:cubicBezTo>
                <a:lnTo>
                  <a:pt x="1280678" y="2398436"/>
                </a:lnTo>
                <a:cubicBezTo>
                  <a:pt x="1203764" y="2374915"/>
                  <a:pt x="1129786" y="2340732"/>
                  <a:pt x="1059201" y="2298380"/>
                </a:cubicBezTo>
                <a:cubicBezTo>
                  <a:pt x="693039" y="2078675"/>
                  <a:pt x="477900" y="1674935"/>
                  <a:pt x="499745" y="1248476"/>
                </a:cubicBezTo>
                <a:close/>
                <a:moveTo>
                  <a:pt x="1331611" y="201752"/>
                </a:moveTo>
                <a:cubicBezTo>
                  <a:pt x="1206335" y="290902"/>
                  <a:pt x="1124761" y="308382"/>
                  <a:pt x="1132336" y="435988"/>
                </a:cubicBezTo>
                <a:cubicBezTo>
                  <a:pt x="1160888" y="640507"/>
                  <a:pt x="1527973" y="617783"/>
                  <a:pt x="1498839" y="840365"/>
                </a:cubicBezTo>
                <a:cubicBezTo>
                  <a:pt x="1455138" y="960979"/>
                  <a:pt x="1395705" y="987199"/>
                  <a:pt x="1213910" y="1052459"/>
                </a:cubicBezTo>
                <a:cubicBezTo>
                  <a:pt x="1331028" y="972050"/>
                  <a:pt x="1364241" y="921357"/>
                  <a:pt x="1360745" y="809484"/>
                </a:cubicBezTo>
                <a:cubicBezTo>
                  <a:pt x="1360746" y="646916"/>
                  <a:pt x="1111360" y="626523"/>
                  <a:pt x="1020462" y="495421"/>
                </a:cubicBezTo>
                <a:cubicBezTo>
                  <a:pt x="941218" y="374224"/>
                  <a:pt x="1061250" y="280996"/>
                  <a:pt x="1331611" y="201752"/>
                </a:cubicBezTo>
                <a:close/>
                <a:moveTo>
                  <a:pt x="2164365" y="80223"/>
                </a:moveTo>
                <a:cubicBezTo>
                  <a:pt x="2021192" y="182108"/>
                  <a:pt x="1927964" y="202086"/>
                  <a:pt x="1936621" y="347922"/>
                </a:cubicBezTo>
                <a:cubicBezTo>
                  <a:pt x="1969252" y="581657"/>
                  <a:pt x="2388778" y="555687"/>
                  <a:pt x="2355482" y="810066"/>
                </a:cubicBezTo>
                <a:cubicBezTo>
                  <a:pt x="2305538" y="947910"/>
                  <a:pt x="2237615" y="977876"/>
                  <a:pt x="2029849" y="1052459"/>
                </a:cubicBezTo>
                <a:cubicBezTo>
                  <a:pt x="2163698" y="960563"/>
                  <a:pt x="2201656" y="902628"/>
                  <a:pt x="2197660" y="774773"/>
                </a:cubicBezTo>
                <a:cubicBezTo>
                  <a:pt x="2197661" y="588982"/>
                  <a:pt x="1912649" y="565676"/>
                  <a:pt x="1808765" y="415844"/>
                </a:cubicBezTo>
                <a:cubicBezTo>
                  <a:pt x="1718201" y="277334"/>
                  <a:pt x="1855380" y="170787"/>
                  <a:pt x="2164365" y="80223"/>
                </a:cubicBezTo>
                <a:close/>
                <a:moveTo>
                  <a:pt x="1754169" y="0"/>
                </a:moveTo>
                <a:cubicBezTo>
                  <a:pt x="1583512" y="121444"/>
                  <a:pt x="1472387" y="145257"/>
                  <a:pt x="1482706" y="319088"/>
                </a:cubicBezTo>
                <a:cubicBezTo>
                  <a:pt x="1521601" y="597693"/>
                  <a:pt x="2021663" y="566738"/>
                  <a:pt x="1981975" y="869950"/>
                </a:cubicBezTo>
                <a:cubicBezTo>
                  <a:pt x="1922443" y="1034256"/>
                  <a:pt x="1841481" y="1069974"/>
                  <a:pt x="1593831" y="1158875"/>
                </a:cubicBezTo>
                <a:cubicBezTo>
                  <a:pt x="1753374" y="1049338"/>
                  <a:pt x="1798619" y="980281"/>
                  <a:pt x="1793856" y="827882"/>
                </a:cubicBezTo>
                <a:cubicBezTo>
                  <a:pt x="1793857" y="606424"/>
                  <a:pt x="1454132" y="578644"/>
                  <a:pt x="1330306" y="400050"/>
                </a:cubicBezTo>
                <a:cubicBezTo>
                  <a:pt x="1222356" y="234950"/>
                  <a:pt x="1385869" y="107950"/>
                  <a:pt x="1754169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54" name="CustomShape 11"/>
          <p:cNvSpPr/>
          <p:nvPr/>
        </p:nvSpPr>
        <p:spPr>
          <a:xfrm>
            <a:off x="10845000" y="4153680"/>
            <a:ext cx="505440" cy="545760"/>
          </a:xfrm>
          <a:custGeom>
            <a:avLst/>
            <a:gdLst/>
            <a:ahLst/>
            <a:rect l="l" t="t" r="r" b="b"/>
            <a:pathLst>
              <a:path w="3240000" h="3240000">
                <a:moveTo>
                  <a:pt x="1415334" y="1947658"/>
                </a:moveTo>
                <a:lnTo>
                  <a:pt x="838053" y="2871852"/>
                </a:lnTo>
                <a:cubicBezTo>
                  <a:pt x="1312591" y="3168264"/>
                  <a:pt x="1913932" y="3170879"/>
                  <a:pt x="2391030" y="2878606"/>
                </a:cubicBezTo>
                <a:lnTo>
                  <a:pt x="1821709" y="1949263"/>
                </a:lnTo>
                <a:cubicBezTo>
                  <a:pt x="1763478" y="1986502"/>
                  <a:pt x="1694174" y="2007350"/>
                  <a:pt x="1620000" y="2007350"/>
                </a:cubicBezTo>
                <a:cubicBezTo>
                  <a:pt x="1544621" y="2007350"/>
                  <a:pt x="1474270" y="1985818"/>
                  <a:pt x="1415334" y="1947658"/>
                </a:cubicBezTo>
                <a:close/>
                <a:moveTo>
                  <a:pt x="1620001" y="1350973"/>
                </a:moveTo>
                <a:cubicBezTo>
                  <a:pt x="1471421" y="1350973"/>
                  <a:pt x="1350973" y="1471421"/>
                  <a:pt x="1350973" y="1620001"/>
                </a:cubicBezTo>
                <a:cubicBezTo>
                  <a:pt x="1350973" y="1768581"/>
                  <a:pt x="1471421" y="1889029"/>
                  <a:pt x="1620001" y="1889029"/>
                </a:cubicBezTo>
                <a:cubicBezTo>
                  <a:pt x="1768581" y="1889029"/>
                  <a:pt x="1889029" y="1768581"/>
                  <a:pt x="1889029" y="1620001"/>
                </a:cubicBezTo>
                <a:cubicBezTo>
                  <a:pt x="1889029" y="1471421"/>
                  <a:pt x="1768581" y="1350973"/>
                  <a:pt x="1620001" y="1350973"/>
                </a:cubicBezTo>
                <a:close/>
                <a:moveTo>
                  <a:pt x="2324470" y="322965"/>
                </a:moveTo>
                <a:lnTo>
                  <a:pt x="1804044" y="1281148"/>
                </a:lnTo>
                <a:cubicBezTo>
                  <a:pt x="1925507" y="1345192"/>
                  <a:pt x="2007350" y="1473038"/>
                  <a:pt x="2007350" y="1620000"/>
                </a:cubicBezTo>
                <a:lnTo>
                  <a:pt x="2005998" y="1633413"/>
                </a:lnTo>
                <a:lnTo>
                  <a:pt x="3095109" y="1671260"/>
                </a:lnTo>
                <a:cubicBezTo>
                  <a:pt x="3114541" y="1112092"/>
                  <a:pt x="2816135" y="590008"/>
                  <a:pt x="2324470" y="322965"/>
                </a:cubicBezTo>
                <a:close/>
                <a:moveTo>
                  <a:pt x="926838" y="316888"/>
                </a:moveTo>
                <a:cubicBezTo>
                  <a:pt x="432869" y="579644"/>
                  <a:pt x="129933" y="1099113"/>
                  <a:pt x="144500" y="1658429"/>
                </a:cubicBezTo>
                <a:lnTo>
                  <a:pt x="1233664" y="1630062"/>
                </a:lnTo>
                <a:cubicBezTo>
                  <a:pt x="1232693" y="1626734"/>
                  <a:pt x="1232650" y="1623372"/>
                  <a:pt x="1232650" y="1620000"/>
                </a:cubicBezTo>
                <a:cubicBezTo>
                  <a:pt x="1232650" y="1471836"/>
                  <a:pt x="1315838" y="1343102"/>
                  <a:pt x="1438904" y="1279548"/>
                </a:cubicBez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55" name="CustomShape 12"/>
          <p:cNvSpPr/>
          <p:nvPr/>
        </p:nvSpPr>
        <p:spPr>
          <a:xfrm>
            <a:off x="11577960" y="6287400"/>
            <a:ext cx="526680" cy="607680"/>
          </a:xfrm>
          <a:custGeom>
            <a:avLst/>
            <a:gdLst/>
            <a:ahLst/>
            <a:rect l="l" t="t" r="r" b="b"/>
            <a:pathLst>
              <a:path w="2969045" h="3173121">
                <a:moveTo>
                  <a:pt x="1148733" y="3168594"/>
                </a:moveTo>
                <a:cubicBezTo>
                  <a:pt x="-68605" y="2992718"/>
                  <a:pt x="289357" y="2373225"/>
                  <a:pt x="0" y="1749200"/>
                </a:cubicBezTo>
                <a:cubicBezTo>
                  <a:pt x="211718" y="1712379"/>
                  <a:pt x="518500" y="2277611"/>
                  <a:pt x="449559" y="2009927"/>
                </a:cubicBezTo>
                <a:cubicBezTo>
                  <a:pt x="87752" y="952162"/>
                  <a:pt x="1169975" y="921963"/>
                  <a:pt x="826277" y="0"/>
                </a:cubicBezTo>
                <a:cubicBezTo>
                  <a:pt x="1894489" y="60376"/>
                  <a:pt x="1582046" y="1053258"/>
                  <a:pt x="2084415" y="1294704"/>
                </a:cubicBezTo>
                <a:cubicBezTo>
                  <a:pt x="2220765" y="1319082"/>
                  <a:pt x="2384277" y="1207659"/>
                  <a:pt x="2081534" y="711461"/>
                </a:cubicBezTo>
                <a:cubicBezTo>
                  <a:pt x="3844765" y="2025429"/>
                  <a:pt x="2606774" y="3099478"/>
                  <a:pt x="1581537" y="3173121"/>
                </a:cubicBezTo>
                <a:cubicBezTo>
                  <a:pt x="2049242" y="2917586"/>
                  <a:pt x="2204598" y="1824606"/>
                  <a:pt x="1237328" y="1143558"/>
                </a:cubicBezTo>
                <a:cubicBezTo>
                  <a:pt x="1479342" y="1777869"/>
                  <a:pt x="1318476" y="2090782"/>
                  <a:pt x="1162138" y="2408222"/>
                </a:cubicBezTo>
                <a:cubicBezTo>
                  <a:pt x="1159532" y="2246847"/>
                  <a:pt x="1324413" y="1899876"/>
                  <a:pt x="918927" y="1697760"/>
                </a:cubicBezTo>
                <a:cubicBezTo>
                  <a:pt x="1108697" y="2305733"/>
                  <a:pt x="307113" y="2497246"/>
                  <a:pt x="1148733" y="316859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56" name="CustomShape 13"/>
          <p:cNvSpPr/>
          <p:nvPr/>
        </p:nvSpPr>
        <p:spPr>
          <a:xfrm>
            <a:off x="11552400" y="3091320"/>
            <a:ext cx="576360" cy="455760"/>
          </a:xfrm>
          <a:custGeom>
            <a:avLst/>
            <a:gdLst/>
            <a:ahLst/>
            <a:rect l="l" t="t" r="r" b="b"/>
            <a:pathLst>
              <a:path w="3248842" h="2380886">
                <a:moveTo>
                  <a:pt x="1194785" y="1472263"/>
                </a:moveTo>
                <a:cubicBezTo>
                  <a:pt x="1150014" y="1472263"/>
                  <a:pt x="1113720" y="1508557"/>
                  <a:pt x="1113720" y="1553328"/>
                </a:cubicBezTo>
                <a:lnTo>
                  <a:pt x="1113720" y="1600880"/>
                </a:lnTo>
                <a:cubicBezTo>
                  <a:pt x="1113720" y="1645651"/>
                  <a:pt x="1150014" y="1681945"/>
                  <a:pt x="1194785" y="1681945"/>
                </a:cubicBezTo>
                <a:lnTo>
                  <a:pt x="2067186" y="1681945"/>
                </a:lnTo>
                <a:cubicBezTo>
                  <a:pt x="2111957" y="1681945"/>
                  <a:pt x="2148251" y="1645651"/>
                  <a:pt x="2148251" y="1600880"/>
                </a:cubicBezTo>
                <a:lnTo>
                  <a:pt x="2148251" y="1553328"/>
                </a:lnTo>
                <a:cubicBezTo>
                  <a:pt x="2148251" y="1508557"/>
                  <a:pt x="2111957" y="1472263"/>
                  <a:pt x="2067186" y="1472263"/>
                </a:cubicBezTo>
                <a:close/>
                <a:moveTo>
                  <a:pt x="2582402" y="986449"/>
                </a:moveTo>
                <a:cubicBezTo>
                  <a:pt x="2477247" y="986449"/>
                  <a:pt x="2392002" y="1071694"/>
                  <a:pt x="2392002" y="1176848"/>
                </a:cubicBezTo>
                <a:cubicBezTo>
                  <a:pt x="2392002" y="1282003"/>
                  <a:pt x="2477247" y="1367248"/>
                  <a:pt x="2582402" y="1367248"/>
                </a:cubicBezTo>
                <a:cubicBezTo>
                  <a:pt x="2687557" y="1367248"/>
                  <a:pt x="2772801" y="1282003"/>
                  <a:pt x="2772801" y="1176848"/>
                </a:cubicBezTo>
                <a:cubicBezTo>
                  <a:pt x="2772801" y="1071694"/>
                  <a:pt x="2687557" y="986449"/>
                  <a:pt x="2582402" y="986449"/>
                </a:cubicBezTo>
                <a:close/>
                <a:moveTo>
                  <a:pt x="679570" y="986449"/>
                </a:moveTo>
                <a:cubicBezTo>
                  <a:pt x="574415" y="986449"/>
                  <a:pt x="489171" y="1071694"/>
                  <a:pt x="489171" y="1176848"/>
                </a:cubicBezTo>
                <a:cubicBezTo>
                  <a:pt x="489171" y="1282003"/>
                  <a:pt x="574415" y="1367248"/>
                  <a:pt x="679570" y="1367248"/>
                </a:cubicBezTo>
                <a:cubicBezTo>
                  <a:pt x="784725" y="1367248"/>
                  <a:pt x="869970" y="1282003"/>
                  <a:pt x="869970" y="1176848"/>
                </a:cubicBezTo>
                <a:cubicBezTo>
                  <a:pt x="869970" y="1071694"/>
                  <a:pt x="784725" y="986449"/>
                  <a:pt x="679570" y="986449"/>
                </a:cubicBezTo>
                <a:close/>
                <a:moveTo>
                  <a:pt x="867954" y="155801"/>
                </a:moveTo>
                <a:lnTo>
                  <a:pt x="726849" y="858549"/>
                </a:lnTo>
                <a:lnTo>
                  <a:pt x="2535122" y="858549"/>
                </a:lnTo>
                <a:lnTo>
                  <a:pt x="2394017" y="155801"/>
                </a:lnTo>
                <a:close/>
                <a:moveTo>
                  <a:pt x="677268" y="0"/>
                </a:moveTo>
                <a:lnTo>
                  <a:pt x="2584703" y="0"/>
                </a:lnTo>
                <a:lnTo>
                  <a:pt x="2736658" y="607820"/>
                </a:lnTo>
                <a:cubicBezTo>
                  <a:pt x="2766265" y="579906"/>
                  <a:pt x="2806392" y="564164"/>
                  <a:pt x="2850195" y="564164"/>
                </a:cubicBezTo>
                <a:lnTo>
                  <a:pt x="3069929" y="564164"/>
                </a:lnTo>
                <a:cubicBezTo>
                  <a:pt x="3168740" y="564164"/>
                  <a:pt x="3248842" y="644266"/>
                  <a:pt x="3248842" y="743077"/>
                </a:cubicBezTo>
                <a:lnTo>
                  <a:pt x="3248842" y="792706"/>
                </a:lnTo>
                <a:cubicBezTo>
                  <a:pt x="3248842" y="891517"/>
                  <a:pt x="3168740" y="971619"/>
                  <a:pt x="3069929" y="971619"/>
                </a:cubicBezTo>
                <a:lnTo>
                  <a:pt x="3054536" y="971619"/>
                </a:lnTo>
                <a:cubicBezTo>
                  <a:pt x="3060628" y="989042"/>
                  <a:pt x="3063411" y="1007758"/>
                  <a:pt x="3063411" y="1027125"/>
                </a:cubicBezTo>
                <a:lnTo>
                  <a:pt x="3063411" y="2015961"/>
                </a:lnTo>
                <a:lnTo>
                  <a:pt x="2889080" y="2015961"/>
                </a:lnTo>
                <a:lnTo>
                  <a:pt x="2889080" y="2260325"/>
                </a:lnTo>
                <a:cubicBezTo>
                  <a:pt x="2889080" y="2326909"/>
                  <a:pt x="2835102" y="2380886"/>
                  <a:pt x="2768518" y="2380886"/>
                </a:cubicBezTo>
                <a:lnTo>
                  <a:pt x="2286284" y="2380886"/>
                </a:lnTo>
                <a:cubicBezTo>
                  <a:pt x="2219700" y="2380886"/>
                  <a:pt x="2165723" y="2326909"/>
                  <a:pt x="2165723" y="2260325"/>
                </a:cubicBezTo>
                <a:lnTo>
                  <a:pt x="2165723" y="2015961"/>
                </a:lnTo>
                <a:lnTo>
                  <a:pt x="1096248" y="2015961"/>
                </a:lnTo>
                <a:lnTo>
                  <a:pt x="1096248" y="2260325"/>
                </a:lnTo>
                <a:cubicBezTo>
                  <a:pt x="1096248" y="2326909"/>
                  <a:pt x="1042270" y="2380886"/>
                  <a:pt x="975686" y="2380886"/>
                </a:cubicBezTo>
                <a:lnTo>
                  <a:pt x="493453" y="2380886"/>
                </a:lnTo>
                <a:cubicBezTo>
                  <a:pt x="426869" y="2380886"/>
                  <a:pt x="372891" y="2326909"/>
                  <a:pt x="372891" y="2260325"/>
                </a:cubicBezTo>
                <a:lnTo>
                  <a:pt x="372891" y="2015961"/>
                </a:lnTo>
                <a:lnTo>
                  <a:pt x="198560" y="2015961"/>
                </a:lnTo>
                <a:lnTo>
                  <a:pt x="198560" y="1027125"/>
                </a:lnTo>
                <a:cubicBezTo>
                  <a:pt x="198560" y="1007758"/>
                  <a:pt x="201343" y="989042"/>
                  <a:pt x="207435" y="971619"/>
                </a:cubicBezTo>
                <a:lnTo>
                  <a:pt x="178913" y="971619"/>
                </a:lnTo>
                <a:cubicBezTo>
                  <a:pt x="80102" y="971619"/>
                  <a:pt x="0" y="891517"/>
                  <a:pt x="0" y="792706"/>
                </a:cubicBezTo>
                <a:lnTo>
                  <a:pt x="0" y="743077"/>
                </a:lnTo>
                <a:cubicBezTo>
                  <a:pt x="0" y="644266"/>
                  <a:pt x="80102" y="564164"/>
                  <a:pt x="178913" y="564164"/>
                </a:cubicBezTo>
                <a:lnTo>
                  <a:pt x="398647" y="564164"/>
                </a:lnTo>
                <a:cubicBezTo>
                  <a:pt x="447310" y="564164"/>
                  <a:pt x="491436" y="583593"/>
                  <a:pt x="523419" y="615395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57" name="CustomShape 14"/>
          <p:cNvSpPr/>
          <p:nvPr/>
        </p:nvSpPr>
        <p:spPr>
          <a:xfrm>
            <a:off x="10059840" y="6288480"/>
            <a:ext cx="554400" cy="604800"/>
          </a:xfrm>
          <a:custGeom>
            <a:avLst/>
            <a:gdLst/>
            <a:ahLst/>
            <a:rect l="l" t="t" r="r" b="b"/>
            <a:pathLst>
              <a:path w="2844151" h="2880180">
                <a:moveTo>
                  <a:pt x="2390187" y="1502145"/>
                </a:moveTo>
                <a:lnTo>
                  <a:pt x="2844151" y="1530794"/>
                </a:lnTo>
                <a:cubicBezTo>
                  <a:pt x="2804784" y="2154619"/>
                  <a:pt x="2367464" y="2681809"/>
                  <a:pt x="1761650" y="2835749"/>
                </a:cubicBezTo>
                <a:cubicBezTo>
                  <a:pt x="1191486" y="2980631"/>
                  <a:pt x="594633" y="2763755"/>
                  <a:pt x="252983" y="2293680"/>
                </a:cubicBezTo>
                <a:lnTo>
                  <a:pt x="102982" y="2380283"/>
                </a:lnTo>
                <a:lnTo>
                  <a:pt x="104524" y="1603708"/>
                </a:lnTo>
                <a:lnTo>
                  <a:pt x="777828" y="1990661"/>
                </a:lnTo>
                <a:lnTo>
                  <a:pt x="648358" y="2065410"/>
                </a:lnTo>
                <a:cubicBezTo>
                  <a:pt x="886760" y="2358087"/>
                  <a:pt x="1276546" y="2489694"/>
                  <a:pt x="1649627" y="2394891"/>
                </a:cubicBezTo>
                <a:cubicBezTo>
                  <a:pt x="2064076" y="2289577"/>
                  <a:pt x="2363256" y="1928916"/>
                  <a:pt x="2390187" y="1502145"/>
                </a:cubicBezTo>
                <a:close/>
                <a:moveTo>
                  <a:pt x="1424249" y="58"/>
                </a:moveTo>
                <a:cubicBezTo>
                  <a:pt x="1880498" y="-4073"/>
                  <a:pt x="2318325" y="209551"/>
                  <a:pt x="2591169" y="586524"/>
                </a:cubicBezTo>
                <a:lnTo>
                  <a:pt x="2741170" y="499921"/>
                </a:lnTo>
                <a:lnTo>
                  <a:pt x="2739628" y="1276497"/>
                </a:lnTo>
                <a:lnTo>
                  <a:pt x="2066324" y="889544"/>
                </a:lnTo>
                <a:lnTo>
                  <a:pt x="2195793" y="814795"/>
                </a:lnTo>
                <a:cubicBezTo>
                  <a:pt x="1957391" y="522118"/>
                  <a:pt x="1567606" y="390511"/>
                  <a:pt x="1194524" y="485313"/>
                </a:cubicBezTo>
                <a:cubicBezTo>
                  <a:pt x="780075" y="590627"/>
                  <a:pt x="480895" y="951288"/>
                  <a:pt x="453964" y="1378059"/>
                </a:cubicBezTo>
                <a:lnTo>
                  <a:pt x="0" y="1349410"/>
                </a:lnTo>
                <a:cubicBezTo>
                  <a:pt x="39367" y="725585"/>
                  <a:pt x="476687" y="198395"/>
                  <a:pt x="1082501" y="44455"/>
                </a:cubicBezTo>
                <a:cubicBezTo>
                  <a:pt x="1196091" y="15591"/>
                  <a:pt x="1310740" y="1086"/>
                  <a:pt x="1424249" y="5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58" name="CustomShape 15"/>
          <p:cNvSpPr/>
          <p:nvPr/>
        </p:nvSpPr>
        <p:spPr>
          <a:xfrm rot="9900000">
            <a:off x="10792440" y="1923840"/>
            <a:ext cx="570600" cy="518760"/>
          </a:xfrm>
          <a:custGeom>
            <a:avLst/>
            <a:gdLst/>
            <a:ahLst/>
            <a:rect l="l" t="t" r="r" b="b"/>
            <a:pathLst>
              <a:path w="2911009" h="2472345">
                <a:moveTo>
                  <a:pt x="2219598" y="1335309"/>
                </a:moveTo>
                <a:lnTo>
                  <a:pt x="2219598" y="1222573"/>
                </a:lnTo>
                <a:cubicBezTo>
                  <a:pt x="2219598" y="1176944"/>
                  <a:pt x="2241926" y="1136530"/>
                  <a:pt x="2277694" y="1113650"/>
                </a:cubicBezTo>
                <a:lnTo>
                  <a:pt x="2277694" y="137786"/>
                </a:lnTo>
                <a:cubicBezTo>
                  <a:pt x="2277694" y="61689"/>
                  <a:pt x="2339383" y="0"/>
                  <a:pt x="2415480" y="0"/>
                </a:cubicBezTo>
                <a:lnTo>
                  <a:pt x="2545196" y="0"/>
                </a:lnTo>
                <a:cubicBezTo>
                  <a:pt x="2621293" y="0"/>
                  <a:pt x="2682982" y="61689"/>
                  <a:pt x="2682982" y="137786"/>
                </a:cubicBezTo>
                <a:lnTo>
                  <a:pt x="2682982" y="1099067"/>
                </a:lnTo>
                <a:cubicBezTo>
                  <a:pt x="2730197" y="1120049"/>
                  <a:pt x="2762708" y="1167515"/>
                  <a:pt x="2762708" y="1222573"/>
                </a:cubicBezTo>
                <a:lnTo>
                  <a:pt x="2762708" y="1480834"/>
                </a:lnTo>
                <a:close/>
                <a:moveTo>
                  <a:pt x="241900" y="1676361"/>
                </a:moveTo>
                <a:cubicBezTo>
                  <a:pt x="69371" y="1631107"/>
                  <a:pt x="-34146" y="1454930"/>
                  <a:pt x="10296" y="1282189"/>
                </a:cubicBezTo>
                <a:cubicBezTo>
                  <a:pt x="54739" y="1109449"/>
                  <a:pt x="230428" y="1005105"/>
                  <a:pt x="403375" y="1048736"/>
                </a:cubicBezTo>
                <a:cubicBezTo>
                  <a:pt x="349550" y="1257945"/>
                  <a:pt x="295726" y="1467153"/>
                  <a:pt x="241900" y="1676361"/>
                </a:cubicBezTo>
                <a:close/>
                <a:moveTo>
                  <a:pt x="2578947" y="2467929"/>
                </a:moveTo>
                <a:lnTo>
                  <a:pt x="1957545" y="2301425"/>
                </a:lnTo>
                <a:lnTo>
                  <a:pt x="2194209" y="1418183"/>
                </a:lnTo>
                <a:lnTo>
                  <a:pt x="2815611" y="1584687"/>
                </a:lnTo>
                <a:cubicBezTo>
                  <a:pt x="2884250" y="1603079"/>
                  <a:pt x="2924985" y="1673632"/>
                  <a:pt x="2906593" y="1742272"/>
                </a:cubicBezTo>
                <a:lnTo>
                  <a:pt x="2736532" y="2376947"/>
                </a:lnTo>
                <a:cubicBezTo>
                  <a:pt x="2718140" y="2445587"/>
                  <a:pt x="2647586" y="2486321"/>
                  <a:pt x="2578947" y="2467929"/>
                </a:cubicBezTo>
                <a:close/>
                <a:moveTo>
                  <a:pt x="610249" y="2287120"/>
                </a:moveTo>
                <a:lnTo>
                  <a:pt x="1020264" y="756923"/>
                </a:lnTo>
                <a:lnTo>
                  <a:pt x="2107356" y="1398691"/>
                </a:lnTo>
                <a:lnTo>
                  <a:pt x="1872582" y="2274879"/>
                </a:lnTo>
                <a:close/>
                <a:moveTo>
                  <a:pt x="426016" y="2349577"/>
                </a:moveTo>
                <a:lnTo>
                  <a:pt x="243978" y="2300800"/>
                </a:lnTo>
                <a:cubicBezTo>
                  <a:pt x="205115" y="2290387"/>
                  <a:pt x="182051" y="2250439"/>
                  <a:pt x="192464" y="2211576"/>
                </a:cubicBezTo>
                <a:lnTo>
                  <a:pt x="620679" y="613455"/>
                </a:lnTo>
                <a:cubicBezTo>
                  <a:pt x="631093" y="574592"/>
                  <a:pt x="671040" y="551528"/>
                  <a:pt x="709903" y="561941"/>
                </a:cubicBezTo>
                <a:lnTo>
                  <a:pt x="891942" y="610718"/>
                </a:lnTo>
                <a:cubicBezTo>
                  <a:pt x="930805" y="621132"/>
                  <a:pt x="953869" y="661079"/>
                  <a:pt x="943455" y="699942"/>
                </a:cubicBezTo>
                <a:lnTo>
                  <a:pt x="515240" y="2298064"/>
                </a:lnTo>
                <a:cubicBezTo>
                  <a:pt x="504827" y="2336927"/>
                  <a:pt x="464879" y="2359990"/>
                  <a:pt x="426016" y="23495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59" name="CustomShape 16"/>
          <p:cNvSpPr/>
          <p:nvPr/>
        </p:nvSpPr>
        <p:spPr>
          <a:xfrm>
            <a:off x="4941000" y="5240520"/>
            <a:ext cx="564840" cy="610560"/>
          </a:xfrm>
          <a:custGeom>
            <a:avLst/>
            <a:gdLst/>
            <a:ahLst/>
            <a:rect l="l" t="t" r="r" b="b"/>
            <a:pathLst>
              <a:path w="3240000" h="3240000">
                <a:moveTo>
                  <a:pt x="1152300" y="922782"/>
                </a:moveTo>
                <a:lnTo>
                  <a:pt x="2354400" y="1620000"/>
                </a:lnTo>
                <a:lnTo>
                  <a:pt x="1152300" y="2317218"/>
                </a:lnTo>
                <a:close/>
                <a:moveTo>
                  <a:pt x="1620000" y="342403"/>
                </a:moveTo>
                <a:cubicBezTo>
                  <a:pt x="914403" y="342403"/>
                  <a:pt x="342403" y="914403"/>
                  <a:pt x="342403" y="1620000"/>
                </a:cubicBezTo>
                <a:cubicBezTo>
                  <a:pt x="342403" y="2325597"/>
                  <a:pt x="914403" y="2897597"/>
                  <a:pt x="1620000" y="2897597"/>
                </a:cubicBezTo>
                <a:cubicBezTo>
                  <a:pt x="2325597" y="2897597"/>
                  <a:pt x="2897597" y="2325597"/>
                  <a:pt x="2897597" y="1620000"/>
                </a:cubicBezTo>
                <a:cubicBezTo>
                  <a:pt x="2897597" y="914403"/>
                  <a:pt x="2325597" y="342403"/>
                  <a:pt x="1620000" y="342403"/>
                </a:cubicBez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60" name="CustomShape 17"/>
          <p:cNvSpPr/>
          <p:nvPr/>
        </p:nvSpPr>
        <p:spPr>
          <a:xfrm>
            <a:off x="9384480" y="4152600"/>
            <a:ext cx="410760" cy="547560"/>
          </a:xfrm>
          <a:custGeom>
            <a:avLst/>
            <a:gdLst/>
            <a:ahLst/>
            <a:rect l="l" t="t" r="r" b="b"/>
            <a:pathLst>
              <a:path w="1565431" h="1937121">
                <a:moveTo>
                  <a:pt x="332898" y="199"/>
                </a:moveTo>
                <a:cubicBezTo>
                  <a:pt x="480797" y="-12106"/>
                  <a:pt x="712130" y="551085"/>
                  <a:pt x="532477" y="593021"/>
                </a:cubicBezTo>
                <a:lnTo>
                  <a:pt x="344260" y="645543"/>
                </a:lnTo>
                <a:cubicBezTo>
                  <a:pt x="475639" y="1163599"/>
                  <a:pt x="690666" y="1300897"/>
                  <a:pt x="951847" y="1518960"/>
                </a:cubicBezTo>
                <a:cubicBezTo>
                  <a:pt x="1003138" y="1396518"/>
                  <a:pt x="1042046" y="1291100"/>
                  <a:pt x="1137450" y="1301627"/>
                </a:cubicBezTo>
                <a:cubicBezTo>
                  <a:pt x="1276950" y="1299313"/>
                  <a:pt x="1636332" y="1564228"/>
                  <a:pt x="1553064" y="1689868"/>
                </a:cubicBezTo>
                <a:cubicBezTo>
                  <a:pt x="1389777" y="1941825"/>
                  <a:pt x="1145722" y="1971673"/>
                  <a:pt x="1002627" y="1909214"/>
                </a:cubicBezTo>
                <a:cubicBezTo>
                  <a:pt x="545977" y="1690048"/>
                  <a:pt x="-37590" y="1110316"/>
                  <a:pt x="1901" y="380586"/>
                </a:cubicBezTo>
                <a:cubicBezTo>
                  <a:pt x="36305" y="148891"/>
                  <a:pt x="133416" y="23363"/>
                  <a:pt x="332898" y="199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61" name="CustomShape 18"/>
          <p:cNvSpPr/>
          <p:nvPr/>
        </p:nvSpPr>
        <p:spPr>
          <a:xfrm>
            <a:off x="5843880" y="5286240"/>
            <a:ext cx="575640" cy="519480"/>
          </a:xfrm>
          <a:custGeom>
            <a:avLst/>
            <a:gdLst/>
            <a:ahLst/>
            <a:rect l="l" t="t" r="r" b="b"/>
            <a:pathLst>
              <a:path w="3186824" h="2663936">
                <a:moveTo>
                  <a:pt x="2624444" y="2376100"/>
                </a:moveTo>
                <a:lnTo>
                  <a:pt x="2624444" y="2520100"/>
                </a:lnTo>
                <a:lnTo>
                  <a:pt x="2952463" y="2520100"/>
                </a:lnTo>
                <a:lnTo>
                  <a:pt x="2952463" y="2376100"/>
                </a:lnTo>
                <a:close/>
                <a:moveTo>
                  <a:pt x="210911" y="2376100"/>
                </a:moveTo>
                <a:lnTo>
                  <a:pt x="210911" y="2520100"/>
                </a:lnTo>
                <a:lnTo>
                  <a:pt x="538930" y="2520100"/>
                </a:lnTo>
                <a:lnTo>
                  <a:pt x="538930" y="2376100"/>
                </a:lnTo>
                <a:close/>
                <a:moveTo>
                  <a:pt x="2624444" y="2095269"/>
                </a:moveTo>
                <a:lnTo>
                  <a:pt x="2624444" y="2239269"/>
                </a:lnTo>
                <a:lnTo>
                  <a:pt x="2952463" y="2239269"/>
                </a:lnTo>
                <a:lnTo>
                  <a:pt x="2952463" y="2095269"/>
                </a:lnTo>
                <a:close/>
                <a:moveTo>
                  <a:pt x="210911" y="2095269"/>
                </a:moveTo>
                <a:lnTo>
                  <a:pt x="210911" y="2239269"/>
                </a:lnTo>
                <a:lnTo>
                  <a:pt x="538930" y="2239269"/>
                </a:lnTo>
                <a:lnTo>
                  <a:pt x="538930" y="2095269"/>
                </a:lnTo>
                <a:close/>
                <a:moveTo>
                  <a:pt x="2624444" y="1814436"/>
                </a:moveTo>
                <a:lnTo>
                  <a:pt x="2624444" y="1958436"/>
                </a:lnTo>
                <a:lnTo>
                  <a:pt x="2952463" y="1958436"/>
                </a:lnTo>
                <a:lnTo>
                  <a:pt x="2952463" y="1814436"/>
                </a:lnTo>
                <a:close/>
                <a:moveTo>
                  <a:pt x="210911" y="1814436"/>
                </a:moveTo>
                <a:lnTo>
                  <a:pt x="210911" y="1958436"/>
                </a:lnTo>
                <a:lnTo>
                  <a:pt x="538930" y="1958436"/>
                </a:lnTo>
                <a:lnTo>
                  <a:pt x="538930" y="1814436"/>
                </a:lnTo>
                <a:close/>
                <a:moveTo>
                  <a:pt x="2624444" y="1533603"/>
                </a:moveTo>
                <a:lnTo>
                  <a:pt x="2624444" y="1677603"/>
                </a:lnTo>
                <a:lnTo>
                  <a:pt x="2952463" y="1677603"/>
                </a:lnTo>
                <a:lnTo>
                  <a:pt x="2952463" y="1533603"/>
                </a:lnTo>
                <a:close/>
                <a:moveTo>
                  <a:pt x="210911" y="1533603"/>
                </a:moveTo>
                <a:lnTo>
                  <a:pt x="210911" y="1677603"/>
                </a:lnTo>
                <a:lnTo>
                  <a:pt x="538930" y="1677603"/>
                </a:lnTo>
                <a:lnTo>
                  <a:pt x="538930" y="1533603"/>
                </a:lnTo>
                <a:close/>
                <a:moveTo>
                  <a:pt x="2624444" y="1252770"/>
                </a:moveTo>
                <a:lnTo>
                  <a:pt x="2624444" y="1396770"/>
                </a:lnTo>
                <a:lnTo>
                  <a:pt x="2952463" y="1396770"/>
                </a:lnTo>
                <a:lnTo>
                  <a:pt x="2952463" y="1252770"/>
                </a:lnTo>
                <a:close/>
                <a:moveTo>
                  <a:pt x="210911" y="1252770"/>
                </a:moveTo>
                <a:lnTo>
                  <a:pt x="210911" y="1396770"/>
                </a:lnTo>
                <a:lnTo>
                  <a:pt x="538930" y="1396770"/>
                </a:lnTo>
                <a:lnTo>
                  <a:pt x="538930" y="1252770"/>
                </a:lnTo>
                <a:close/>
                <a:moveTo>
                  <a:pt x="2624444" y="971937"/>
                </a:moveTo>
                <a:lnTo>
                  <a:pt x="2624444" y="1115937"/>
                </a:lnTo>
                <a:lnTo>
                  <a:pt x="2952463" y="1115937"/>
                </a:lnTo>
                <a:lnTo>
                  <a:pt x="2952463" y="971937"/>
                </a:lnTo>
                <a:close/>
                <a:moveTo>
                  <a:pt x="210911" y="971937"/>
                </a:moveTo>
                <a:lnTo>
                  <a:pt x="210911" y="1115937"/>
                </a:lnTo>
                <a:lnTo>
                  <a:pt x="538930" y="1115937"/>
                </a:lnTo>
                <a:lnTo>
                  <a:pt x="538930" y="971937"/>
                </a:lnTo>
                <a:close/>
                <a:moveTo>
                  <a:pt x="2624444" y="691104"/>
                </a:moveTo>
                <a:lnTo>
                  <a:pt x="2624444" y="835104"/>
                </a:lnTo>
                <a:lnTo>
                  <a:pt x="2952463" y="835104"/>
                </a:lnTo>
                <a:lnTo>
                  <a:pt x="2952463" y="691104"/>
                </a:lnTo>
                <a:close/>
                <a:moveTo>
                  <a:pt x="210911" y="691104"/>
                </a:moveTo>
                <a:lnTo>
                  <a:pt x="210911" y="835104"/>
                </a:lnTo>
                <a:lnTo>
                  <a:pt x="538930" y="835104"/>
                </a:lnTo>
                <a:lnTo>
                  <a:pt x="538930" y="691104"/>
                </a:lnTo>
                <a:close/>
                <a:moveTo>
                  <a:pt x="988006" y="552354"/>
                </a:moveTo>
                <a:lnTo>
                  <a:pt x="988006" y="2111583"/>
                </a:lnTo>
                <a:lnTo>
                  <a:pt x="2332169" y="1331969"/>
                </a:lnTo>
                <a:close/>
                <a:moveTo>
                  <a:pt x="2624444" y="410271"/>
                </a:moveTo>
                <a:lnTo>
                  <a:pt x="2624444" y="554271"/>
                </a:lnTo>
                <a:lnTo>
                  <a:pt x="2952463" y="554271"/>
                </a:lnTo>
                <a:lnTo>
                  <a:pt x="2952463" y="410271"/>
                </a:lnTo>
                <a:close/>
                <a:moveTo>
                  <a:pt x="210911" y="410271"/>
                </a:moveTo>
                <a:lnTo>
                  <a:pt x="210911" y="554271"/>
                </a:lnTo>
                <a:lnTo>
                  <a:pt x="538930" y="554271"/>
                </a:lnTo>
                <a:lnTo>
                  <a:pt x="538930" y="410271"/>
                </a:lnTo>
                <a:close/>
                <a:moveTo>
                  <a:pt x="2624444" y="129438"/>
                </a:moveTo>
                <a:lnTo>
                  <a:pt x="2624444" y="273438"/>
                </a:lnTo>
                <a:lnTo>
                  <a:pt x="2952463" y="273438"/>
                </a:lnTo>
                <a:lnTo>
                  <a:pt x="2952463" y="129438"/>
                </a:lnTo>
                <a:close/>
                <a:moveTo>
                  <a:pt x="210911" y="129438"/>
                </a:moveTo>
                <a:lnTo>
                  <a:pt x="210911" y="273438"/>
                </a:lnTo>
                <a:lnTo>
                  <a:pt x="538930" y="273438"/>
                </a:lnTo>
                <a:lnTo>
                  <a:pt x="538930" y="129438"/>
                </a:lnTo>
                <a:close/>
                <a:moveTo>
                  <a:pt x="0" y="0"/>
                </a:moveTo>
                <a:lnTo>
                  <a:pt x="3186824" y="0"/>
                </a:lnTo>
                <a:lnTo>
                  <a:pt x="3186824" y="2663936"/>
                </a:lnTo>
                <a:lnTo>
                  <a:pt x="0" y="266393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62" name="CustomShape 19"/>
          <p:cNvSpPr/>
          <p:nvPr/>
        </p:nvSpPr>
        <p:spPr>
          <a:xfrm>
            <a:off x="8941680" y="1932480"/>
            <a:ext cx="595800" cy="492480"/>
          </a:xfrm>
          <a:custGeom>
            <a:avLst/>
            <a:gdLst/>
            <a:ahLst/>
            <a:rect l="l" t="t" r="r" b="b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63" name="CustomShape 20"/>
          <p:cNvSpPr/>
          <p:nvPr/>
        </p:nvSpPr>
        <p:spPr>
          <a:xfrm>
            <a:off x="9867240" y="1897200"/>
            <a:ext cx="604440" cy="563400"/>
          </a:xfrm>
          <a:custGeom>
            <a:avLst/>
            <a:gdLst/>
            <a:ahLst/>
            <a:rect l="l" t="t" r="r" b="b"/>
            <a:pathLst>
              <a:path w="3240006" h="2796091">
                <a:moveTo>
                  <a:pt x="686867" y="612319"/>
                </a:moveTo>
                <a:cubicBezTo>
                  <a:pt x="611281" y="612319"/>
                  <a:pt x="550007" y="673593"/>
                  <a:pt x="550007" y="749179"/>
                </a:cubicBezTo>
                <a:cubicBezTo>
                  <a:pt x="550007" y="824765"/>
                  <a:pt x="611281" y="886039"/>
                  <a:pt x="686867" y="886039"/>
                </a:cubicBezTo>
                <a:cubicBezTo>
                  <a:pt x="762453" y="886039"/>
                  <a:pt x="823727" y="824765"/>
                  <a:pt x="823727" y="749179"/>
                </a:cubicBezTo>
                <a:cubicBezTo>
                  <a:pt x="823727" y="673593"/>
                  <a:pt x="762453" y="612319"/>
                  <a:pt x="686867" y="612319"/>
                </a:cubicBezTo>
                <a:close/>
                <a:moveTo>
                  <a:pt x="1587500" y="281447"/>
                </a:moveTo>
                <a:cubicBezTo>
                  <a:pt x="1432061" y="281447"/>
                  <a:pt x="1306053" y="407455"/>
                  <a:pt x="1306053" y="562894"/>
                </a:cubicBezTo>
                <a:cubicBezTo>
                  <a:pt x="1306053" y="718333"/>
                  <a:pt x="1432061" y="844341"/>
                  <a:pt x="1587500" y="844341"/>
                </a:cubicBezTo>
                <a:cubicBezTo>
                  <a:pt x="1742939" y="844341"/>
                  <a:pt x="1868947" y="718333"/>
                  <a:pt x="1868947" y="562894"/>
                </a:cubicBezTo>
                <a:cubicBezTo>
                  <a:pt x="1868947" y="407455"/>
                  <a:pt x="1742939" y="281447"/>
                  <a:pt x="1587500" y="281447"/>
                </a:cubicBezTo>
                <a:close/>
                <a:moveTo>
                  <a:pt x="1587500" y="0"/>
                </a:moveTo>
                <a:cubicBezTo>
                  <a:pt x="1898378" y="0"/>
                  <a:pt x="2150394" y="252016"/>
                  <a:pt x="2150394" y="562894"/>
                </a:cubicBezTo>
                <a:cubicBezTo>
                  <a:pt x="2150394" y="786167"/>
                  <a:pt x="2020401" y="979078"/>
                  <a:pt x="1831095" y="1068260"/>
                </a:cubicBezTo>
                <a:lnTo>
                  <a:pt x="2215710" y="1068260"/>
                </a:lnTo>
                <a:cubicBezTo>
                  <a:pt x="2374756" y="1068260"/>
                  <a:pt x="2503688" y="1197192"/>
                  <a:pt x="2503688" y="1356238"/>
                </a:cubicBezTo>
                <a:lnTo>
                  <a:pt x="2503688" y="1474975"/>
                </a:lnTo>
                <a:lnTo>
                  <a:pt x="2656086" y="1474975"/>
                </a:lnTo>
                <a:cubicBezTo>
                  <a:pt x="2692420" y="1474975"/>
                  <a:pt x="2722815" y="1500405"/>
                  <a:pt x="2728975" y="1534767"/>
                </a:cubicBezTo>
                <a:lnTo>
                  <a:pt x="3240006" y="1109804"/>
                </a:lnTo>
                <a:lnTo>
                  <a:pt x="3240006" y="2754548"/>
                </a:lnTo>
                <a:lnTo>
                  <a:pt x="2728975" y="2329585"/>
                </a:lnTo>
                <a:cubicBezTo>
                  <a:pt x="2722815" y="2363946"/>
                  <a:pt x="2692420" y="2389375"/>
                  <a:pt x="2656086" y="2389375"/>
                </a:cubicBezTo>
                <a:lnTo>
                  <a:pt x="2503688" y="2389375"/>
                </a:lnTo>
                <a:lnTo>
                  <a:pt x="2503688" y="2508113"/>
                </a:lnTo>
                <a:cubicBezTo>
                  <a:pt x="2503688" y="2667159"/>
                  <a:pt x="2374756" y="2796091"/>
                  <a:pt x="2215710" y="2796091"/>
                </a:cubicBezTo>
                <a:lnTo>
                  <a:pt x="287978" y="2796091"/>
                </a:lnTo>
                <a:cubicBezTo>
                  <a:pt x="128932" y="2796091"/>
                  <a:pt x="0" y="2667159"/>
                  <a:pt x="0" y="2508113"/>
                </a:cubicBezTo>
                <a:lnTo>
                  <a:pt x="0" y="1356238"/>
                </a:lnTo>
                <a:cubicBezTo>
                  <a:pt x="0" y="1197192"/>
                  <a:pt x="128932" y="1068260"/>
                  <a:pt x="287978" y="1068260"/>
                </a:cubicBezTo>
                <a:lnTo>
                  <a:pt x="544513" y="1068260"/>
                </a:lnTo>
                <a:cubicBezTo>
                  <a:pt x="422089" y="1014226"/>
                  <a:pt x="336949" y="891645"/>
                  <a:pt x="336949" y="749179"/>
                </a:cubicBezTo>
                <a:cubicBezTo>
                  <a:pt x="336949" y="555925"/>
                  <a:pt x="493613" y="399261"/>
                  <a:pt x="686867" y="399261"/>
                </a:cubicBezTo>
                <a:cubicBezTo>
                  <a:pt x="880121" y="399261"/>
                  <a:pt x="1036785" y="555925"/>
                  <a:pt x="1036785" y="749179"/>
                </a:cubicBezTo>
                <a:cubicBezTo>
                  <a:pt x="1036785" y="891645"/>
                  <a:pt x="951645" y="1014226"/>
                  <a:pt x="829222" y="1068260"/>
                </a:cubicBezTo>
                <a:lnTo>
                  <a:pt x="1343906" y="1068260"/>
                </a:lnTo>
                <a:cubicBezTo>
                  <a:pt x="1154600" y="979078"/>
                  <a:pt x="1024606" y="786167"/>
                  <a:pt x="1024606" y="562894"/>
                </a:cubicBezTo>
                <a:cubicBezTo>
                  <a:pt x="1024606" y="252016"/>
                  <a:pt x="1276622" y="0"/>
                  <a:pt x="15875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64" name="CustomShape 21"/>
          <p:cNvSpPr/>
          <p:nvPr/>
        </p:nvSpPr>
        <p:spPr>
          <a:xfrm>
            <a:off x="11703240" y="1851120"/>
            <a:ext cx="278280" cy="655920"/>
          </a:xfrm>
          <a:custGeom>
            <a:avLst/>
            <a:gdLst/>
            <a:ahLst/>
            <a:rect l="l" t="t" r="r" b="b"/>
            <a:pathLst>
              <a:path w="1492970" h="3255081">
                <a:moveTo>
                  <a:pt x="1492970" y="1569688"/>
                </a:moveTo>
                <a:cubicBezTo>
                  <a:pt x="1492970" y="1957118"/>
                  <a:pt x="1197680" y="2277765"/>
                  <a:pt x="816277" y="2310957"/>
                </a:cubicBezTo>
                <a:lnTo>
                  <a:pt x="816277" y="2787043"/>
                </a:lnTo>
                <a:cubicBezTo>
                  <a:pt x="873982" y="2789209"/>
                  <a:pt x="931009" y="2798017"/>
                  <a:pt x="986081" y="2811674"/>
                </a:cubicBezTo>
                <a:cubicBezTo>
                  <a:pt x="1252919" y="2877847"/>
                  <a:pt x="1430830" y="3046369"/>
                  <a:pt x="1433593" y="3235566"/>
                </a:cubicBezTo>
                <a:lnTo>
                  <a:pt x="57488" y="3255081"/>
                </a:lnTo>
                <a:cubicBezTo>
                  <a:pt x="47920" y="3062506"/>
                  <a:pt x="221127" y="2886615"/>
                  <a:pt x="490574" y="2815284"/>
                </a:cubicBezTo>
                <a:cubicBezTo>
                  <a:pt x="549928" y="2799571"/>
                  <a:pt x="611777" y="2789553"/>
                  <a:pt x="674460" y="2787163"/>
                </a:cubicBezTo>
                <a:lnTo>
                  <a:pt x="674460" y="2310809"/>
                </a:lnTo>
                <a:cubicBezTo>
                  <a:pt x="317470" y="2280245"/>
                  <a:pt x="28405" y="1994114"/>
                  <a:pt x="0" y="1627428"/>
                </a:cubicBezTo>
                <a:lnTo>
                  <a:pt x="142201" y="1616413"/>
                </a:lnTo>
                <a:cubicBezTo>
                  <a:pt x="167304" y="1940464"/>
                  <a:pt x="443969" y="2186771"/>
                  <a:pt x="768748" y="2174211"/>
                </a:cubicBezTo>
                <a:cubicBezTo>
                  <a:pt x="1093527" y="2161650"/>
                  <a:pt x="1350342" y="1894710"/>
                  <a:pt x="1350342" y="1569689"/>
                </a:cubicBezTo>
                <a:close/>
                <a:moveTo>
                  <a:pt x="745368" y="0"/>
                </a:moveTo>
                <a:cubicBezTo>
                  <a:pt x="989132" y="0"/>
                  <a:pt x="1186742" y="197610"/>
                  <a:pt x="1186742" y="441374"/>
                </a:cubicBezTo>
                <a:lnTo>
                  <a:pt x="1186742" y="1575353"/>
                </a:lnTo>
                <a:cubicBezTo>
                  <a:pt x="1186742" y="1819117"/>
                  <a:pt x="989132" y="2016727"/>
                  <a:pt x="745368" y="2016727"/>
                </a:cubicBezTo>
                <a:cubicBezTo>
                  <a:pt x="501604" y="2016727"/>
                  <a:pt x="303994" y="1819117"/>
                  <a:pt x="303994" y="1575353"/>
                </a:cubicBezTo>
                <a:lnTo>
                  <a:pt x="303994" y="441374"/>
                </a:lnTo>
                <a:cubicBezTo>
                  <a:pt x="303994" y="197610"/>
                  <a:pt x="501604" y="0"/>
                  <a:pt x="74536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65" name="CustomShape 22"/>
          <p:cNvSpPr/>
          <p:nvPr/>
        </p:nvSpPr>
        <p:spPr>
          <a:xfrm>
            <a:off x="6756120" y="5331240"/>
            <a:ext cx="604440" cy="429120"/>
          </a:xfrm>
          <a:custGeom>
            <a:avLst/>
            <a:gdLst/>
            <a:ahLst/>
            <a:rect l="l" t="t" r="r" b="b"/>
            <a:pathLst>
              <a:path w="3240006" h="2129375">
                <a:moveTo>
                  <a:pt x="1916836" y="454558"/>
                </a:moveTo>
                <a:cubicBezTo>
                  <a:pt x="2018418" y="454558"/>
                  <a:pt x="2100766" y="536906"/>
                  <a:pt x="2100766" y="638488"/>
                </a:cubicBezTo>
                <a:cubicBezTo>
                  <a:pt x="2100766" y="740070"/>
                  <a:pt x="2018418" y="822418"/>
                  <a:pt x="1916836" y="822418"/>
                </a:cubicBezTo>
                <a:cubicBezTo>
                  <a:pt x="1815254" y="822418"/>
                  <a:pt x="1732906" y="740070"/>
                  <a:pt x="1732906" y="638488"/>
                </a:cubicBezTo>
                <a:cubicBezTo>
                  <a:pt x="1732906" y="536906"/>
                  <a:pt x="1815254" y="454558"/>
                  <a:pt x="1916836" y="454558"/>
                </a:cubicBezTo>
                <a:close/>
                <a:moveTo>
                  <a:pt x="1197545" y="272737"/>
                </a:moveTo>
                <a:lnTo>
                  <a:pt x="1861974" y="1458536"/>
                </a:lnTo>
                <a:lnTo>
                  <a:pt x="2263096" y="848801"/>
                </a:lnTo>
                <a:lnTo>
                  <a:pt x="2919562" y="1846679"/>
                </a:lnTo>
                <a:lnTo>
                  <a:pt x="2079459" y="1846679"/>
                </a:lnTo>
                <a:lnTo>
                  <a:pt x="1606629" y="1846679"/>
                </a:lnTo>
                <a:lnTo>
                  <a:pt x="315630" y="1846679"/>
                </a:lnTo>
                <a:close/>
                <a:moveTo>
                  <a:pt x="180003" y="164687"/>
                </a:moveTo>
                <a:lnTo>
                  <a:pt x="180003" y="1964687"/>
                </a:lnTo>
                <a:lnTo>
                  <a:pt x="3060003" y="1964687"/>
                </a:lnTo>
                <a:lnTo>
                  <a:pt x="3060003" y="164687"/>
                </a:lnTo>
                <a:close/>
                <a:moveTo>
                  <a:pt x="0" y="0"/>
                </a:moveTo>
                <a:lnTo>
                  <a:pt x="3240006" y="0"/>
                </a:lnTo>
                <a:lnTo>
                  <a:pt x="3240006" y="2129375"/>
                </a:lnTo>
                <a:lnTo>
                  <a:pt x="0" y="21293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66" name="CustomShape 23"/>
          <p:cNvSpPr/>
          <p:nvPr/>
        </p:nvSpPr>
        <p:spPr>
          <a:xfrm>
            <a:off x="5816160" y="4269240"/>
            <a:ext cx="604800" cy="314280"/>
          </a:xfrm>
          <a:custGeom>
            <a:avLst/>
            <a:gdLst/>
            <a:ahLst/>
            <a:rect l="l" t="t" r="r" b="b"/>
            <a:pathLst>
              <a:path w="3215400" h="1548752">
                <a:moveTo>
                  <a:pt x="3026619" y="414336"/>
                </a:moveTo>
                <a:lnTo>
                  <a:pt x="3121009" y="414336"/>
                </a:lnTo>
                <a:cubicBezTo>
                  <a:pt x="3173140" y="414336"/>
                  <a:pt x="3215400" y="456596"/>
                  <a:pt x="3215400" y="508727"/>
                </a:cubicBezTo>
                <a:lnTo>
                  <a:pt x="3215400" y="1040026"/>
                </a:lnTo>
                <a:cubicBezTo>
                  <a:pt x="3215400" y="1092157"/>
                  <a:pt x="3173140" y="1134417"/>
                  <a:pt x="3121009" y="1134417"/>
                </a:cubicBezTo>
                <a:cubicBezTo>
                  <a:pt x="3089546" y="1134417"/>
                  <a:pt x="3058082" y="1134416"/>
                  <a:pt x="3026619" y="1134416"/>
                </a:cubicBezTo>
                <a:close/>
                <a:moveTo>
                  <a:pt x="273174" y="234376"/>
                </a:moveTo>
                <a:lnTo>
                  <a:pt x="777230" y="234376"/>
                </a:lnTo>
                <a:lnTo>
                  <a:pt x="777230" y="1314376"/>
                </a:lnTo>
                <a:lnTo>
                  <a:pt x="273174" y="1314376"/>
                </a:lnTo>
                <a:close/>
                <a:moveTo>
                  <a:pt x="258244" y="126376"/>
                </a:moveTo>
                <a:cubicBezTo>
                  <a:pt x="182968" y="126376"/>
                  <a:pt x="121944" y="187400"/>
                  <a:pt x="121944" y="262676"/>
                </a:cubicBezTo>
                <a:lnTo>
                  <a:pt x="121944" y="1286076"/>
                </a:lnTo>
                <a:cubicBezTo>
                  <a:pt x="121944" y="1361352"/>
                  <a:pt x="182968" y="1422376"/>
                  <a:pt x="258244" y="1422376"/>
                </a:cubicBezTo>
                <a:lnTo>
                  <a:pt x="2768375" y="1422376"/>
                </a:lnTo>
                <a:cubicBezTo>
                  <a:pt x="2843651" y="1422376"/>
                  <a:pt x="2904675" y="1361352"/>
                  <a:pt x="2904675" y="1286076"/>
                </a:cubicBezTo>
                <a:lnTo>
                  <a:pt x="2904675" y="262676"/>
                </a:lnTo>
                <a:cubicBezTo>
                  <a:pt x="2904675" y="187400"/>
                  <a:pt x="2843651" y="126376"/>
                  <a:pt x="2768375" y="126376"/>
                </a:cubicBezTo>
                <a:close/>
                <a:moveTo>
                  <a:pt x="162882" y="0"/>
                </a:moveTo>
                <a:lnTo>
                  <a:pt x="2863736" y="0"/>
                </a:lnTo>
                <a:cubicBezTo>
                  <a:pt x="2953693" y="0"/>
                  <a:pt x="3026618" y="72925"/>
                  <a:pt x="3026618" y="162882"/>
                </a:cubicBezTo>
                <a:lnTo>
                  <a:pt x="3026618" y="1385870"/>
                </a:lnTo>
                <a:cubicBezTo>
                  <a:pt x="3026618" y="1475827"/>
                  <a:pt x="2953693" y="1548752"/>
                  <a:pt x="2863736" y="1548752"/>
                </a:cubicBezTo>
                <a:lnTo>
                  <a:pt x="162882" y="1548752"/>
                </a:lnTo>
                <a:cubicBezTo>
                  <a:pt x="72925" y="1548752"/>
                  <a:pt x="0" y="1475827"/>
                  <a:pt x="0" y="1385870"/>
                </a:cubicBezTo>
                <a:lnTo>
                  <a:pt x="0" y="162882"/>
                </a:lnTo>
                <a:cubicBezTo>
                  <a:pt x="0" y="72925"/>
                  <a:pt x="72925" y="0"/>
                  <a:pt x="16288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67" name="CustomShape 24"/>
          <p:cNvSpPr/>
          <p:nvPr/>
        </p:nvSpPr>
        <p:spPr>
          <a:xfrm>
            <a:off x="6708240" y="4269240"/>
            <a:ext cx="604800" cy="314280"/>
          </a:xfrm>
          <a:custGeom>
            <a:avLst/>
            <a:gdLst/>
            <a:ahLst/>
            <a:rect l="l" t="t" r="r" b="b"/>
            <a:pathLst>
              <a:path w="3215400" h="1548752">
                <a:moveTo>
                  <a:pt x="3026619" y="414336"/>
                </a:moveTo>
                <a:lnTo>
                  <a:pt x="3121009" y="414336"/>
                </a:lnTo>
                <a:cubicBezTo>
                  <a:pt x="3173140" y="414336"/>
                  <a:pt x="3215400" y="456596"/>
                  <a:pt x="3215400" y="508727"/>
                </a:cubicBezTo>
                <a:lnTo>
                  <a:pt x="3215400" y="1040026"/>
                </a:lnTo>
                <a:cubicBezTo>
                  <a:pt x="3215400" y="1092157"/>
                  <a:pt x="3173140" y="1134417"/>
                  <a:pt x="3121009" y="1134417"/>
                </a:cubicBezTo>
                <a:cubicBezTo>
                  <a:pt x="3089546" y="1134417"/>
                  <a:pt x="3058082" y="1134416"/>
                  <a:pt x="3026619" y="1134416"/>
                </a:cubicBezTo>
                <a:close/>
                <a:moveTo>
                  <a:pt x="928911" y="234376"/>
                </a:moveTo>
                <a:lnTo>
                  <a:pt x="1432967" y="234376"/>
                </a:lnTo>
                <a:lnTo>
                  <a:pt x="1432967" y="1314376"/>
                </a:lnTo>
                <a:lnTo>
                  <a:pt x="928911" y="1314376"/>
                </a:lnTo>
                <a:close/>
                <a:moveTo>
                  <a:pt x="273174" y="234376"/>
                </a:moveTo>
                <a:lnTo>
                  <a:pt x="777230" y="234376"/>
                </a:lnTo>
                <a:lnTo>
                  <a:pt x="777230" y="1314376"/>
                </a:lnTo>
                <a:lnTo>
                  <a:pt x="273174" y="1314376"/>
                </a:lnTo>
                <a:close/>
                <a:moveTo>
                  <a:pt x="258244" y="126376"/>
                </a:moveTo>
                <a:cubicBezTo>
                  <a:pt x="182968" y="126376"/>
                  <a:pt x="121944" y="187400"/>
                  <a:pt x="121944" y="262676"/>
                </a:cubicBezTo>
                <a:lnTo>
                  <a:pt x="121944" y="1286076"/>
                </a:lnTo>
                <a:cubicBezTo>
                  <a:pt x="121944" y="1361352"/>
                  <a:pt x="182968" y="1422376"/>
                  <a:pt x="258244" y="1422376"/>
                </a:cubicBezTo>
                <a:lnTo>
                  <a:pt x="2768375" y="1422376"/>
                </a:lnTo>
                <a:cubicBezTo>
                  <a:pt x="2843651" y="1422376"/>
                  <a:pt x="2904675" y="1361352"/>
                  <a:pt x="2904675" y="1286076"/>
                </a:cubicBezTo>
                <a:lnTo>
                  <a:pt x="2904675" y="262676"/>
                </a:lnTo>
                <a:cubicBezTo>
                  <a:pt x="2904675" y="187400"/>
                  <a:pt x="2843651" y="126376"/>
                  <a:pt x="2768375" y="126376"/>
                </a:cubicBezTo>
                <a:close/>
                <a:moveTo>
                  <a:pt x="162882" y="0"/>
                </a:moveTo>
                <a:lnTo>
                  <a:pt x="2863736" y="0"/>
                </a:lnTo>
                <a:cubicBezTo>
                  <a:pt x="2953693" y="0"/>
                  <a:pt x="3026618" y="72925"/>
                  <a:pt x="3026618" y="162882"/>
                </a:cubicBezTo>
                <a:lnTo>
                  <a:pt x="3026618" y="1385870"/>
                </a:lnTo>
                <a:cubicBezTo>
                  <a:pt x="3026618" y="1475827"/>
                  <a:pt x="2953693" y="1548752"/>
                  <a:pt x="2863736" y="1548752"/>
                </a:cubicBezTo>
                <a:lnTo>
                  <a:pt x="162882" y="1548752"/>
                </a:lnTo>
                <a:cubicBezTo>
                  <a:pt x="72925" y="1548752"/>
                  <a:pt x="0" y="1475827"/>
                  <a:pt x="0" y="1385870"/>
                </a:cubicBezTo>
                <a:lnTo>
                  <a:pt x="0" y="162882"/>
                </a:lnTo>
                <a:cubicBezTo>
                  <a:pt x="0" y="72925"/>
                  <a:pt x="72925" y="0"/>
                  <a:pt x="16288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68" name="CustomShape 25"/>
          <p:cNvSpPr/>
          <p:nvPr/>
        </p:nvSpPr>
        <p:spPr>
          <a:xfrm>
            <a:off x="7600680" y="4269240"/>
            <a:ext cx="604800" cy="314280"/>
          </a:xfrm>
          <a:custGeom>
            <a:avLst/>
            <a:gdLst/>
            <a:ahLst/>
            <a:rect l="l" t="t" r="r" b="b"/>
            <a:pathLst>
              <a:path w="3215400" h="1548752">
                <a:moveTo>
                  <a:pt x="3026619" y="414336"/>
                </a:moveTo>
                <a:lnTo>
                  <a:pt x="3121009" y="414336"/>
                </a:lnTo>
                <a:cubicBezTo>
                  <a:pt x="3173140" y="414336"/>
                  <a:pt x="3215400" y="456596"/>
                  <a:pt x="3215400" y="508727"/>
                </a:cubicBezTo>
                <a:lnTo>
                  <a:pt x="3215400" y="1040026"/>
                </a:lnTo>
                <a:cubicBezTo>
                  <a:pt x="3215400" y="1092157"/>
                  <a:pt x="3173140" y="1134417"/>
                  <a:pt x="3121009" y="1134417"/>
                </a:cubicBezTo>
                <a:cubicBezTo>
                  <a:pt x="3089546" y="1134417"/>
                  <a:pt x="3058082" y="1134416"/>
                  <a:pt x="3026619" y="1134416"/>
                </a:cubicBezTo>
                <a:close/>
                <a:moveTo>
                  <a:pt x="1584648" y="234376"/>
                </a:moveTo>
                <a:lnTo>
                  <a:pt x="2088704" y="234376"/>
                </a:lnTo>
                <a:lnTo>
                  <a:pt x="2088704" y="1314376"/>
                </a:lnTo>
                <a:lnTo>
                  <a:pt x="1584648" y="1314376"/>
                </a:lnTo>
                <a:close/>
                <a:moveTo>
                  <a:pt x="928911" y="234376"/>
                </a:moveTo>
                <a:lnTo>
                  <a:pt x="1432967" y="234376"/>
                </a:lnTo>
                <a:lnTo>
                  <a:pt x="1432967" y="1314376"/>
                </a:lnTo>
                <a:lnTo>
                  <a:pt x="928911" y="1314376"/>
                </a:lnTo>
                <a:close/>
                <a:moveTo>
                  <a:pt x="273174" y="234376"/>
                </a:moveTo>
                <a:lnTo>
                  <a:pt x="777230" y="234376"/>
                </a:lnTo>
                <a:lnTo>
                  <a:pt x="777230" y="1314376"/>
                </a:lnTo>
                <a:lnTo>
                  <a:pt x="273174" y="1314376"/>
                </a:lnTo>
                <a:close/>
                <a:moveTo>
                  <a:pt x="258244" y="126376"/>
                </a:moveTo>
                <a:cubicBezTo>
                  <a:pt x="182968" y="126376"/>
                  <a:pt x="121944" y="187400"/>
                  <a:pt x="121944" y="262676"/>
                </a:cubicBezTo>
                <a:lnTo>
                  <a:pt x="121944" y="1286076"/>
                </a:lnTo>
                <a:cubicBezTo>
                  <a:pt x="121944" y="1361352"/>
                  <a:pt x="182968" y="1422376"/>
                  <a:pt x="258244" y="1422376"/>
                </a:cubicBezTo>
                <a:lnTo>
                  <a:pt x="2768375" y="1422376"/>
                </a:lnTo>
                <a:cubicBezTo>
                  <a:pt x="2843651" y="1422376"/>
                  <a:pt x="2904675" y="1361352"/>
                  <a:pt x="2904675" y="1286076"/>
                </a:cubicBezTo>
                <a:lnTo>
                  <a:pt x="2904675" y="262676"/>
                </a:lnTo>
                <a:cubicBezTo>
                  <a:pt x="2904675" y="187400"/>
                  <a:pt x="2843651" y="126376"/>
                  <a:pt x="2768375" y="126376"/>
                </a:cubicBezTo>
                <a:close/>
                <a:moveTo>
                  <a:pt x="162882" y="0"/>
                </a:moveTo>
                <a:lnTo>
                  <a:pt x="2863736" y="0"/>
                </a:lnTo>
                <a:cubicBezTo>
                  <a:pt x="2953693" y="0"/>
                  <a:pt x="3026618" y="72925"/>
                  <a:pt x="3026618" y="162882"/>
                </a:cubicBezTo>
                <a:lnTo>
                  <a:pt x="3026618" y="1385870"/>
                </a:lnTo>
                <a:cubicBezTo>
                  <a:pt x="3026618" y="1475827"/>
                  <a:pt x="2953693" y="1548752"/>
                  <a:pt x="2863736" y="1548752"/>
                </a:cubicBezTo>
                <a:lnTo>
                  <a:pt x="162882" y="1548752"/>
                </a:lnTo>
                <a:cubicBezTo>
                  <a:pt x="72925" y="1548752"/>
                  <a:pt x="0" y="1475827"/>
                  <a:pt x="0" y="1385870"/>
                </a:cubicBezTo>
                <a:lnTo>
                  <a:pt x="0" y="162882"/>
                </a:lnTo>
                <a:cubicBezTo>
                  <a:pt x="0" y="72925"/>
                  <a:pt x="72925" y="0"/>
                  <a:pt x="16288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69" name="CustomShape 26"/>
          <p:cNvSpPr/>
          <p:nvPr/>
        </p:nvSpPr>
        <p:spPr>
          <a:xfrm>
            <a:off x="8492400" y="4269240"/>
            <a:ext cx="604800" cy="314280"/>
          </a:xfrm>
          <a:custGeom>
            <a:avLst/>
            <a:gdLst/>
            <a:ahLst/>
            <a:rect l="l" t="t" r="r" b="b"/>
            <a:pathLst>
              <a:path w="3215400" h="1548752">
                <a:moveTo>
                  <a:pt x="3026619" y="414336"/>
                </a:moveTo>
                <a:lnTo>
                  <a:pt x="3121009" y="414336"/>
                </a:lnTo>
                <a:cubicBezTo>
                  <a:pt x="3173140" y="414336"/>
                  <a:pt x="3215400" y="456596"/>
                  <a:pt x="3215400" y="508727"/>
                </a:cubicBezTo>
                <a:lnTo>
                  <a:pt x="3215400" y="1040026"/>
                </a:lnTo>
                <a:cubicBezTo>
                  <a:pt x="3215400" y="1092157"/>
                  <a:pt x="3173140" y="1134417"/>
                  <a:pt x="3121009" y="1134417"/>
                </a:cubicBezTo>
                <a:cubicBezTo>
                  <a:pt x="3089546" y="1134417"/>
                  <a:pt x="3058082" y="1134416"/>
                  <a:pt x="3026619" y="1134416"/>
                </a:cubicBezTo>
                <a:close/>
                <a:moveTo>
                  <a:pt x="2240385" y="234376"/>
                </a:moveTo>
                <a:lnTo>
                  <a:pt x="2744441" y="234376"/>
                </a:lnTo>
                <a:lnTo>
                  <a:pt x="2744441" y="1314376"/>
                </a:lnTo>
                <a:lnTo>
                  <a:pt x="2240385" y="1314376"/>
                </a:lnTo>
                <a:close/>
                <a:moveTo>
                  <a:pt x="1584648" y="234376"/>
                </a:moveTo>
                <a:lnTo>
                  <a:pt x="2088704" y="234376"/>
                </a:lnTo>
                <a:lnTo>
                  <a:pt x="2088704" y="1314376"/>
                </a:lnTo>
                <a:lnTo>
                  <a:pt x="1584648" y="1314376"/>
                </a:lnTo>
                <a:close/>
                <a:moveTo>
                  <a:pt x="928911" y="234376"/>
                </a:moveTo>
                <a:lnTo>
                  <a:pt x="1432967" y="234376"/>
                </a:lnTo>
                <a:lnTo>
                  <a:pt x="1432967" y="1314376"/>
                </a:lnTo>
                <a:lnTo>
                  <a:pt x="928911" y="1314376"/>
                </a:lnTo>
                <a:close/>
                <a:moveTo>
                  <a:pt x="273174" y="234376"/>
                </a:moveTo>
                <a:lnTo>
                  <a:pt x="777230" y="234376"/>
                </a:lnTo>
                <a:lnTo>
                  <a:pt x="777230" y="1314376"/>
                </a:lnTo>
                <a:lnTo>
                  <a:pt x="273174" y="1314376"/>
                </a:lnTo>
                <a:close/>
                <a:moveTo>
                  <a:pt x="258244" y="126376"/>
                </a:moveTo>
                <a:cubicBezTo>
                  <a:pt x="182968" y="126376"/>
                  <a:pt x="121944" y="187400"/>
                  <a:pt x="121944" y="262676"/>
                </a:cubicBezTo>
                <a:lnTo>
                  <a:pt x="121944" y="1286076"/>
                </a:lnTo>
                <a:cubicBezTo>
                  <a:pt x="121944" y="1361352"/>
                  <a:pt x="182968" y="1422376"/>
                  <a:pt x="258244" y="1422376"/>
                </a:cubicBezTo>
                <a:lnTo>
                  <a:pt x="2768375" y="1422376"/>
                </a:lnTo>
                <a:cubicBezTo>
                  <a:pt x="2843651" y="1422376"/>
                  <a:pt x="2904675" y="1361352"/>
                  <a:pt x="2904675" y="1286076"/>
                </a:cubicBezTo>
                <a:lnTo>
                  <a:pt x="2904675" y="262676"/>
                </a:lnTo>
                <a:cubicBezTo>
                  <a:pt x="2904675" y="187400"/>
                  <a:pt x="2843651" y="126376"/>
                  <a:pt x="2768375" y="126376"/>
                </a:cubicBezTo>
                <a:close/>
                <a:moveTo>
                  <a:pt x="162882" y="0"/>
                </a:moveTo>
                <a:lnTo>
                  <a:pt x="2863736" y="0"/>
                </a:lnTo>
                <a:cubicBezTo>
                  <a:pt x="2953693" y="0"/>
                  <a:pt x="3026618" y="72925"/>
                  <a:pt x="3026618" y="162882"/>
                </a:cubicBezTo>
                <a:lnTo>
                  <a:pt x="3026618" y="1385870"/>
                </a:lnTo>
                <a:cubicBezTo>
                  <a:pt x="3026618" y="1475827"/>
                  <a:pt x="2953693" y="1548752"/>
                  <a:pt x="2863736" y="1548752"/>
                </a:cubicBezTo>
                <a:lnTo>
                  <a:pt x="162882" y="1548752"/>
                </a:lnTo>
                <a:cubicBezTo>
                  <a:pt x="72925" y="1548752"/>
                  <a:pt x="0" y="1475827"/>
                  <a:pt x="0" y="1385870"/>
                </a:cubicBezTo>
                <a:lnTo>
                  <a:pt x="0" y="162882"/>
                </a:lnTo>
                <a:cubicBezTo>
                  <a:pt x="0" y="72925"/>
                  <a:pt x="72925" y="0"/>
                  <a:pt x="16288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70" name="CustomShape 27"/>
          <p:cNvSpPr/>
          <p:nvPr/>
        </p:nvSpPr>
        <p:spPr>
          <a:xfrm rot="8100000">
            <a:off x="11617200" y="4226040"/>
            <a:ext cx="427680" cy="424800"/>
          </a:xfrm>
          <a:custGeom>
            <a:avLst/>
            <a:gdLst/>
            <a:ahLst/>
            <a:rect l="l" t="t" r="r" b="b"/>
            <a:pathLst>
              <a:path w="2483832" h="2483835">
                <a:moveTo>
                  <a:pt x="657616" y="1826218"/>
                </a:moveTo>
                <a:cubicBezTo>
                  <a:pt x="806520" y="1975122"/>
                  <a:pt x="1047940" y="1975122"/>
                  <a:pt x="1196844" y="1826218"/>
                </a:cubicBezTo>
                <a:cubicBezTo>
                  <a:pt x="1345748" y="1677314"/>
                  <a:pt x="1345748" y="1435894"/>
                  <a:pt x="1196844" y="1286990"/>
                </a:cubicBezTo>
                <a:cubicBezTo>
                  <a:pt x="1047940" y="1138086"/>
                  <a:pt x="806520" y="1138086"/>
                  <a:pt x="657616" y="1286990"/>
                </a:cubicBezTo>
                <a:cubicBezTo>
                  <a:pt x="508712" y="1435894"/>
                  <a:pt x="508712" y="1677314"/>
                  <a:pt x="657616" y="1826218"/>
                </a:cubicBezTo>
                <a:close/>
                <a:moveTo>
                  <a:pt x="293335" y="2190500"/>
                </a:moveTo>
                <a:cubicBezTo>
                  <a:pt x="112098" y="2009262"/>
                  <a:pt x="0" y="1758885"/>
                  <a:pt x="0" y="1482325"/>
                </a:cubicBezTo>
                <a:cubicBezTo>
                  <a:pt x="0" y="929206"/>
                  <a:pt x="459290" y="590078"/>
                  <a:pt x="1001509" y="480815"/>
                </a:cubicBezTo>
                <a:cubicBezTo>
                  <a:pt x="1569704" y="366317"/>
                  <a:pt x="1861757" y="259925"/>
                  <a:pt x="2483832" y="0"/>
                </a:cubicBezTo>
                <a:cubicBezTo>
                  <a:pt x="2230640" y="682694"/>
                  <a:pt x="2130986" y="873716"/>
                  <a:pt x="2003018" y="1482325"/>
                </a:cubicBezTo>
                <a:cubicBezTo>
                  <a:pt x="1901990" y="2042180"/>
                  <a:pt x="1554627" y="2483835"/>
                  <a:pt x="1001509" y="2483835"/>
                </a:cubicBezTo>
                <a:cubicBezTo>
                  <a:pt x="724950" y="2483835"/>
                  <a:pt x="474573" y="2371737"/>
                  <a:pt x="293335" y="219050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71" name="CustomShape 28"/>
          <p:cNvSpPr/>
          <p:nvPr/>
        </p:nvSpPr>
        <p:spPr>
          <a:xfrm>
            <a:off x="6442920" y="2989440"/>
            <a:ext cx="605880" cy="659880"/>
          </a:xfrm>
          <a:custGeom>
            <a:avLst/>
            <a:gdLst/>
            <a:ahLst/>
            <a:rect l="l" t="t" r="r" b="b"/>
            <a:pathLst>
              <a:path w="3208412" h="3234532">
                <a:moveTo>
                  <a:pt x="1561445" y="1065858"/>
                </a:moveTo>
                <a:cubicBezTo>
                  <a:pt x="1654998" y="1065858"/>
                  <a:pt x="1743610" y="1087015"/>
                  <a:pt x="1821879" y="1126644"/>
                </a:cubicBezTo>
                <a:lnTo>
                  <a:pt x="1611352" y="1337172"/>
                </a:lnTo>
                <a:cubicBezTo>
                  <a:pt x="1595200" y="1333388"/>
                  <a:pt x="1578468" y="1332141"/>
                  <a:pt x="1561445" y="1332141"/>
                </a:cubicBezTo>
                <a:cubicBezTo>
                  <a:pt x="1373145" y="1332141"/>
                  <a:pt x="1220499" y="1484787"/>
                  <a:pt x="1220499" y="1673087"/>
                </a:cubicBezTo>
                <a:cubicBezTo>
                  <a:pt x="1220499" y="1861387"/>
                  <a:pt x="1373145" y="2014033"/>
                  <a:pt x="1561445" y="2014033"/>
                </a:cubicBezTo>
                <a:cubicBezTo>
                  <a:pt x="1749745" y="2014033"/>
                  <a:pt x="1902391" y="1861387"/>
                  <a:pt x="1902391" y="1673087"/>
                </a:cubicBezTo>
                <a:cubicBezTo>
                  <a:pt x="1902391" y="1643675"/>
                  <a:pt x="1898667" y="1615133"/>
                  <a:pt x="1890450" y="1588219"/>
                </a:cubicBezTo>
                <a:lnTo>
                  <a:pt x="2093156" y="1385512"/>
                </a:lnTo>
                <a:cubicBezTo>
                  <a:pt x="2142229" y="1470075"/>
                  <a:pt x="2168674" y="1568493"/>
                  <a:pt x="2168674" y="1673087"/>
                </a:cubicBezTo>
                <a:cubicBezTo>
                  <a:pt x="2168674" y="2008450"/>
                  <a:pt x="1896808" y="2280316"/>
                  <a:pt x="1561445" y="2280316"/>
                </a:cubicBezTo>
                <a:cubicBezTo>
                  <a:pt x="1226082" y="2280316"/>
                  <a:pt x="954217" y="2008450"/>
                  <a:pt x="954217" y="1673087"/>
                </a:cubicBezTo>
                <a:cubicBezTo>
                  <a:pt x="954217" y="1337724"/>
                  <a:pt x="1226082" y="1065858"/>
                  <a:pt x="1561445" y="1065858"/>
                </a:cubicBezTo>
                <a:close/>
                <a:moveTo>
                  <a:pt x="1561445" y="580076"/>
                </a:moveTo>
                <a:cubicBezTo>
                  <a:pt x="1790175" y="580076"/>
                  <a:pt x="2002494" y="650333"/>
                  <a:pt x="2177834" y="770690"/>
                </a:cubicBezTo>
                <a:lnTo>
                  <a:pt x="1968030" y="980494"/>
                </a:lnTo>
                <a:cubicBezTo>
                  <a:pt x="1849962" y="907198"/>
                  <a:pt x="1710422" y="866794"/>
                  <a:pt x="1561445" y="866794"/>
                </a:cubicBezTo>
                <a:cubicBezTo>
                  <a:pt x="1116142" y="866794"/>
                  <a:pt x="755153" y="1227784"/>
                  <a:pt x="755153" y="1673087"/>
                </a:cubicBezTo>
                <a:cubicBezTo>
                  <a:pt x="755153" y="2118390"/>
                  <a:pt x="1116142" y="2479380"/>
                  <a:pt x="1561445" y="2479380"/>
                </a:cubicBezTo>
                <a:cubicBezTo>
                  <a:pt x="2006748" y="2479380"/>
                  <a:pt x="2367738" y="2118390"/>
                  <a:pt x="2367738" y="1673087"/>
                </a:cubicBezTo>
                <a:cubicBezTo>
                  <a:pt x="2367738" y="1513043"/>
                  <a:pt x="2321108" y="1363890"/>
                  <a:pt x="2239307" y="1239362"/>
                </a:cubicBezTo>
                <a:lnTo>
                  <a:pt x="2445928" y="1032741"/>
                </a:lnTo>
                <a:cubicBezTo>
                  <a:pt x="2577451" y="1212149"/>
                  <a:pt x="2654457" y="1433625"/>
                  <a:pt x="2654457" y="1673087"/>
                </a:cubicBezTo>
                <a:cubicBezTo>
                  <a:pt x="2654457" y="2276741"/>
                  <a:pt x="2165099" y="2766099"/>
                  <a:pt x="1561445" y="2766099"/>
                </a:cubicBezTo>
                <a:cubicBezTo>
                  <a:pt x="957792" y="2766099"/>
                  <a:pt x="468434" y="2276741"/>
                  <a:pt x="468434" y="1673087"/>
                </a:cubicBezTo>
                <a:cubicBezTo>
                  <a:pt x="468434" y="1069433"/>
                  <a:pt x="957792" y="580076"/>
                  <a:pt x="1561445" y="580076"/>
                </a:cubicBezTo>
                <a:close/>
                <a:moveTo>
                  <a:pt x="1561445" y="111642"/>
                </a:moveTo>
                <a:cubicBezTo>
                  <a:pt x="1890473" y="111642"/>
                  <a:pt x="2195731" y="213411"/>
                  <a:pt x="2447076" y="387744"/>
                </a:cubicBezTo>
                <a:lnTo>
                  <a:pt x="2453780" y="494744"/>
                </a:lnTo>
                <a:lnTo>
                  <a:pt x="2309436" y="639088"/>
                </a:lnTo>
                <a:cubicBezTo>
                  <a:pt x="2099826" y="485554"/>
                  <a:pt x="1841132" y="395669"/>
                  <a:pt x="1561445" y="395669"/>
                </a:cubicBezTo>
                <a:cubicBezTo>
                  <a:pt x="855947" y="395669"/>
                  <a:pt x="284027" y="967589"/>
                  <a:pt x="284027" y="1673087"/>
                </a:cubicBezTo>
                <a:cubicBezTo>
                  <a:pt x="284027" y="2378585"/>
                  <a:pt x="855947" y="2950505"/>
                  <a:pt x="1561445" y="2950505"/>
                </a:cubicBezTo>
                <a:cubicBezTo>
                  <a:pt x="2266943" y="2950505"/>
                  <a:pt x="2838863" y="2378585"/>
                  <a:pt x="2838863" y="1673087"/>
                </a:cubicBezTo>
                <a:cubicBezTo>
                  <a:pt x="2838863" y="1382650"/>
                  <a:pt x="2741936" y="1114852"/>
                  <a:pt x="2577529" y="901139"/>
                </a:cubicBezTo>
                <a:lnTo>
                  <a:pt x="2706681" y="771988"/>
                </a:lnTo>
                <a:lnTo>
                  <a:pt x="2841540" y="780437"/>
                </a:lnTo>
                <a:cubicBezTo>
                  <a:pt x="3019168" y="1032973"/>
                  <a:pt x="3122890" y="1340917"/>
                  <a:pt x="3122890" y="1673087"/>
                </a:cubicBezTo>
                <a:cubicBezTo>
                  <a:pt x="3122890" y="2535449"/>
                  <a:pt x="2423807" y="3234532"/>
                  <a:pt x="1561445" y="3234532"/>
                </a:cubicBezTo>
                <a:cubicBezTo>
                  <a:pt x="699083" y="3234532"/>
                  <a:pt x="0" y="2535449"/>
                  <a:pt x="0" y="1673087"/>
                </a:cubicBezTo>
                <a:cubicBezTo>
                  <a:pt x="0" y="810725"/>
                  <a:pt x="699083" y="111642"/>
                  <a:pt x="1561445" y="111642"/>
                </a:cubicBezTo>
                <a:close/>
                <a:moveTo>
                  <a:pt x="2909110" y="0"/>
                </a:moveTo>
                <a:lnTo>
                  <a:pt x="2926757" y="281655"/>
                </a:lnTo>
                <a:lnTo>
                  <a:pt x="3208412" y="299301"/>
                </a:lnTo>
                <a:lnTo>
                  <a:pt x="2863230" y="644483"/>
                </a:lnTo>
                <a:lnTo>
                  <a:pt x="2685547" y="633351"/>
                </a:lnTo>
                <a:lnTo>
                  <a:pt x="1718098" y="1600799"/>
                </a:lnTo>
                <a:cubicBezTo>
                  <a:pt x="1729236" y="1622491"/>
                  <a:pt x="1734939" y="1647123"/>
                  <a:pt x="1734939" y="1673087"/>
                </a:cubicBezTo>
                <a:cubicBezTo>
                  <a:pt x="1734939" y="1768905"/>
                  <a:pt x="1657263" y="1846581"/>
                  <a:pt x="1561445" y="1846581"/>
                </a:cubicBezTo>
                <a:cubicBezTo>
                  <a:pt x="1465627" y="1846581"/>
                  <a:pt x="1387951" y="1768905"/>
                  <a:pt x="1387951" y="1673087"/>
                </a:cubicBezTo>
                <a:cubicBezTo>
                  <a:pt x="1387951" y="1577269"/>
                  <a:pt x="1465627" y="1499593"/>
                  <a:pt x="1561445" y="1499593"/>
                </a:cubicBezTo>
                <a:lnTo>
                  <a:pt x="1591006" y="1505561"/>
                </a:lnTo>
                <a:lnTo>
                  <a:pt x="2574981" y="521587"/>
                </a:lnTo>
                <a:lnTo>
                  <a:pt x="2563928" y="34518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72" name="CustomShape 29"/>
          <p:cNvSpPr/>
          <p:nvPr/>
        </p:nvSpPr>
        <p:spPr>
          <a:xfrm>
            <a:off x="7385040" y="2989080"/>
            <a:ext cx="476280" cy="660960"/>
          </a:xfrm>
          <a:custGeom>
            <a:avLst/>
            <a:gdLst/>
            <a:ahLst/>
            <a:rect l="l" t="t" r="r" b="b"/>
            <a:pathLst>
              <a:path w="2519554" h="3240000">
                <a:moveTo>
                  <a:pt x="1259778" y="0"/>
                </a:moveTo>
                <a:cubicBezTo>
                  <a:pt x="1299543" y="0"/>
                  <a:pt x="1331778" y="32235"/>
                  <a:pt x="1331778" y="72000"/>
                </a:cubicBezTo>
                <a:lnTo>
                  <a:pt x="1331778" y="292696"/>
                </a:lnTo>
                <a:cubicBezTo>
                  <a:pt x="1526887" y="301316"/>
                  <a:pt x="1719796" y="357828"/>
                  <a:pt x="1894309" y="459601"/>
                </a:cubicBezTo>
                <a:cubicBezTo>
                  <a:pt x="2284331" y="687055"/>
                  <a:pt x="2522839" y="1105809"/>
                  <a:pt x="2519520" y="1557297"/>
                </a:cubicBezTo>
                <a:lnTo>
                  <a:pt x="2509882" y="1557270"/>
                </a:lnTo>
                <a:cubicBezTo>
                  <a:pt x="2413806" y="1435449"/>
                  <a:pt x="2264527" y="1358626"/>
                  <a:pt x="2097304" y="1358626"/>
                </a:cubicBezTo>
                <a:cubicBezTo>
                  <a:pt x="1931567" y="1358626"/>
                  <a:pt x="1783455" y="1434091"/>
                  <a:pt x="1688484" y="1554913"/>
                </a:cubicBezTo>
                <a:lnTo>
                  <a:pt x="1657888" y="1554825"/>
                </a:lnTo>
                <a:cubicBezTo>
                  <a:pt x="1579123" y="1454657"/>
                  <a:pt x="1463823" y="1385682"/>
                  <a:pt x="1331778" y="1368008"/>
                </a:cubicBezTo>
                <a:lnTo>
                  <a:pt x="1331778" y="2507895"/>
                </a:lnTo>
                <a:lnTo>
                  <a:pt x="1356113" y="2507895"/>
                </a:lnTo>
                <a:lnTo>
                  <a:pt x="1356113" y="2868215"/>
                </a:lnTo>
                <a:lnTo>
                  <a:pt x="1353558" y="2868215"/>
                </a:lnTo>
                <a:cubicBezTo>
                  <a:pt x="1347515" y="3074779"/>
                  <a:pt x="1177830" y="3240000"/>
                  <a:pt x="969556" y="3240000"/>
                </a:cubicBezTo>
                <a:cubicBezTo>
                  <a:pt x="759529" y="3240000"/>
                  <a:pt x="588743" y="3071985"/>
                  <a:pt x="585029" y="2863014"/>
                </a:cubicBezTo>
                <a:cubicBezTo>
                  <a:pt x="584214" y="2861474"/>
                  <a:pt x="584183" y="2859896"/>
                  <a:pt x="584183" y="2858310"/>
                </a:cubicBezTo>
                <a:lnTo>
                  <a:pt x="584422" y="2856985"/>
                </a:lnTo>
                <a:cubicBezTo>
                  <a:pt x="584186" y="2856201"/>
                  <a:pt x="584184" y="2855415"/>
                  <a:pt x="584184" y="2854628"/>
                </a:cubicBezTo>
                <a:lnTo>
                  <a:pt x="584846" y="2854628"/>
                </a:lnTo>
                <a:cubicBezTo>
                  <a:pt x="585977" y="2797047"/>
                  <a:pt x="628115" y="2750982"/>
                  <a:pt x="679843" y="2750982"/>
                </a:cubicBezTo>
                <a:cubicBezTo>
                  <a:pt x="731571" y="2750982"/>
                  <a:pt x="773709" y="2797047"/>
                  <a:pt x="774841" y="2854628"/>
                </a:cubicBezTo>
                <a:lnTo>
                  <a:pt x="776870" y="2854628"/>
                </a:lnTo>
                <a:cubicBezTo>
                  <a:pt x="776870" y="2961046"/>
                  <a:pt x="863138" y="3047314"/>
                  <a:pt x="969556" y="3047314"/>
                </a:cubicBezTo>
                <a:cubicBezTo>
                  <a:pt x="1075974" y="3047314"/>
                  <a:pt x="1162242" y="2961046"/>
                  <a:pt x="1162242" y="2854628"/>
                </a:cubicBezTo>
                <a:lnTo>
                  <a:pt x="1163439" y="2854628"/>
                </a:lnTo>
                <a:lnTo>
                  <a:pt x="1163439" y="2507895"/>
                </a:lnTo>
                <a:lnTo>
                  <a:pt x="1187778" y="2507895"/>
                </a:lnTo>
                <a:lnTo>
                  <a:pt x="1187778" y="1365548"/>
                </a:lnTo>
                <a:cubicBezTo>
                  <a:pt x="1048083" y="1378241"/>
                  <a:pt x="925400" y="1448176"/>
                  <a:pt x="842602" y="1552487"/>
                </a:cubicBezTo>
                <a:lnTo>
                  <a:pt x="807450" y="1552386"/>
                </a:lnTo>
                <a:cubicBezTo>
                  <a:pt x="712615" y="1432960"/>
                  <a:pt x="565486" y="1358626"/>
                  <a:pt x="400996" y="1358626"/>
                </a:cubicBezTo>
                <a:cubicBezTo>
                  <a:pt x="240343" y="1358626"/>
                  <a:pt x="96251" y="1429532"/>
                  <a:pt x="0" y="1543232"/>
                </a:cubicBezTo>
                <a:cubicBezTo>
                  <a:pt x="1264" y="1094357"/>
                  <a:pt x="241710" y="680052"/>
                  <a:pt x="631054" y="455977"/>
                </a:cubicBezTo>
                <a:cubicBezTo>
                  <a:pt x="804121" y="356374"/>
                  <a:pt x="994908" y="301092"/>
                  <a:pt x="1187778" y="292721"/>
                </a:cubicBezTo>
                <a:lnTo>
                  <a:pt x="1187778" y="72000"/>
                </a:lnTo>
                <a:cubicBezTo>
                  <a:pt x="1187778" y="32235"/>
                  <a:pt x="1220013" y="0"/>
                  <a:pt x="1259778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73" name="CustomShape 30"/>
          <p:cNvSpPr/>
          <p:nvPr/>
        </p:nvSpPr>
        <p:spPr>
          <a:xfrm>
            <a:off x="8078040" y="1890000"/>
            <a:ext cx="533520" cy="577080"/>
          </a:xfrm>
          <a:prstGeom prst="hear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74" name="CustomShape 31"/>
          <p:cNvSpPr/>
          <p:nvPr/>
        </p:nvSpPr>
        <p:spPr>
          <a:xfrm>
            <a:off x="10893960" y="6321960"/>
            <a:ext cx="404280" cy="539280"/>
          </a:xfrm>
          <a:custGeom>
            <a:avLst/>
            <a:gdLst/>
            <a:ahLst/>
            <a:rect l="l" t="t" r="r" b="b"/>
            <a:pathLst>
              <a:path w="2600931" h="3213524">
                <a:moveTo>
                  <a:pt x="1304260" y="0"/>
                </a:moveTo>
                <a:cubicBezTo>
                  <a:pt x="1403671" y="0"/>
                  <a:pt x="1484260" y="80589"/>
                  <a:pt x="1484260" y="180000"/>
                </a:cubicBezTo>
                <a:lnTo>
                  <a:pt x="1484260" y="412061"/>
                </a:lnTo>
                <a:lnTo>
                  <a:pt x="2330931" y="412061"/>
                </a:lnTo>
                <a:lnTo>
                  <a:pt x="2600931" y="682061"/>
                </a:lnTo>
                <a:lnTo>
                  <a:pt x="2330931" y="952061"/>
                </a:lnTo>
                <a:lnTo>
                  <a:pt x="1484260" y="952061"/>
                </a:lnTo>
                <a:lnTo>
                  <a:pt x="1484260" y="1110244"/>
                </a:lnTo>
                <a:lnTo>
                  <a:pt x="2375646" y="1110244"/>
                </a:lnTo>
                <a:lnTo>
                  <a:pt x="2375646" y="1650244"/>
                </a:lnTo>
                <a:lnTo>
                  <a:pt x="1484260" y="1650244"/>
                </a:lnTo>
                <a:lnTo>
                  <a:pt x="1484260" y="3213524"/>
                </a:lnTo>
                <a:lnTo>
                  <a:pt x="1124260" y="3213524"/>
                </a:lnTo>
                <a:lnTo>
                  <a:pt x="1124260" y="1650244"/>
                </a:lnTo>
                <a:lnTo>
                  <a:pt x="270000" y="1650244"/>
                </a:lnTo>
                <a:lnTo>
                  <a:pt x="0" y="1380244"/>
                </a:lnTo>
                <a:lnTo>
                  <a:pt x="270000" y="1110244"/>
                </a:lnTo>
                <a:lnTo>
                  <a:pt x="1124260" y="1110244"/>
                </a:lnTo>
                <a:lnTo>
                  <a:pt x="1124260" y="952061"/>
                </a:lnTo>
                <a:lnTo>
                  <a:pt x="224931" y="952061"/>
                </a:lnTo>
                <a:lnTo>
                  <a:pt x="224931" y="412061"/>
                </a:lnTo>
                <a:lnTo>
                  <a:pt x="1124260" y="412061"/>
                </a:lnTo>
                <a:lnTo>
                  <a:pt x="1124260" y="180000"/>
                </a:lnTo>
                <a:cubicBezTo>
                  <a:pt x="1124260" y="80589"/>
                  <a:pt x="1204849" y="0"/>
                  <a:pt x="130426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75" name="CustomShape 32"/>
          <p:cNvSpPr/>
          <p:nvPr/>
        </p:nvSpPr>
        <p:spPr>
          <a:xfrm>
            <a:off x="4937040" y="6379920"/>
            <a:ext cx="666360" cy="422640"/>
          </a:xfrm>
          <a:custGeom>
            <a:avLst/>
            <a:gdLst/>
            <a:ahLst/>
            <a:rect l="l" t="t" r="r" b="b"/>
            <a:pathLst>
              <a:path w="4529836" h="2664566">
                <a:moveTo>
                  <a:pt x="1861969" y="0"/>
                </a:moveTo>
                <a:cubicBezTo>
                  <a:pt x="2177122" y="0"/>
                  <a:pt x="2455874" y="155855"/>
                  <a:pt x="2611443" y="404565"/>
                </a:cubicBezTo>
                <a:cubicBezTo>
                  <a:pt x="2709453" y="315054"/>
                  <a:pt x="2840684" y="266178"/>
                  <a:pt x="2983336" y="266178"/>
                </a:cubicBezTo>
                <a:cubicBezTo>
                  <a:pt x="3293144" y="266178"/>
                  <a:pt x="3549108" y="496718"/>
                  <a:pt x="3578241" y="797044"/>
                </a:cubicBezTo>
                <a:cubicBezTo>
                  <a:pt x="3583592" y="793823"/>
                  <a:pt x="3589010" y="793774"/>
                  <a:pt x="3594440" y="793774"/>
                </a:cubicBezTo>
                <a:cubicBezTo>
                  <a:pt x="4111042" y="793774"/>
                  <a:pt x="4529836" y="1212568"/>
                  <a:pt x="4529836" y="1729170"/>
                </a:cubicBezTo>
                <a:cubicBezTo>
                  <a:pt x="4529836" y="2216938"/>
                  <a:pt x="4156487" y="2617512"/>
                  <a:pt x="3679930" y="2660249"/>
                </a:cubicBezTo>
                <a:lnTo>
                  <a:pt x="3679930" y="2664566"/>
                </a:lnTo>
                <a:lnTo>
                  <a:pt x="3594440" y="2664566"/>
                </a:lnTo>
                <a:lnTo>
                  <a:pt x="1043912" y="2664566"/>
                </a:lnTo>
                <a:lnTo>
                  <a:pt x="1043912" y="2657589"/>
                </a:lnTo>
                <a:cubicBezTo>
                  <a:pt x="1008374" y="2662448"/>
                  <a:pt x="972132" y="2664566"/>
                  <a:pt x="935396" y="2664566"/>
                </a:cubicBezTo>
                <a:cubicBezTo>
                  <a:pt x="418794" y="2664566"/>
                  <a:pt x="0" y="2245772"/>
                  <a:pt x="0" y="1729170"/>
                </a:cubicBezTo>
                <a:cubicBezTo>
                  <a:pt x="0" y="1212568"/>
                  <a:pt x="418794" y="793774"/>
                  <a:pt x="935396" y="793774"/>
                </a:cubicBezTo>
                <a:lnTo>
                  <a:pt x="954395" y="797612"/>
                </a:lnTo>
                <a:cubicBezTo>
                  <a:pt x="1004779" y="344999"/>
                  <a:pt x="1393085" y="0"/>
                  <a:pt x="1861969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76" name="CustomShape 33"/>
          <p:cNvSpPr/>
          <p:nvPr/>
        </p:nvSpPr>
        <p:spPr>
          <a:xfrm>
            <a:off x="9284040" y="6320880"/>
            <a:ext cx="495720" cy="539640"/>
          </a:xfrm>
          <a:custGeom>
            <a:avLst/>
            <a:gdLst/>
            <a:ahLst/>
            <a:rect l="l" t="t" r="r" b="b"/>
            <a:pathLst>
              <a:path w="3187187" h="3217189">
                <a:moveTo>
                  <a:pt x="2136560" y="2669280"/>
                </a:moveTo>
                <a:cubicBezTo>
                  <a:pt x="2154235" y="2662847"/>
                  <a:pt x="2173778" y="2671961"/>
                  <a:pt x="2180211" y="2689635"/>
                </a:cubicBezTo>
                <a:lnTo>
                  <a:pt x="2338628" y="3124881"/>
                </a:lnTo>
                <a:cubicBezTo>
                  <a:pt x="2345061" y="3142556"/>
                  <a:pt x="2335948" y="3162099"/>
                  <a:pt x="2318273" y="3168533"/>
                </a:cubicBezTo>
                <a:lnTo>
                  <a:pt x="2190259" y="3215126"/>
                </a:lnTo>
                <a:cubicBezTo>
                  <a:pt x="2172585" y="3221559"/>
                  <a:pt x="2153041" y="3212445"/>
                  <a:pt x="2146608" y="3194771"/>
                </a:cubicBezTo>
                <a:lnTo>
                  <a:pt x="1988192" y="2759525"/>
                </a:lnTo>
                <a:cubicBezTo>
                  <a:pt x="1981759" y="2741850"/>
                  <a:pt x="1990872" y="2722307"/>
                  <a:pt x="2008547" y="2715873"/>
                </a:cubicBezTo>
                <a:close/>
                <a:moveTo>
                  <a:pt x="1050626" y="2669280"/>
                </a:moveTo>
                <a:lnTo>
                  <a:pt x="1178640" y="2715873"/>
                </a:lnTo>
                <a:cubicBezTo>
                  <a:pt x="1196314" y="2722307"/>
                  <a:pt x="1205428" y="2741850"/>
                  <a:pt x="1198995" y="2759525"/>
                </a:cubicBezTo>
                <a:lnTo>
                  <a:pt x="1040578" y="3194771"/>
                </a:lnTo>
                <a:cubicBezTo>
                  <a:pt x="1034145" y="3212445"/>
                  <a:pt x="1014601" y="3221559"/>
                  <a:pt x="996927" y="3215126"/>
                </a:cubicBezTo>
                <a:lnTo>
                  <a:pt x="868913" y="3168533"/>
                </a:lnTo>
                <a:cubicBezTo>
                  <a:pt x="851239" y="3162099"/>
                  <a:pt x="842125" y="3142556"/>
                  <a:pt x="848558" y="3124881"/>
                </a:cubicBezTo>
                <a:lnTo>
                  <a:pt x="1006975" y="2689635"/>
                </a:lnTo>
                <a:cubicBezTo>
                  <a:pt x="1013408" y="2671961"/>
                  <a:pt x="1032952" y="2662847"/>
                  <a:pt x="1050626" y="2669280"/>
                </a:cubicBezTo>
                <a:close/>
                <a:moveTo>
                  <a:pt x="2647909" y="2029882"/>
                </a:moveTo>
                <a:cubicBezTo>
                  <a:pt x="2656328" y="2027626"/>
                  <a:pt x="2665608" y="2028582"/>
                  <a:pt x="2673752" y="2033284"/>
                </a:cubicBezTo>
                <a:lnTo>
                  <a:pt x="3074877" y="2264874"/>
                </a:lnTo>
                <a:cubicBezTo>
                  <a:pt x="3091166" y="2274278"/>
                  <a:pt x="3096747" y="2295107"/>
                  <a:pt x="3087343" y="2311396"/>
                </a:cubicBezTo>
                <a:lnTo>
                  <a:pt x="3019228" y="2429374"/>
                </a:lnTo>
                <a:cubicBezTo>
                  <a:pt x="3009824" y="2445663"/>
                  <a:pt x="2988995" y="2451244"/>
                  <a:pt x="2972706" y="2441840"/>
                </a:cubicBezTo>
                <a:lnTo>
                  <a:pt x="2571581" y="2210250"/>
                </a:lnTo>
                <a:cubicBezTo>
                  <a:pt x="2555292" y="2200846"/>
                  <a:pt x="2549710" y="2180017"/>
                  <a:pt x="2559115" y="2163728"/>
                </a:cubicBezTo>
                <a:lnTo>
                  <a:pt x="2627229" y="2045750"/>
                </a:lnTo>
                <a:cubicBezTo>
                  <a:pt x="2631932" y="2037605"/>
                  <a:pt x="2639490" y="2032138"/>
                  <a:pt x="2647909" y="2029882"/>
                </a:cubicBezTo>
                <a:close/>
                <a:moveTo>
                  <a:pt x="539277" y="2029882"/>
                </a:moveTo>
                <a:cubicBezTo>
                  <a:pt x="547696" y="2032138"/>
                  <a:pt x="555255" y="2037605"/>
                  <a:pt x="559957" y="2045750"/>
                </a:cubicBezTo>
                <a:lnTo>
                  <a:pt x="628071" y="2163728"/>
                </a:lnTo>
                <a:cubicBezTo>
                  <a:pt x="637476" y="2180017"/>
                  <a:pt x="631895" y="2200846"/>
                  <a:pt x="615606" y="2210250"/>
                </a:cubicBezTo>
                <a:lnTo>
                  <a:pt x="214481" y="2441840"/>
                </a:lnTo>
                <a:cubicBezTo>
                  <a:pt x="198192" y="2451244"/>
                  <a:pt x="177363" y="2445663"/>
                  <a:pt x="167958" y="2429374"/>
                </a:cubicBezTo>
                <a:lnTo>
                  <a:pt x="99844" y="2311396"/>
                </a:lnTo>
                <a:cubicBezTo>
                  <a:pt x="90439" y="2295107"/>
                  <a:pt x="96020" y="2274278"/>
                  <a:pt x="112309" y="2264874"/>
                </a:cubicBezTo>
                <a:lnTo>
                  <a:pt x="513434" y="2033284"/>
                </a:lnTo>
                <a:cubicBezTo>
                  <a:pt x="521579" y="2028582"/>
                  <a:pt x="530858" y="2027626"/>
                  <a:pt x="539277" y="2029882"/>
                </a:cubicBezTo>
                <a:close/>
                <a:moveTo>
                  <a:pt x="3094879" y="918289"/>
                </a:moveTo>
                <a:cubicBezTo>
                  <a:pt x="3112554" y="911856"/>
                  <a:pt x="3132097" y="920969"/>
                  <a:pt x="3138531" y="938644"/>
                </a:cubicBezTo>
                <a:lnTo>
                  <a:pt x="3185124" y="1066657"/>
                </a:lnTo>
                <a:cubicBezTo>
                  <a:pt x="3191557" y="1084332"/>
                  <a:pt x="3182443" y="1103875"/>
                  <a:pt x="3164769" y="1110308"/>
                </a:cubicBezTo>
                <a:lnTo>
                  <a:pt x="2729523" y="1268725"/>
                </a:lnTo>
                <a:cubicBezTo>
                  <a:pt x="2711848" y="1275158"/>
                  <a:pt x="2692304" y="1266045"/>
                  <a:pt x="2685871" y="1248370"/>
                </a:cubicBezTo>
                <a:lnTo>
                  <a:pt x="2639278" y="1120357"/>
                </a:lnTo>
                <a:cubicBezTo>
                  <a:pt x="2632845" y="1102682"/>
                  <a:pt x="2641959" y="1083138"/>
                  <a:pt x="2659633" y="1076705"/>
                </a:cubicBezTo>
                <a:close/>
                <a:moveTo>
                  <a:pt x="92307" y="918289"/>
                </a:moveTo>
                <a:lnTo>
                  <a:pt x="527553" y="1076705"/>
                </a:lnTo>
                <a:cubicBezTo>
                  <a:pt x="545228" y="1083138"/>
                  <a:pt x="554341" y="1102682"/>
                  <a:pt x="547908" y="1120357"/>
                </a:cubicBezTo>
                <a:lnTo>
                  <a:pt x="501315" y="1248370"/>
                </a:lnTo>
                <a:cubicBezTo>
                  <a:pt x="494882" y="1266045"/>
                  <a:pt x="475338" y="1275158"/>
                  <a:pt x="457664" y="1268725"/>
                </a:cubicBezTo>
                <a:lnTo>
                  <a:pt x="22418" y="1110308"/>
                </a:lnTo>
                <a:cubicBezTo>
                  <a:pt x="4743" y="1103875"/>
                  <a:pt x="-4370" y="1084332"/>
                  <a:pt x="2063" y="1066657"/>
                </a:cubicBezTo>
                <a:lnTo>
                  <a:pt x="48656" y="938644"/>
                </a:lnTo>
                <a:cubicBezTo>
                  <a:pt x="55089" y="920969"/>
                  <a:pt x="74633" y="911856"/>
                  <a:pt x="92307" y="918289"/>
                </a:cubicBezTo>
                <a:close/>
                <a:moveTo>
                  <a:pt x="1593593" y="658644"/>
                </a:moveTo>
                <a:cubicBezTo>
                  <a:pt x="2116495" y="658644"/>
                  <a:pt x="2540391" y="1082540"/>
                  <a:pt x="2540391" y="1605442"/>
                </a:cubicBezTo>
                <a:cubicBezTo>
                  <a:pt x="2540391" y="2128344"/>
                  <a:pt x="2116495" y="2552240"/>
                  <a:pt x="1593593" y="2552240"/>
                </a:cubicBezTo>
                <a:cubicBezTo>
                  <a:pt x="1070691" y="2552240"/>
                  <a:pt x="646795" y="2128344"/>
                  <a:pt x="646795" y="1605442"/>
                </a:cubicBezTo>
                <a:cubicBezTo>
                  <a:pt x="646795" y="1082540"/>
                  <a:pt x="1070691" y="658644"/>
                  <a:pt x="1593593" y="658644"/>
                </a:cubicBezTo>
                <a:close/>
                <a:moveTo>
                  <a:pt x="2246117" y="1165"/>
                </a:moveTo>
                <a:cubicBezTo>
                  <a:pt x="2254536" y="-1090"/>
                  <a:pt x="2263815" y="-135"/>
                  <a:pt x="2271960" y="4568"/>
                </a:cubicBezTo>
                <a:lnTo>
                  <a:pt x="2389938" y="72682"/>
                </a:lnTo>
                <a:cubicBezTo>
                  <a:pt x="2406227" y="82087"/>
                  <a:pt x="2411808" y="102916"/>
                  <a:pt x="2402403" y="119205"/>
                </a:cubicBezTo>
                <a:lnTo>
                  <a:pt x="2170814" y="520330"/>
                </a:lnTo>
                <a:cubicBezTo>
                  <a:pt x="2161409" y="536619"/>
                  <a:pt x="2140580" y="542200"/>
                  <a:pt x="2124291" y="532795"/>
                </a:cubicBezTo>
                <a:lnTo>
                  <a:pt x="2006313" y="464681"/>
                </a:lnTo>
                <a:cubicBezTo>
                  <a:pt x="1990024" y="455276"/>
                  <a:pt x="1984443" y="434447"/>
                  <a:pt x="1993848" y="418158"/>
                </a:cubicBezTo>
                <a:lnTo>
                  <a:pt x="2225437" y="17033"/>
                </a:lnTo>
                <a:cubicBezTo>
                  <a:pt x="2230139" y="8889"/>
                  <a:pt x="2237698" y="3421"/>
                  <a:pt x="2246117" y="1165"/>
                </a:cubicBezTo>
                <a:close/>
                <a:moveTo>
                  <a:pt x="941069" y="1165"/>
                </a:moveTo>
                <a:cubicBezTo>
                  <a:pt x="949488" y="3421"/>
                  <a:pt x="957047" y="8889"/>
                  <a:pt x="961749" y="17033"/>
                </a:cubicBezTo>
                <a:lnTo>
                  <a:pt x="1193338" y="418158"/>
                </a:lnTo>
                <a:cubicBezTo>
                  <a:pt x="1202743" y="434447"/>
                  <a:pt x="1197162" y="455276"/>
                  <a:pt x="1180873" y="464681"/>
                </a:cubicBezTo>
                <a:lnTo>
                  <a:pt x="1062895" y="532795"/>
                </a:lnTo>
                <a:cubicBezTo>
                  <a:pt x="1046606" y="542200"/>
                  <a:pt x="1025777" y="536619"/>
                  <a:pt x="1016372" y="520330"/>
                </a:cubicBezTo>
                <a:lnTo>
                  <a:pt x="784783" y="119205"/>
                </a:lnTo>
                <a:cubicBezTo>
                  <a:pt x="775378" y="102916"/>
                  <a:pt x="780959" y="82087"/>
                  <a:pt x="797248" y="72682"/>
                </a:cubicBezTo>
                <a:lnTo>
                  <a:pt x="915226" y="4568"/>
                </a:lnTo>
                <a:cubicBezTo>
                  <a:pt x="923371" y="-135"/>
                  <a:pt x="932650" y="-1090"/>
                  <a:pt x="941069" y="1165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77" name="CustomShape 34"/>
          <p:cNvSpPr/>
          <p:nvPr/>
        </p:nvSpPr>
        <p:spPr>
          <a:xfrm>
            <a:off x="6627960" y="6355080"/>
            <a:ext cx="679680" cy="472680"/>
          </a:xfrm>
          <a:custGeom>
            <a:avLst/>
            <a:gdLst/>
            <a:ahLst/>
            <a:rect l="l" t="t" r="r" b="b"/>
            <a:pathLst>
              <a:path w="3224845" h="2078296">
                <a:moveTo>
                  <a:pt x="1153236" y="427959"/>
                </a:moveTo>
                <a:cubicBezTo>
                  <a:pt x="1348431" y="427959"/>
                  <a:pt x="1521080" y="524490"/>
                  <a:pt x="1617434" y="678532"/>
                </a:cubicBezTo>
                <a:cubicBezTo>
                  <a:pt x="1678138" y="623092"/>
                  <a:pt x="1759417" y="592820"/>
                  <a:pt x="1847771" y="592820"/>
                </a:cubicBezTo>
                <a:cubicBezTo>
                  <a:pt x="2039655" y="592820"/>
                  <a:pt x="2198190" y="735609"/>
                  <a:pt x="2216233" y="921620"/>
                </a:cubicBezTo>
                <a:cubicBezTo>
                  <a:pt x="2219548" y="919625"/>
                  <a:pt x="2222903" y="919594"/>
                  <a:pt x="2226267" y="919594"/>
                </a:cubicBezTo>
                <a:cubicBezTo>
                  <a:pt x="2546231" y="919594"/>
                  <a:pt x="2805617" y="1178981"/>
                  <a:pt x="2805617" y="1498945"/>
                </a:cubicBezTo>
                <a:cubicBezTo>
                  <a:pt x="2805617" y="1801051"/>
                  <a:pt x="2574378" y="2049153"/>
                  <a:pt x="2279216" y="2075622"/>
                </a:cubicBezTo>
                <a:lnTo>
                  <a:pt x="2279216" y="2078296"/>
                </a:lnTo>
                <a:lnTo>
                  <a:pt x="2226267" y="2078296"/>
                </a:lnTo>
                <a:lnTo>
                  <a:pt x="646561" y="2078296"/>
                </a:lnTo>
                <a:lnTo>
                  <a:pt x="646561" y="2073975"/>
                </a:lnTo>
                <a:cubicBezTo>
                  <a:pt x="624550" y="2076984"/>
                  <a:pt x="602103" y="2078296"/>
                  <a:pt x="579350" y="2078296"/>
                </a:cubicBezTo>
                <a:cubicBezTo>
                  <a:pt x="259386" y="2078296"/>
                  <a:pt x="0" y="1818910"/>
                  <a:pt x="0" y="1498945"/>
                </a:cubicBezTo>
                <a:cubicBezTo>
                  <a:pt x="0" y="1178981"/>
                  <a:pt x="259386" y="919594"/>
                  <a:pt x="579350" y="919594"/>
                </a:cubicBezTo>
                <a:lnTo>
                  <a:pt x="591118" y="921972"/>
                </a:lnTo>
                <a:cubicBezTo>
                  <a:pt x="622324" y="641639"/>
                  <a:pt x="862826" y="427959"/>
                  <a:pt x="1153236" y="427959"/>
                </a:cubicBezTo>
                <a:close/>
                <a:moveTo>
                  <a:pt x="1844671" y="0"/>
                </a:moveTo>
                <a:cubicBezTo>
                  <a:pt x="2007709" y="0"/>
                  <a:pt x="2151917" y="80629"/>
                  <a:pt x="2232398" y="209295"/>
                </a:cubicBezTo>
                <a:cubicBezTo>
                  <a:pt x="2283102" y="162988"/>
                  <a:pt x="2350992" y="137703"/>
                  <a:pt x="2424790" y="137703"/>
                </a:cubicBezTo>
                <a:cubicBezTo>
                  <a:pt x="2585064" y="137703"/>
                  <a:pt x="2717483" y="256969"/>
                  <a:pt x="2732554" y="412337"/>
                </a:cubicBezTo>
                <a:cubicBezTo>
                  <a:pt x="2735322" y="410671"/>
                  <a:pt x="2738125" y="410646"/>
                  <a:pt x="2740934" y="410646"/>
                </a:cubicBezTo>
                <a:cubicBezTo>
                  <a:pt x="3008189" y="410646"/>
                  <a:pt x="3224845" y="627302"/>
                  <a:pt x="3224845" y="894557"/>
                </a:cubicBezTo>
                <a:cubicBezTo>
                  <a:pt x="3224845" y="1096996"/>
                  <a:pt x="3100535" y="1270403"/>
                  <a:pt x="2923312" y="1340619"/>
                </a:cubicBezTo>
                <a:cubicBezTo>
                  <a:pt x="2866347" y="1049229"/>
                  <a:pt x="2609521" y="829523"/>
                  <a:pt x="2301383" y="829523"/>
                </a:cubicBezTo>
                <a:cubicBezTo>
                  <a:pt x="2297701" y="829523"/>
                  <a:pt x="2294026" y="829557"/>
                  <a:pt x="2290397" y="831741"/>
                </a:cubicBezTo>
                <a:cubicBezTo>
                  <a:pt x="2270640" y="628070"/>
                  <a:pt x="2097054" y="471725"/>
                  <a:pt x="1886953" y="471725"/>
                </a:cubicBezTo>
                <a:cubicBezTo>
                  <a:pt x="1790211" y="471725"/>
                  <a:pt x="1701214" y="504871"/>
                  <a:pt x="1634747" y="565575"/>
                </a:cubicBezTo>
                <a:cubicBezTo>
                  <a:pt x="1575570" y="470966"/>
                  <a:pt x="1490108" y="396171"/>
                  <a:pt x="1388252" y="349790"/>
                </a:cubicBezTo>
                <a:cubicBezTo>
                  <a:pt x="1438607" y="147092"/>
                  <a:pt x="1624461" y="0"/>
                  <a:pt x="184467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78" name="CustomShape 35"/>
          <p:cNvSpPr/>
          <p:nvPr/>
        </p:nvSpPr>
        <p:spPr>
          <a:xfrm>
            <a:off x="7588080" y="6288120"/>
            <a:ext cx="569520" cy="606600"/>
          </a:xfrm>
          <a:custGeom>
            <a:avLst/>
            <a:gdLst/>
            <a:ahLst/>
            <a:rect l="l" t="t" r="r" b="b"/>
            <a:pathLst>
              <a:path w="3240076" h="3196551">
                <a:moveTo>
                  <a:pt x="2810300" y="1617710"/>
                </a:moveTo>
                <a:cubicBezTo>
                  <a:pt x="2817009" y="1615912"/>
                  <a:pt x="2824405" y="1616674"/>
                  <a:pt x="2830895" y="1620421"/>
                </a:cubicBezTo>
                <a:lnTo>
                  <a:pt x="3150571" y="1804986"/>
                </a:lnTo>
                <a:cubicBezTo>
                  <a:pt x="3163552" y="1812480"/>
                  <a:pt x="3168000" y="1829080"/>
                  <a:pt x="3160506" y="1842062"/>
                </a:cubicBezTo>
                <a:lnTo>
                  <a:pt x="3106222" y="1936084"/>
                </a:lnTo>
                <a:cubicBezTo>
                  <a:pt x="3098727" y="1949065"/>
                  <a:pt x="3082128" y="1953513"/>
                  <a:pt x="3069146" y="1946019"/>
                </a:cubicBezTo>
                <a:lnTo>
                  <a:pt x="2749470" y="1761453"/>
                </a:lnTo>
                <a:cubicBezTo>
                  <a:pt x="2736489" y="1753959"/>
                  <a:pt x="2732040" y="1737359"/>
                  <a:pt x="2739536" y="1724378"/>
                </a:cubicBezTo>
                <a:lnTo>
                  <a:pt x="2793819" y="1630356"/>
                </a:lnTo>
                <a:cubicBezTo>
                  <a:pt x="2797567" y="1623864"/>
                  <a:pt x="2803590" y="1619508"/>
                  <a:pt x="2810300" y="1617710"/>
                </a:cubicBezTo>
                <a:close/>
                <a:moveTo>
                  <a:pt x="1308278" y="1324343"/>
                </a:moveTo>
                <a:cubicBezTo>
                  <a:pt x="1529714" y="1324343"/>
                  <a:pt x="1725574" y="1433852"/>
                  <a:pt x="1834882" y="1608603"/>
                </a:cubicBezTo>
                <a:cubicBezTo>
                  <a:pt x="1903747" y="1545710"/>
                  <a:pt x="1995954" y="1511368"/>
                  <a:pt x="2096186" y="1511368"/>
                </a:cubicBezTo>
                <a:cubicBezTo>
                  <a:pt x="2313867" y="1511368"/>
                  <a:pt x="2493715" y="1673353"/>
                  <a:pt x="2514185" y="1884371"/>
                </a:cubicBezTo>
                <a:cubicBezTo>
                  <a:pt x="2517944" y="1882108"/>
                  <a:pt x="2521751" y="1882074"/>
                  <a:pt x="2525567" y="1882074"/>
                </a:cubicBezTo>
                <a:cubicBezTo>
                  <a:pt x="2888547" y="1882074"/>
                  <a:pt x="3182805" y="2176332"/>
                  <a:pt x="3182805" y="2539312"/>
                </a:cubicBezTo>
                <a:cubicBezTo>
                  <a:pt x="3182805" y="2882034"/>
                  <a:pt x="2920478" y="3163490"/>
                  <a:pt x="2585635" y="3193518"/>
                </a:cubicBezTo>
                <a:lnTo>
                  <a:pt x="2585635" y="3196551"/>
                </a:lnTo>
                <a:lnTo>
                  <a:pt x="2525567" y="3196551"/>
                </a:lnTo>
                <a:lnTo>
                  <a:pt x="733485" y="3196551"/>
                </a:lnTo>
                <a:lnTo>
                  <a:pt x="733485" y="3191649"/>
                </a:lnTo>
                <a:cubicBezTo>
                  <a:pt x="708515" y="3195063"/>
                  <a:pt x="683050" y="3196551"/>
                  <a:pt x="657239" y="3196551"/>
                </a:cubicBezTo>
                <a:cubicBezTo>
                  <a:pt x="294258" y="3196551"/>
                  <a:pt x="0" y="2902293"/>
                  <a:pt x="0" y="2539312"/>
                </a:cubicBezTo>
                <a:cubicBezTo>
                  <a:pt x="0" y="2176332"/>
                  <a:pt x="294258" y="1882074"/>
                  <a:pt x="657239" y="1882074"/>
                </a:cubicBezTo>
                <a:lnTo>
                  <a:pt x="670588" y="1884770"/>
                </a:lnTo>
                <a:cubicBezTo>
                  <a:pt x="705989" y="1566750"/>
                  <a:pt x="978825" y="1324343"/>
                  <a:pt x="1308278" y="1324343"/>
                </a:cubicBezTo>
                <a:close/>
                <a:moveTo>
                  <a:pt x="3166512" y="731828"/>
                </a:moveTo>
                <a:cubicBezTo>
                  <a:pt x="3180598" y="726701"/>
                  <a:pt x="3196172" y="733964"/>
                  <a:pt x="3201300" y="748050"/>
                </a:cubicBezTo>
                <a:lnTo>
                  <a:pt x="3238432" y="850070"/>
                </a:lnTo>
                <a:cubicBezTo>
                  <a:pt x="3243559" y="864156"/>
                  <a:pt x="3236295" y="879731"/>
                  <a:pt x="3222210" y="884857"/>
                </a:cubicBezTo>
                <a:lnTo>
                  <a:pt x="2875342" y="1011107"/>
                </a:lnTo>
                <a:cubicBezTo>
                  <a:pt x="2861256" y="1016234"/>
                  <a:pt x="2845680" y="1008972"/>
                  <a:pt x="2840554" y="994886"/>
                </a:cubicBezTo>
                <a:lnTo>
                  <a:pt x="2803421" y="892866"/>
                </a:lnTo>
                <a:cubicBezTo>
                  <a:pt x="2798295" y="878780"/>
                  <a:pt x="2805558" y="863204"/>
                  <a:pt x="2819643" y="858077"/>
                </a:cubicBezTo>
                <a:close/>
                <a:moveTo>
                  <a:pt x="773619" y="731828"/>
                </a:moveTo>
                <a:lnTo>
                  <a:pt x="1120487" y="858077"/>
                </a:lnTo>
                <a:cubicBezTo>
                  <a:pt x="1134573" y="863204"/>
                  <a:pt x="1141836" y="878780"/>
                  <a:pt x="1136709" y="892866"/>
                </a:cubicBezTo>
                <a:lnTo>
                  <a:pt x="1099577" y="994886"/>
                </a:lnTo>
                <a:cubicBezTo>
                  <a:pt x="1094450" y="1008972"/>
                  <a:pt x="1078875" y="1016234"/>
                  <a:pt x="1064789" y="1011107"/>
                </a:cubicBezTo>
                <a:lnTo>
                  <a:pt x="717921" y="884857"/>
                </a:lnTo>
                <a:cubicBezTo>
                  <a:pt x="703835" y="879731"/>
                  <a:pt x="696572" y="864156"/>
                  <a:pt x="701699" y="850070"/>
                </a:cubicBezTo>
                <a:lnTo>
                  <a:pt x="738831" y="748050"/>
                </a:lnTo>
                <a:cubicBezTo>
                  <a:pt x="743958" y="733964"/>
                  <a:pt x="759534" y="726701"/>
                  <a:pt x="773619" y="731828"/>
                </a:cubicBezTo>
                <a:close/>
                <a:moveTo>
                  <a:pt x="1970065" y="524905"/>
                </a:moveTo>
                <a:cubicBezTo>
                  <a:pt x="2386791" y="524905"/>
                  <a:pt x="2724614" y="862728"/>
                  <a:pt x="2724614" y="1279453"/>
                </a:cubicBezTo>
                <a:cubicBezTo>
                  <a:pt x="2724614" y="1453368"/>
                  <a:pt x="2665775" y="1613540"/>
                  <a:pt x="2564463" y="1739247"/>
                </a:cubicBezTo>
                <a:cubicBezTo>
                  <a:pt x="2529951" y="1545877"/>
                  <a:pt x="2358485" y="1402176"/>
                  <a:pt x="2153457" y="1402176"/>
                </a:cubicBezTo>
                <a:cubicBezTo>
                  <a:pt x="2053225" y="1402176"/>
                  <a:pt x="1961018" y="1436518"/>
                  <a:pt x="1892153" y="1499411"/>
                </a:cubicBezTo>
                <a:cubicBezTo>
                  <a:pt x="1782845" y="1324660"/>
                  <a:pt x="1586985" y="1215151"/>
                  <a:pt x="1365549" y="1215151"/>
                </a:cubicBezTo>
                <a:cubicBezTo>
                  <a:pt x="1314582" y="1215151"/>
                  <a:pt x="1264970" y="1220953"/>
                  <a:pt x="1217820" y="1233835"/>
                </a:cubicBezTo>
                <a:cubicBezTo>
                  <a:pt x="1240489" y="838320"/>
                  <a:pt x="1568676" y="524905"/>
                  <a:pt x="1970065" y="524905"/>
                </a:cubicBezTo>
                <a:close/>
                <a:moveTo>
                  <a:pt x="2490093" y="928"/>
                </a:moveTo>
                <a:cubicBezTo>
                  <a:pt x="2496802" y="-869"/>
                  <a:pt x="2504197" y="-108"/>
                  <a:pt x="2510688" y="3640"/>
                </a:cubicBezTo>
                <a:lnTo>
                  <a:pt x="2604711" y="57924"/>
                </a:lnTo>
                <a:cubicBezTo>
                  <a:pt x="2617692" y="65419"/>
                  <a:pt x="2622140" y="82019"/>
                  <a:pt x="2614644" y="95000"/>
                </a:cubicBezTo>
                <a:lnTo>
                  <a:pt x="2430080" y="414676"/>
                </a:lnTo>
                <a:cubicBezTo>
                  <a:pt x="2422585" y="427657"/>
                  <a:pt x="2405985" y="432105"/>
                  <a:pt x="2393004" y="424610"/>
                </a:cubicBezTo>
                <a:lnTo>
                  <a:pt x="2298982" y="370326"/>
                </a:lnTo>
                <a:cubicBezTo>
                  <a:pt x="2286000" y="362831"/>
                  <a:pt x="2281552" y="346232"/>
                  <a:pt x="2289048" y="333250"/>
                </a:cubicBezTo>
                <a:lnTo>
                  <a:pt x="2473612" y="13574"/>
                </a:lnTo>
                <a:cubicBezTo>
                  <a:pt x="2477359" y="7084"/>
                  <a:pt x="2483383" y="2726"/>
                  <a:pt x="2490093" y="928"/>
                </a:cubicBezTo>
                <a:close/>
                <a:moveTo>
                  <a:pt x="1450038" y="928"/>
                </a:moveTo>
                <a:cubicBezTo>
                  <a:pt x="1456747" y="2726"/>
                  <a:pt x="1462771" y="7084"/>
                  <a:pt x="1466519" y="13574"/>
                </a:cubicBezTo>
                <a:lnTo>
                  <a:pt x="1651083" y="333250"/>
                </a:lnTo>
                <a:cubicBezTo>
                  <a:pt x="1658578" y="346232"/>
                  <a:pt x="1654131" y="362831"/>
                  <a:pt x="1641149" y="370326"/>
                </a:cubicBezTo>
                <a:lnTo>
                  <a:pt x="1547127" y="424610"/>
                </a:lnTo>
                <a:cubicBezTo>
                  <a:pt x="1534145" y="432105"/>
                  <a:pt x="1517546" y="427657"/>
                  <a:pt x="1510050" y="414676"/>
                </a:cubicBezTo>
                <a:lnTo>
                  <a:pt x="1325486" y="95000"/>
                </a:lnTo>
                <a:cubicBezTo>
                  <a:pt x="1317991" y="82019"/>
                  <a:pt x="1322439" y="65419"/>
                  <a:pt x="1335420" y="57924"/>
                </a:cubicBezTo>
                <a:lnTo>
                  <a:pt x="1429442" y="3640"/>
                </a:lnTo>
                <a:cubicBezTo>
                  <a:pt x="1435933" y="-108"/>
                  <a:pt x="1443328" y="-869"/>
                  <a:pt x="1450038" y="92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79" name="CustomShape 36"/>
          <p:cNvSpPr/>
          <p:nvPr/>
        </p:nvSpPr>
        <p:spPr>
          <a:xfrm rot="18900000">
            <a:off x="5885640" y="6333120"/>
            <a:ext cx="484560" cy="489600"/>
          </a:xfrm>
          <a:custGeom>
            <a:avLst/>
            <a:gdLst/>
            <a:ahLst/>
            <a:rect l="l" t="t" r="r" b="b"/>
            <a:pathLst>
              <a:path w="2646489" h="2688071">
                <a:moveTo>
                  <a:pt x="306023" y="2382048"/>
                </a:moveTo>
                <a:cubicBezTo>
                  <a:pt x="271732" y="2441625"/>
                  <a:pt x="254586" y="2501201"/>
                  <a:pt x="254586" y="2560778"/>
                </a:cubicBezTo>
                <a:cubicBezTo>
                  <a:pt x="254586" y="2631080"/>
                  <a:pt x="197595" y="2688071"/>
                  <a:pt x="127293" y="2688071"/>
                </a:cubicBezTo>
                <a:cubicBezTo>
                  <a:pt x="56991" y="2688071"/>
                  <a:pt x="0" y="2631081"/>
                  <a:pt x="0" y="2560778"/>
                </a:cubicBezTo>
                <a:cubicBezTo>
                  <a:pt x="0" y="2490477"/>
                  <a:pt x="56991" y="2433485"/>
                  <a:pt x="127293" y="2433485"/>
                </a:cubicBezTo>
                <a:cubicBezTo>
                  <a:pt x="186870" y="2433486"/>
                  <a:pt x="246446" y="2416340"/>
                  <a:pt x="306023" y="2382048"/>
                </a:cubicBezTo>
                <a:close/>
                <a:moveTo>
                  <a:pt x="812224" y="2334103"/>
                </a:moveTo>
                <a:cubicBezTo>
                  <a:pt x="777933" y="2393681"/>
                  <a:pt x="760787" y="2453256"/>
                  <a:pt x="760787" y="2512834"/>
                </a:cubicBezTo>
                <a:cubicBezTo>
                  <a:pt x="760787" y="2583136"/>
                  <a:pt x="703796" y="2640127"/>
                  <a:pt x="633494" y="2640127"/>
                </a:cubicBezTo>
                <a:cubicBezTo>
                  <a:pt x="563192" y="2640127"/>
                  <a:pt x="506201" y="2583136"/>
                  <a:pt x="506201" y="2512834"/>
                </a:cubicBezTo>
                <a:cubicBezTo>
                  <a:pt x="506201" y="2442532"/>
                  <a:pt x="563192" y="2385541"/>
                  <a:pt x="633494" y="2385541"/>
                </a:cubicBezTo>
                <a:cubicBezTo>
                  <a:pt x="693071" y="2385540"/>
                  <a:pt x="752647" y="2368395"/>
                  <a:pt x="812224" y="2334103"/>
                </a:cubicBezTo>
                <a:close/>
                <a:moveTo>
                  <a:pt x="353968" y="1875848"/>
                </a:moveTo>
                <a:cubicBezTo>
                  <a:pt x="319677" y="1935424"/>
                  <a:pt x="302531" y="1995001"/>
                  <a:pt x="302530" y="2054578"/>
                </a:cubicBezTo>
                <a:cubicBezTo>
                  <a:pt x="302530" y="2124880"/>
                  <a:pt x="245539" y="2181871"/>
                  <a:pt x="175237" y="2181871"/>
                </a:cubicBezTo>
                <a:cubicBezTo>
                  <a:pt x="104935" y="2181871"/>
                  <a:pt x="47945" y="2124880"/>
                  <a:pt x="47944" y="2054578"/>
                </a:cubicBezTo>
                <a:cubicBezTo>
                  <a:pt x="47944" y="1984276"/>
                  <a:pt x="104935" y="1927285"/>
                  <a:pt x="175237" y="1927285"/>
                </a:cubicBezTo>
                <a:cubicBezTo>
                  <a:pt x="234815" y="1927285"/>
                  <a:pt x="294391" y="1910139"/>
                  <a:pt x="353968" y="1875848"/>
                </a:cubicBezTo>
                <a:close/>
                <a:moveTo>
                  <a:pt x="401912" y="1369646"/>
                </a:moveTo>
                <a:cubicBezTo>
                  <a:pt x="367621" y="1429223"/>
                  <a:pt x="350475" y="1488799"/>
                  <a:pt x="350475" y="1548377"/>
                </a:cubicBezTo>
                <a:cubicBezTo>
                  <a:pt x="350475" y="1618679"/>
                  <a:pt x="293484" y="1675670"/>
                  <a:pt x="223182" y="1675670"/>
                </a:cubicBezTo>
                <a:cubicBezTo>
                  <a:pt x="152880" y="1675670"/>
                  <a:pt x="95889" y="1618679"/>
                  <a:pt x="95889" y="1548377"/>
                </a:cubicBezTo>
                <a:cubicBezTo>
                  <a:pt x="95889" y="1478075"/>
                  <a:pt x="152880" y="1421084"/>
                  <a:pt x="223182" y="1421084"/>
                </a:cubicBezTo>
                <a:cubicBezTo>
                  <a:pt x="282759" y="1421084"/>
                  <a:pt x="342335" y="1403938"/>
                  <a:pt x="401912" y="1369646"/>
                </a:cubicBezTo>
                <a:close/>
                <a:moveTo>
                  <a:pt x="1318425" y="2286158"/>
                </a:moveTo>
                <a:cubicBezTo>
                  <a:pt x="1284134" y="2345735"/>
                  <a:pt x="1266988" y="2405312"/>
                  <a:pt x="1266987" y="2464888"/>
                </a:cubicBezTo>
                <a:cubicBezTo>
                  <a:pt x="1266987" y="2535190"/>
                  <a:pt x="1209996" y="2592182"/>
                  <a:pt x="1139694" y="2592182"/>
                </a:cubicBezTo>
                <a:cubicBezTo>
                  <a:pt x="1069392" y="2592182"/>
                  <a:pt x="1012402" y="2535191"/>
                  <a:pt x="1012401" y="2464888"/>
                </a:cubicBezTo>
                <a:cubicBezTo>
                  <a:pt x="1012401" y="2394586"/>
                  <a:pt x="1069392" y="2337595"/>
                  <a:pt x="1139694" y="2337595"/>
                </a:cubicBezTo>
                <a:cubicBezTo>
                  <a:pt x="1199271" y="2337596"/>
                  <a:pt x="1258848" y="2320449"/>
                  <a:pt x="1318425" y="2286158"/>
                </a:cubicBezTo>
                <a:close/>
                <a:moveTo>
                  <a:pt x="860169" y="1827902"/>
                </a:moveTo>
                <a:cubicBezTo>
                  <a:pt x="825878" y="1887479"/>
                  <a:pt x="808731" y="1947056"/>
                  <a:pt x="808731" y="2006633"/>
                </a:cubicBezTo>
                <a:cubicBezTo>
                  <a:pt x="808731" y="2076935"/>
                  <a:pt x="751740" y="2133926"/>
                  <a:pt x="681438" y="2133926"/>
                </a:cubicBezTo>
                <a:cubicBezTo>
                  <a:pt x="611136" y="2133926"/>
                  <a:pt x="554146" y="2076935"/>
                  <a:pt x="554145" y="2006633"/>
                </a:cubicBezTo>
                <a:cubicBezTo>
                  <a:pt x="554145" y="1936331"/>
                  <a:pt x="611136" y="1879340"/>
                  <a:pt x="681438" y="1879340"/>
                </a:cubicBezTo>
                <a:cubicBezTo>
                  <a:pt x="741015" y="1879340"/>
                  <a:pt x="800591" y="1862193"/>
                  <a:pt x="860169" y="1827902"/>
                </a:cubicBezTo>
                <a:close/>
                <a:moveTo>
                  <a:pt x="2096803" y="190871"/>
                </a:moveTo>
                <a:cubicBezTo>
                  <a:pt x="2253382" y="347450"/>
                  <a:pt x="2314442" y="563378"/>
                  <a:pt x="2268166" y="764238"/>
                </a:cubicBezTo>
                <a:cubicBezTo>
                  <a:pt x="2361334" y="768461"/>
                  <a:pt x="2450817" y="809378"/>
                  <a:pt x="2521691" y="880252"/>
                </a:cubicBezTo>
                <a:cubicBezTo>
                  <a:pt x="2675615" y="1034176"/>
                  <a:pt x="2688247" y="1275888"/>
                  <a:pt x="2553508" y="1439575"/>
                </a:cubicBezTo>
                <a:cubicBezTo>
                  <a:pt x="2557767" y="1440633"/>
                  <a:pt x="2560483" y="1443301"/>
                  <a:pt x="2563181" y="1445999"/>
                </a:cubicBezTo>
                <a:cubicBezTo>
                  <a:pt x="2819847" y="1702665"/>
                  <a:pt x="2819847" y="2118808"/>
                  <a:pt x="2563181" y="2375474"/>
                </a:cubicBezTo>
                <a:cubicBezTo>
                  <a:pt x="2320841" y="2617815"/>
                  <a:pt x="1936328" y="2631341"/>
                  <a:pt x="1678325" y="2415804"/>
                </a:cubicBezTo>
                <a:lnTo>
                  <a:pt x="1676180" y="2417949"/>
                </a:lnTo>
                <a:lnTo>
                  <a:pt x="1633705" y="2375475"/>
                </a:lnTo>
                <a:lnTo>
                  <a:pt x="366513" y="1108282"/>
                </a:lnTo>
                <a:lnTo>
                  <a:pt x="369979" y="1104815"/>
                </a:lnTo>
                <a:cubicBezTo>
                  <a:pt x="349908" y="1089573"/>
                  <a:pt x="330850" y="1072619"/>
                  <a:pt x="312598" y="1054367"/>
                </a:cubicBezTo>
                <a:cubicBezTo>
                  <a:pt x="55932" y="797701"/>
                  <a:pt x="55932" y="381558"/>
                  <a:pt x="312598" y="124891"/>
                </a:cubicBezTo>
                <a:cubicBezTo>
                  <a:pt x="569264" y="-131775"/>
                  <a:pt x="985408" y="-131775"/>
                  <a:pt x="1242074" y="124891"/>
                </a:cubicBezTo>
                <a:lnTo>
                  <a:pt x="1249606" y="136238"/>
                </a:lnTo>
                <a:cubicBezTo>
                  <a:pt x="1499513" y="-63604"/>
                  <a:pt x="1863845" y="-42087"/>
                  <a:pt x="2096803" y="19087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80" name="CustomShape 37"/>
          <p:cNvSpPr/>
          <p:nvPr/>
        </p:nvSpPr>
        <p:spPr>
          <a:xfrm>
            <a:off x="8438400" y="6283440"/>
            <a:ext cx="564840" cy="614880"/>
          </a:xfrm>
          <a:custGeom>
            <a:avLst/>
            <a:gdLst/>
            <a:ahLst/>
            <a:rect l="l" t="t" r="r" b="b"/>
            <a:pathLst>
              <a:path w="3220951" h="3240001">
                <a:moveTo>
                  <a:pt x="1308278" y="1367793"/>
                </a:moveTo>
                <a:cubicBezTo>
                  <a:pt x="1529714" y="1367793"/>
                  <a:pt x="1725574" y="1477302"/>
                  <a:pt x="1834882" y="1652053"/>
                </a:cubicBezTo>
                <a:cubicBezTo>
                  <a:pt x="1903747" y="1589160"/>
                  <a:pt x="1995954" y="1554818"/>
                  <a:pt x="2096186" y="1554818"/>
                </a:cubicBezTo>
                <a:cubicBezTo>
                  <a:pt x="2313867" y="1554818"/>
                  <a:pt x="2493715" y="1716803"/>
                  <a:pt x="2514185" y="1927821"/>
                </a:cubicBezTo>
                <a:cubicBezTo>
                  <a:pt x="2517944" y="1925558"/>
                  <a:pt x="2521751" y="1925524"/>
                  <a:pt x="2525567" y="1925524"/>
                </a:cubicBezTo>
                <a:cubicBezTo>
                  <a:pt x="2888547" y="1925524"/>
                  <a:pt x="3182805" y="2219782"/>
                  <a:pt x="3182805" y="2582762"/>
                </a:cubicBezTo>
                <a:cubicBezTo>
                  <a:pt x="3182805" y="2925484"/>
                  <a:pt x="2920478" y="3206940"/>
                  <a:pt x="2585635" y="3236968"/>
                </a:cubicBezTo>
                <a:lnTo>
                  <a:pt x="2585635" y="3240001"/>
                </a:lnTo>
                <a:lnTo>
                  <a:pt x="2525567" y="3240001"/>
                </a:lnTo>
                <a:lnTo>
                  <a:pt x="733485" y="3240001"/>
                </a:lnTo>
                <a:lnTo>
                  <a:pt x="733485" y="3235099"/>
                </a:lnTo>
                <a:cubicBezTo>
                  <a:pt x="708515" y="3238513"/>
                  <a:pt x="683051" y="3240001"/>
                  <a:pt x="657239" y="3240001"/>
                </a:cubicBezTo>
                <a:cubicBezTo>
                  <a:pt x="294258" y="3240001"/>
                  <a:pt x="0" y="2945743"/>
                  <a:pt x="0" y="2582762"/>
                </a:cubicBezTo>
                <a:cubicBezTo>
                  <a:pt x="0" y="2219782"/>
                  <a:pt x="294258" y="1925524"/>
                  <a:pt x="657239" y="1925524"/>
                </a:cubicBezTo>
                <a:lnTo>
                  <a:pt x="670588" y="1928221"/>
                </a:lnTo>
                <a:cubicBezTo>
                  <a:pt x="705989" y="1610200"/>
                  <a:pt x="978825" y="1367793"/>
                  <a:pt x="1308278" y="1367793"/>
                </a:cubicBezTo>
                <a:close/>
                <a:moveTo>
                  <a:pt x="1589786" y="0"/>
                </a:moveTo>
                <a:cubicBezTo>
                  <a:pt x="1520182" y="453314"/>
                  <a:pt x="1668069" y="912942"/>
                  <a:pt x="1988957" y="1240613"/>
                </a:cubicBezTo>
                <a:cubicBezTo>
                  <a:pt x="2309845" y="1568285"/>
                  <a:pt x="2766281" y="1725754"/>
                  <a:pt x="3220951" y="1665645"/>
                </a:cubicBezTo>
                <a:cubicBezTo>
                  <a:pt x="3108976" y="1775302"/>
                  <a:pt x="2980523" y="1857805"/>
                  <a:pt x="2843553" y="1912752"/>
                </a:cubicBezTo>
                <a:cubicBezTo>
                  <a:pt x="2756367" y="1866073"/>
                  <a:pt x="2656598" y="1841175"/>
                  <a:pt x="2551012" y="1841175"/>
                </a:cubicBezTo>
                <a:cubicBezTo>
                  <a:pt x="2547197" y="1841176"/>
                  <a:pt x="2543390" y="1841210"/>
                  <a:pt x="2539631" y="1843473"/>
                </a:cubicBezTo>
                <a:cubicBezTo>
                  <a:pt x="2519161" y="1632454"/>
                  <a:pt x="2339312" y="1470470"/>
                  <a:pt x="2121631" y="1470470"/>
                </a:cubicBezTo>
                <a:cubicBezTo>
                  <a:pt x="2021400" y="1470470"/>
                  <a:pt x="1929192" y="1504812"/>
                  <a:pt x="1860327" y="1567705"/>
                </a:cubicBezTo>
                <a:cubicBezTo>
                  <a:pt x="1751020" y="1392954"/>
                  <a:pt x="1555160" y="1283445"/>
                  <a:pt x="1333723" y="1283445"/>
                </a:cubicBezTo>
                <a:lnTo>
                  <a:pt x="1331160" y="1283679"/>
                </a:lnTo>
                <a:cubicBezTo>
                  <a:pt x="1150898" y="856385"/>
                  <a:pt x="1238290" y="344219"/>
                  <a:pt x="158978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81" name="CustomShape 38"/>
          <p:cNvSpPr/>
          <p:nvPr/>
        </p:nvSpPr>
        <p:spPr>
          <a:xfrm>
            <a:off x="5146920" y="1829160"/>
            <a:ext cx="245520" cy="701280"/>
          </a:xfrm>
          <a:custGeom>
            <a:avLst/>
            <a:gdLst/>
            <a:ahLst/>
            <a:rect l="l" t="t" r="r" b="b"/>
            <a:pathLst>
              <a:path w="1489775" h="3923699">
                <a:moveTo>
                  <a:pt x="280204" y="750754"/>
                </a:moveTo>
                <a:lnTo>
                  <a:pt x="1209570" y="750754"/>
                </a:lnTo>
                <a:cubicBezTo>
                  <a:pt x="1364322" y="750754"/>
                  <a:pt x="1489774" y="876206"/>
                  <a:pt x="1489774" y="1030958"/>
                </a:cubicBezTo>
                <a:lnTo>
                  <a:pt x="1489774" y="1293518"/>
                </a:lnTo>
                <a:lnTo>
                  <a:pt x="1489775" y="1293518"/>
                </a:lnTo>
                <a:lnTo>
                  <a:pt x="1489775" y="2063902"/>
                </a:lnTo>
                <a:cubicBezTo>
                  <a:pt x="1489775" y="2143440"/>
                  <a:pt x="1425297" y="2207918"/>
                  <a:pt x="1345759" y="2207918"/>
                </a:cubicBezTo>
                <a:cubicBezTo>
                  <a:pt x="1266221" y="2207918"/>
                  <a:pt x="1201743" y="2143440"/>
                  <a:pt x="1201743" y="2063902"/>
                </a:cubicBezTo>
                <a:lnTo>
                  <a:pt x="1201743" y="1390678"/>
                </a:lnTo>
                <a:lnTo>
                  <a:pt x="1158887" y="1390678"/>
                </a:lnTo>
                <a:cubicBezTo>
                  <a:pt x="1156542" y="2175018"/>
                  <a:pt x="1154198" y="2959359"/>
                  <a:pt x="1151853" y="3743699"/>
                </a:cubicBezTo>
                <a:cubicBezTo>
                  <a:pt x="1151853" y="3843110"/>
                  <a:pt x="1071264" y="3923699"/>
                  <a:pt x="971853" y="3923699"/>
                </a:cubicBezTo>
                <a:cubicBezTo>
                  <a:pt x="872442" y="3923699"/>
                  <a:pt x="791853" y="3843110"/>
                  <a:pt x="791853" y="3743699"/>
                </a:cubicBezTo>
                <a:lnTo>
                  <a:pt x="791853" y="2305078"/>
                </a:lnTo>
                <a:lnTo>
                  <a:pt x="683854" y="2305078"/>
                </a:lnTo>
                <a:lnTo>
                  <a:pt x="683854" y="3743698"/>
                </a:lnTo>
                <a:cubicBezTo>
                  <a:pt x="683854" y="3843109"/>
                  <a:pt x="603265" y="3923698"/>
                  <a:pt x="503854" y="3923698"/>
                </a:cubicBezTo>
                <a:cubicBezTo>
                  <a:pt x="404443" y="3923698"/>
                  <a:pt x="323854" y="3843109"/>
                  <a:pt x="323854" y="3743698"/>
                </a:cubicBezTo>
                <a:cubicBezTo>
                  <a:pt x="326198" y="2959358"/>
                  <a:pt x="328543" y="2175018"/>
                  <a:pt x="330887" y="1390678"/>
                </a:cubicBezTo>
                <a:lnTo>
                  <a:pt x="288033" y="1390678"/>
                </a:lnTo>
                <a:lnTo>
                  <a:pt x="288033" y="2063902"/>
                </a:lnTo>
                <a:cubicBezTo>
                  <a:pt x="288033" y="2143440"/>
                  <a:pt x="223555" y="2207918"/>
                  <a:pt x="144017" y="2207918"/>
                </a:cubicBezTo>
                <a:cubicBezTo>
                  <a:pt x="64479" y="2207918"/>
                  <a:pt x="1" y="2143440"/>
                  <a:pt x="1" y="2063902"/>
                </a:cubicBezTo>
                <a:lnTo>
                  <a:pt x="1" y="1390678"/>
                </a:lnTo>
                <a:lnTo>
                  <a:pt x="0" y="1390678"/>
                </a:lnTo>
                <a:lnTo>
                  <a:pt x="0" y="1030958"/>
                </a:lnTo>
                <a:cubicBezTo>
                  <a:pt x="0" y="876206"/>
                  <a:pt x="125452" y="750754"/>
                  <a:pt x="280204" y="750754"/>
                </a:cubicBezTo>
                <a:close/>
                <a:moveTo>
                  <a:pt x="744888" y="0"/>
                </a:moveTo>
                <a:cubicBezTo>
                  <a:pt x="931180" y="0"/>
                  <a:pt x="1082199" y="151019"/>
                  <a:pt x="1082199" y="337311"/>
                </a:cubicBezTo>
                <a:cubicBezTo>
                  <a:pt x="1082199" y="523603"/>
                  <a:pt x="931180" y="674622"/>
                  <a:pt x="744888" y="674622"/>
                </a:cubicBezTo>
                <a:cubicBezTo>
                  <a:pt x="558596" y="674622"/>
                  <a:pt x="407577" y="523603"/>
                  <a:pt x="407577" y="337311"/>
                </a:cubicBezTo>
                <a:cubicBezTo>
                  <a:pt x="407577" y="151019"/>
                  <a:pt x="558596" y="0"/>
                  <a:pt x="74488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82" name="CustomShape 39"/>
          <p:cNvSpPr/>
          <p:nvPr/>
        </p:nvSpPr>
        <p:spPr>
          <a:xfrm rot="10800000">
            <a:off x="5723640" y="1827000"/>
            <a:ext cx="308160" cy="707400"/>
          </a:xfrm>
          <a:custGeom>
            <a:avLst/>
            <a:gdLst/>
            <a:ahLst/>
            <a:rect l="l" t="t" r="r" b="b"/>
            <a:pathLst>
              <a:path w="1856332" h="3959924">
                <a:moveTo>
                  <a:pt x="1228565" y="3214674"/>
                </a:moveTo>
                <a:lnTo>
                  <a:pt x="622681" y="3214674"/>
                </a:lnTo>
                <a:cubicBezTo>
                  <a:pt x="495703" y="3202920"/>
                  <a:pt x="501057" y="3225622"/>
                  <a:pt x="466697" y="3144149"/>
                </a:cubicBezTo>
                <a:lnTo>
                  <a:pt x="8303" y="1942070"/>
                </a:lnTo>
                <a:cubicBezTo>
                  <a:pt x="-16491" y="1877049"/>
                  <a:pt x="16118" y="1804239"/>
                  <a:pt x="81139" y="1779444"/>
                </a:cubicBezTo>
                <a:cubicBezTo>
                  <a:pt x="146160" y="1754650"/>
                  <a:pt x="218970" y="1787259"/>
                  <a:pt x="243764" y="1852280"/>
                </a:cubicBezTo>
                <a:lnTo>
                  <a:pt x="504770" y="2536736"/>
                </a:lnTo>
                <a:lnTo>
                  <a:pt x="555637" y="2536736"/>
                </a:lnTo>
                <a:lnTo>
                  <a:pt x="226299" y="1210417"/>
                </a:lnTo>
                <a:lnTo>
                  <a:pt x="551784" y="1210417"/>
                </a:lnTo>
                <a:lnTo>
                  <a:pt x="551784" y="168335"/>
                </a:lnTo>
                <a:cubicBezTo>
                  <a:pt x="551784" y="75366"/>
                  <a:pt x="627150" y="0"/>
                  <a:pt x="720119" y="0"/>
                </a:cubicBezTo>
                <a:cubicBezTo>
                  <a:pt x="813088" y="0"/>
                  <a:pt x="888454" y="75366"/>
                  <a:pt x="888454" y="168335"/>
                </a:cubicBezTo>
                <a:lnTo>
                  <a:pt x="888454" y="1210417"/>
                </a:lnTo>
                <a:lnTo>
                  <a:pt x="968040" y="1210417"/>
                </a:lnTo>
                <a:lnTo>
                  <a:pt x="968040" y="168335"/>
                </a:lnTo>
                <a:cubicBezTo>
                  <a:pt x="968040" y="75366"/>
                  <a:pt x="1043406" y="0"/>
                  <a:pt x="1136375" y="0"/>
                </a:cubicBezTo>
                <a:cubicBezTo>
                  <a:pt x="1229344" y="0"/>
                  <a:pt x="1304710" y="75366"/>
                  <a:pt x="1304710" y="168335"/>
                </a:cubicBezTo>
                <a:lnTo>
                  <a:pt x="1304710" y="1210417"/>
                </a:lnTo>
                <a:lnTo>
                  <a:pt x="1631589" y="1210417"/>
                </a:lnTo>
                <a:lnTo>
                  <a:pt x="1302251" y="2536736"/>
                </a:lnTo>
                <a:lnTo>
                  <a:pt x="1351562" y="2536736"/>
                </a:lnTo>
                <a:lnTo>
                  <a:pt x="1612568" y="1852280"/>
                </a:lnTo>
                <a:cubicBezTo>
                  <a:pt x="1637362" y="1787259"/>
                  <a:pt x="1710172" y="1754650"/>
                  <a:pt x="1775193" y="1779444"/>
                </a:cubicBezTo>
                <a:cubicBezTo>
                  <a:pt x="1840214" y="1804239"/>
                  <a:pt x="1872823" y="1877049"/>
                  <a:pt x="1848029" y="1942070"/>
                </a:cubicBezTo>
                <a:lnTo>
                  <a:pt x="1389635" y="3144149"/>
                </a:lnTo>
                <a:cubicBezTo>
                  <a:pt x="1348984" y="3225622"/>
                  <a:pt x="1356391" y="3202920"/>
                  <a:pt x="1228565" y="3214674"/>
                </a:cubicBezTo>
                <a:close/>
                <a:moveTo>
                  <a:pt x="925623" y="3959924"/>
                </a:moveTo>
                <a:cubicBezTo>
                  <a:pt x="746683" y="3959924"/>
                  <a:pt x="601623" y="3814864"/>
                  <a:pt x="601623" y="3635924"/>
                </a:cubicBezTo>
                <a:cubicBezTo>
                  <a:pt x="601623" y="3456984"/>
                  <a:pt x="746683" y="3311924"/>
                  <a:pt x="925623" y="3311924"/>
                </a:cubicBezTo>
                <a:cubicBezTo>
                  <a:pt x="1104563" y="3311924"/>
                  <a:pt x="1249623" y="3456984"/>
                  <a:pt x="1249623" y="3635924"/>
                </a:cubicBezTo>
                <a:cubicBezTo>
                  <a:pt x="1249623" y="3814864"/>
                  <a:pt x="1104563" y="3959924"/>
                  <a:pt x="925623" y="395992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83" name="CustomShape 40"/>
          <p:cNvSpPr/>
          <p:nvPr/>
        </p:nvSpPr>
        <p:spPr>
          <a:xfrm>
            <a:off x="6360840" y="1923120"/>
            <a:ext cx="497520" cy="554040"/>
          </a:xfrm>
          <a:custGeom>
            <a:avLst/>
            <a:gdLst/>
            <a:ahLst/>
            <a:rect l="l" t="t" r="r" b="b"/>
            <a:pathLst>
              <a:path w="356471" h="366339">
                <a:moveTo>
                  <a:pt x="144025" y="123680"/>
                </a:moveTo>
                <a:cubicBezTo>
                  <a:pt x="89551" y="123680"/>
                  <a:pt x="45391" y="167840"/>
                  <a:pt x="45391" y="222314"/>
                </a:cubicBezTo>
                <a:cubicBezTo>
                  <a:pt x="45391" y="276788"/>
                  <a:pt x="89551" y="320948"/>
                  <a:pt x="144025" y="320948"/>
                </a:cubicBezTo>
                <a:cubicBezTo>
                  <a:pt x="198499" y="320948"/>
                  <a:pt x="242659" y="276788"/>
                  <a:pt x="242659" y="222314"/>
                </a:cubicBezTo>
                <a:cubicBezTo>
                  <a:pt x="242659" y="167840"/>
                  <a:pt x="198499" y="123680"/>
                  <a:pt x="144025" y="123680"/>
                </a:cubicBezTo>
                <a:close/>
                <a:moveTo>
                  <a:pt x="354808" y="0"/>
                </a:moveTo>
                <a:lnTo>
                  <a:pt x="356471" y="85288"/>
                </a:lnTo>
                <a:lnTo>
                  <a:pt x="334733" y="64382"/>
                </a:lnTo>
                <a:lnTo>
                  <a:pt x="260258" y="141819"/>
                </a:lnTo>
                <a:cubicBezTo>
                  <a:pt x="278587" y="163579"/>
                  <a:pt x="288050" y="191841"/>
                  <a:pt x="288050" y="222314"/>
                </a:cubicBezTo>
                <a:cubicBezTo>
                  <a:pt x="288050" y="301857"/>
                  <a:pt x="223568" y="366339"/>
                  <a:pt x="144025" y="366339"/>
                </a:cubicBezTo>
                <a:cubicBezTo>
                  <a:pt x="64482" y="366339"/>
                  <a:pt x="0" y="301857"/>
                  <a:pt x="0" y="222314"/>
                </a:cubicBezTo>
                <a:cubicBezTo>
                  <a:pt x="0" y="142771"/>
                  <a:pt x="64482" y="78289"/>
                  <a:pt x="144025" y="78289"/>
                </a:cubicBezTo>
                <a:cubicBezTo>
                  <a:pt x="170876" y="78289"/>
                  <a:pt x="196011" y="85637"/>
                  <a:pt x="216282" y="100527"/>
                </a:cubicBezTo>
                <a:lnTo>
                  <a:pt x="291257" y="22569"/>
                </a:lnTo>
                <a:lnTo>
                  <a:pt x="269519" y="166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84" name="CustomShape 41"/>
          <p:cNvSpPr/>
          <p:nvPr/>
        </p:nvSpPr>
        <p:spPr>
          <a:xfrm>
            <a:off x="7224840" y="1883160"/>
            <a:ext cx="522000" cy="576360"/>
          </a:xfrm>
          <a:custGeom>
            <a:avLst/>
            <a:gdLst/>
            <a:ahLst/>
            <a:rect l="l" t="t" r="r" b="b"/>
            <a:pathLst>
              <a:path w="373598" h="381817">
                <a:moveTo>
                  <a:pt x="229573" y="45391"/>
                </a:moveTo>
                <a:cubicBezTo>
                  <a:pt x="175099" y="45391"/>
                  <a:pt x="130939" y="89551"/>
                  <a:pt x="130939" y="144025"/>
                </a:cubicBezTo>
                <a:cubicBezTo>
                  <a:pt x="130939" y="198499"/>
                  <a:pt x="175099" y="242659"/>
                  <a:pt x="229573" y="242659"/>
                </a:cubicBezTo>
                <a:cubicBezTo>
                  <a:pt x="284047" y="242659"/>
                  <a:pt x="328207" y="198499"/>
                  <a:pt x="328207" y="144025"/>
                </a:cubicBezTo>
                <a:cubicBezTo>
                  <a:pt x="328207" y="89551"/>
                  <a:pt x="284047" y="45391"/>
                  <a:pt x="229573" y="45391"/>
                </a:cubicBezTo>
                <a:close/>
                <a:moveTo>
                  <a:pt x="229573" y="0"/>
                </a:moveTo>
                <a:cubicBezTo>
                  <a:pt x="309116" y="0"/>
                  <a:pt x="373598" y="64482"/>
                  <a:pt x="373598" y="144025"/>
                </a:cubicBezTo>
                <a:cubicBezTo>
                  <a:pt x="373598" y="223568"/>
                  <a:pt x="309116" y="288050"/>
                  <a:pt x="229573" y="288050"/>
                </a:cubicBezTo>
                <a:cubicBezTo>
                  <a:pt x="202172" y="288050"/>
                  <a:pt x="176558" y="280398"/>
                  <a:pt x="156060" y="264966"/>
                </a:cubicBezTo>
                <a:lnTo>
                  <a:pt x="128993" y="292033"/>
                </a:lnTo>
                <a:lnTo>
                  <a:pt x="160228" y="323268"/>
                </a:lnTo>
                <a:cubicBezTo>
                  <a:pt x="171055" y="334095"/>
                  <a:pt x="171055" y="351650"/>
                  <a:pt x="160228" y="362477"/>
                </a:cubicBezTo>
                <a:cubicBezTo>
                  <a:pt x="149401" y="373304"/>
                  <a:pt x="131846" y="373304"/>
                  <a:pt x="121019" y="362477"/>
                </a:cubicBezTo>
                <a:lnTo>
                  <a:pt x="89784" y="331242"/>
                </a:lnTo>
                <a:lnTo>
                  <a:pt x="39209" y="381817"/>
                </a:lnTo>
                <a:cubicBezTo>
                  <a:pt x="28381" y="392644"/>
                  <a:pt x="10827" y="392644"/>
                  <a:pt x="0" y="381817"/>
                </a:cubicBezTo>
                <a:cubicBezTo>
                  <a:pt x="-10828" y="370989"/>
                  <a:pt x="-10828" y="353435"/>
                  <a:pt x="0" y="342608"/>
                </a:cubicBezTo>
                <a:lnTo>
                  <a:pt x="50575" y="292033"/>
                </a:lnTo>
                <a:lnTo>
                  <a:pt x="16166" y="257624"/>
                </a:lnTo>
                <a:cubicBezTo>
                  <a:pt x="5339" y="246797"/>
                  <a:pt x="5339" y="229242"/>
                  <a:pt x="16166" y="218415"/>
                </a:cubicBezTo>
                <a:cubicBezTo>
                  <a:pt x="26993" y="207588"/>
                  <a:pt x="44548" y="207588"/>
                  <a:pt x="55375" y="218415"/>
                </a:cubicBezTo>
                <a:lnTo>
                  <a:pt x="89784" y="252824"/>
                </a:lnTo>
                <a:lnTo>
                  <a:pt x="115252" y="227356"/>
                </a:lnTo>
                <a:cubicBezTo>
                  <a:pt x="95803" y="205073"/>
                  <a:pt x="85548" y="175747"/>
                  <a:pt x="85548" y="144025"/>
                </a:cubicBezTo>
                <a:cubicBezTo>
                  <a:pt x="85548" y="64482"/>
                  <a:pt x="150030" y="0"/>
                  <a:pt x="22957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85" name="CustomShape 42"/>
          <p:cNvSpPr/>
          <p:nvPr/>
        </p:nvSpPr>
        <p:spPr>
          <a:xfrm>
            <a:off x="8197920" y="3053160"/>
            <a:ext cx="498960" cy="533160"/>
          </a:xfrm>
          <a:custGeom>
            <a:avLst/>
            <a:gdLst/>
            <a:ahLst/>
            <a:rect l="l" t="t" r="r" b="b"/>
            <a:pathLst>
              <a:path w="3220460" h="3186731">
                <a:moveTo>
                  <a:pt x="1762834" y="1282034"/>
                </a:moveTo>
                <a:lnTo>
                  <a:pt x="273698" y="2771171"/>
                </a:lnTo>
                <a:cubicBezTo>
                  <a:pt x="253145" y="2791724"/>
                  <a:pt x="253145" y="2825048"/>
                  <a:pt x="273698" y="2845601"/>
                </a:cubicBezTo>
                <a:cubicBezTo>
                  <a:pt x="294251" y="2866154"/>
                  <a:pt x="327575" y="2866154"/>
                  <a:pt x="348128" y="2845601"/>
                </a:cubicBezTo>
                <a:lnTo>
                  <a:pt x="1830131" y="1363598"/>
                </a:lnTo>
                <a:close/>
                <a:moveTo>
                  <a:pt x="2703218" y="237332"/>
                </a:moveTo>
                <a:cubicBezTo>
                  <a:pt x="2623680" y="237332"/>
                  <a:pt x="2559202" y="301810"/>
                  <a:pt x="2559202" y="381348"/>
                </a:cubicBezTo>
                <a:cubicBezTo>
                  <a:pt x="2559202" y="460886"/>
                  <a:pt x="2623680" y="525364"/>
                  <a:pt x="2703218" y="525364"/>
                </a:cubicBezTo>
                <a:cubicBezTo>
                  <a:pt x="2782756" y="525364"/>
                  <a:pt x="2847234" y="460886"/>
                  <a:pt x="2847234" y="381348"/>
                </a:cubicBezTo>
                <a:cubicBezTo>
                  <a:pt x="2847234" y="301810"/>
                  <a:pt x="2782756" y="237332"/>
                  <a:pt x="2703218" y="237332"/>
                </a:cubicBezTo>
                <a:close/>
                <a:moveTo>
                  <a:pt x="2413103" y="0"/>
                </a:moveTo>
                <a:cubicBezTo>
                  <a:pt x="2858994" y="0"/>
                  <a:pt x="3220460" y="361466"/>
                  <a:pt x="3220460" y="807357"/>
                </a:cubicBezTo>
                <a:cubicBezTo>
                  <a:pt x="3220460" y="1253248"/>
                  <a:pt x="2858994" y="1614714"/>
                  <a:pt x="2413103" y="1614714"/>
                </a:cubicBezTo>
                <a:cubicBezTo>
                  <a:pt x="2305542" y="1614714"/>
                  <a:pt x="2202893" y="1593680"/>
                  <a:pt x="2109223" y="1555067"/>
                </a:cubicBezTo>
                <a:lnTo>
                  <a:pt x="2191945" y="1637789"/>
                </a:lnTo>
                <a:cubicBezTo>
                  <a:pt x="2226856" y="1672699"/>
                  <a:pt x="2226855" y="1729300"/>
                  <a:pt x="2191945" y="1764210"/>
                </a:cubicBezTo>
                <a:lnTo>
                  <a:pt x="2045068" y="1911087"/>
                </a:lnTo>
                <a:cubicBezTo>
                  <a:pt x="2010158" y="1945998"/>
                  <a:pt x="1953557" y="1945998"/>
                  <a:pt x="1918647" y="1911087"/>
                </a:cubicBezTo>
                <a:lnTo>
                  <a:pt x="1799123" y="1791564"/>
                </a:lnTo>
                <a:lnTo>
                  <a:pt x="1749496" y="1841190"/>
                </a:lnTo>
                <a:lnTo>
                  <a:pt x="1832980" y="1924673"/>
                </a:lnTo>
                <a:lnTo>
                  <a:pt x="1761893" y="1995760"/>
                </a:lnTo>
                <a:lnTo>
                  <a:pt x="1678410" y="1912277"/>
                </a:lnTo>
                <a:lnTo>
                  <a:pt x="1650246" y="1940441"/>
                </a:lnTo>
                <a:lnTo>
                  <a:pt x="1735612" y="2025807"/>
                </a:lnTo>
                <a:lnTo>
                  <a:pt x="1573330" y="2188089"/>
                </a:lnTo>
                <a:lnTo>
                  <a:pt x="1487964" y="2102723"/>
                </a:lnTo>
                <a:lnTo>
                  <a:pt x="1451742" y="2138944"/>
                </a:lnTo>
                <a:lnTo>
                  <a:pt x="1537109" y="2224311"/>
                </a:lnTo>
                <a:lnTo>
                  <a:pt x="1374830" y="2386590"/>
                </a:lnTo>
                <a:lnTo>
                  <a:pt x="1289463" y="2301223"/>
                </a:lnTo>
                <a:lnTo>
                  <a:pt x="1225079" y="2365608"/>
                </a:lnTo>
                <a:lnTo>
                  <a:pt x="1310445" y="2450974"/>
                </a:lnTo>
                <a:lnTo>
                  <a:pt x="1239358" y="2522061"/>
                </a:lnTo>
                <a:lnTo>
                  <a:pt x="1153992" y="2436695"/>
                </a:lnTo>
                <a:lnTo>
                  <a:pt x="1104364" y="2486322"/>
                </a:lnTo>
                <a:lnTo>
                  <a:pt x="1189730" y="2571689"/>
                </a:lnTo>
                <a:lnTo>
                  <a:pt x="1034153" y="2727266"/>
                </a:lnTo>
                <a:lnTo>
                  <a:pt x="948787" y="2641900"/>
                </a:lnTo>
                <a:lnTo>
                  <a:pt x="905863" y="2684824"/>
                </a:lnTo>
                <a:lnTo>
                  <a:pt x="991230" y="2770191"/>
                </a:lnTo>
                <a:lnTo>
                  <a:pt x="842353" y="2919067"/>
                </a:lnTo>
                <a:lnTo>
                  <a:pt x="756986" y="2833700"/>
                </a:lnTo>
                <a:lnTo>
                  <a:pt x="692119" y="2898567"/>
                </a:lnTo>
                <a:lnTo>
                  <a:pt x="777486" y="2983934"/>
                </a:lnTo>
                <a:lnTo>
                  <a:pt x="628610" y="3132811"/>
                </a:lnTo>
                <a:lnTo>
                  <a:pt x="618557" y="3122757"/>
                </a:lnTo>
                <a:lnTo>
                  <a:pt x="622830" y="3134825"/>
                </a:lnTo>
                <a:lnTo>
                  <a:pt x="346551" y="3150831"/>
                </a:lnTo>
                <a:lnTo>
                  <a:pt x="0" y="3186731"/>
                </a:lnTo>
                <a:lnTo>
                  <a:pt x="51749" y="2750557"/>
                </a:lnTo>
                <a:lnTo>
                  <a:pt x="48979" y="2747788"/>
                </a:lnTo>
                <a:lnTo>
                  <a:pt x="52495" y="2744272"/>
                </a:lnTo>
                <a:lnTo>
                  <a:pt x="52938" y="2740533"/>
                </a:lnTo>
                <a:lnTo>
                  <a:pt x="54575" y="2742192"/>
                </a:lnTo>
                <a:lnTo>
                  <a:pt x="1671288" y="1125479"/>
                </a:lnTo>
                <a:cubicBezTo>
                  <a:pt x="1628971" y="1027979"/>
                  <a:pt x="1605746" y="920380"/>
                  <a:pt x="1605746" y="807357"/>
                </a:cubicBezTo>
                <a:cubicBezTo>
                  <a:pt x="1605746" y="361466"/>
                  <a:pt x="1967212" y="0"/>
                  <a:pt x="241310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86" name="CustomShape 43"/>
          <p:cNvSpPr/>
          <p:nvPr/>
        </p:nvSpPr>
        <p:spPr>
          <a:xfrm>
            <a:off x="5762160" y="3052080"/>
            <a:ext cx="343440" cy="534960"/>
          </a:xfrm>
          <a:custGeom>
            <a:avLst/>
            <a:gdLst/>
            <a:ahLst/>
            <a:rect l="l" t="t" r="r" b="b"/>
            <a:pathLst>
              <a:path w="2215656" h="3200962">
                <a:moveTo>
                  <a:pt x="1107829" y="2097026"/>
                </a:moveTo>
                <a:cubicBezTo>
                  <a:pt x="1025315" y="2097026"/>
                  <a:pt x="958423" y="2163918"/>
                  <a:pt x="958423" y="2246432"/>
                </a:cubicBezTo>
                <a:cubicBezTo>
                  <a:pt x="958423" y="2302715"/>
                  <a:pt x="989546" y="2351730"/>
                  <a:pt x="1036590" y="2375275"/>
                </a:cubicBezTo>
                <a:lnTo>
                  <a:pt x="985422" y="2684898"/>
                </a:lnTo>
                <a:lnTo>
                  <a:pt x="1230236" y="2684898"/>
                </a:lnTo>
                <a:lnTo>
                  <a:pt x="1179068" y="2375275"/>
                </a:lnTo>
                <a:cubicBezTo>
                  <a:pt x="1226112" y="2351730"/>
                  <a:pt x="1257234" y="2302715"/>
                  <a:pt x="1257234" y="2246432"/>
                </a:cubicBezTo>
                <a:cubicBezTo>
                  <a:pt x="1257234" y="2163918"/>
                  <a:pt x="1190343" y="2097026"/>
                  <a:pt x="1107829" y="2097026"/>
                </a:cubicBezTo>
                <a:close/>
                <a:moveTo>
                  <a:pt x="1102513" y="266871"/>
                </a:moveTo>
                <a:cubicBezTo>
                  <a:pt x="874876" y="269781"/>
                  <a:pt x="691868" y="455143"/>
                  <a:pt x="691868" y="682798"/>
                </a:cubicBezTo>
                <a:lnTo>
                  <a:pt x="690469" y="682798"/>
                </a:lnTo>
                <a:lnTo>
                  <a:pt x="690469" y="1580962"/>
                </a:lnTo>
                <a:lnTo>
                  <a:pt x="1525188" y="1580962"/>
                </a:lnTo>
                <a:lnTo>
                  <a:pt x="1525188" y="672127"/>
                </a:lnTo>
                <a:lnTo>
                  <a:pt x="1523654" y="672166"/>
                </a:lnTo>
                <a:cubicBezTo>
                  <a:pt x="1517835" y="444585"/>
                  <a:pt x="1330149" y="263961"/>
                  <a:pt x="1102513" y="266871"/>
                </a:cubicBezTo>
                <a:close/>
                <a:moveTo>
                  <a:pt x="1099102" y="56"/>
                </a:moveTo>
                <a:cubicBezTo>
                  <a:pt x="1472767" y="-4720"/>
                  <a:pt x="1780852" y="291773"/>
                  <a:pt x="1790404" y="665346"/>
                </a:cubicBezTo>
                <a:lnTo>
                  <a:pt x="1742843" y="666562"/>
                </a:lnTo>
                <a:lnTo>
                  <a:pt x="1790627" y="666562"/>
                </a:lnTo>
                <a:lnTo>
                  <a:pt x="1790627" y="1580962"/>
                </a:lnTo>
                <a:lnTo>
                  <a:pt x="2041344" y="1580962"/>
                </a:lnTo>
                <a:cubicBezTo>
                  <a:pt x="2137614" y="1580962"/>
                  <a:pt x="2215656" y="1659004"/>
                  <a:pt x="2215656" y="1755274"/>
                </a:cubicBezTo>
                <a:lnTo>
                  <a:pt x="2215656" y="3026650"/>
                </a:lnTo>
                <a:cubicBezTo>
                  <a:pt x="2215656" y="3122920"/>
                  <a:pt x="2137614" y="3200962"/>
                  <a:pt x="2041344" y="3200962"/>
                </a:cubicBezTo>
                <a:lnTo>
                  <a:pt x="174312" y="3200962"/>
                </a:lnTo>
                <a:cubicBezTo>
                  <a:pt x="78042" y="3200962"/>
                  <a:pt x="0" y="3122920"/>
                  <a:pt x="0" y="3026650"/>
                </a:cubicBezTo>
                <a:lnTo>
                  <a:pt x="0" y="1755274"/>
                </a:lnTo>
                <a:cubicBezTo>
                  <a:pt x="0" y="1659004"/>
                  <a:pt x="78042" y="1580962"/>
                  <a:pt x="174312" y="1580962"/>
                </a:cubicBezTo>
                <a:lnTo>
                  <a:pt x="425030" y="1580962"/>
                </a:lnTo>
                <a:lnTo>
                  <a:pt x="425030" y="676764"/>
                </a:lnTo>
                <a:lnTo>
                  <a:pt x="425634" y="676764"/>
                </a:lnTo>
                <a:cubicBezTo>
                  <a:pt x="428273" y="305830"/>
                  <a:pt x="727452" y="4806"/>
                  <a:pt x="1099102" y="56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87" name="CustomShape 44"/>
          <p:cNvSpPr/>
          <p:nvPr/>
        </p:nvSpPr>
        <p:spPr>
          <a:xfrm>
            <a:off x="9034560" y="3052080"/>
            <a:ext cx="447120" cy="534960"/>
          </a:xfrm>
          <a:custGeom>
            <a:avLst/>
            <a:gdLst/>
            <a:ahLst/>
            <a:rect l="l" t="t" r="r" b="b"/>
            <a:pathLst>
              <a:path w="2890784" h="3200962">
                <a:moveTo>
                  <a:pt x="1107828" y="2097026"/>
                </a:moveTo>
                <a:cubicBezTo>
                  <a:pt x="1025313" y="2097026"/>
                  <a:pt x="958422" y="2163918"/>
                  <a:pt x="958422" y="2246432"/>
                </a:cubicBezTo>
                <a:cubicBezTo>
                  <a:pt x="958422" y="2302715"/>
                  <a:pt x="989545" y="2351730"/>
                  <a:pt x="1036589" y="2375275"/>
                </a:cubicBezTo>
                <a:lnTo>
                  <a:pt x="985421" y="2684898"/>
                </a:lnTo>
                <a:lnTo>
                  <a:pt x="1230235" y="2684898"/>
                </a:lnTo>
                <a:lnTo>
                  <a:pt x="1179067" y="2375275"/>
                </a:lnTo>
                <a:cubicBezTo>
                  <a:pt x="1226111" y="2351730"/>
                  <a:pt x="1257233" y="2302715"/>
                  <a:pt x="1257233" y="2246432"/>
                </a:cubicBezTo>
                <a:cubicBezTo>
                  <a:pt x="1257233" y="2163918"/>
                  <a:pt x="1190342" y="2097026"/>
                  <a:pt x="1107828" y="2097026"/>
                </a:cubicBezTo>
                <a:close/>
                <a:moveTo>
                  <a:pt x="2199259" y="56"/>
                </a:moveTo>
                <a:cubicBezTo>
                  <a:pt x="2572924" y="-4720"/>
                  <a:pt x="2881009" y="291773"/>
                  <a:pt x="2890561" y="665346"/>
                </a:cubicBezTo>
                <a:lnTo>
                  <a:pt x="2843000" y="666562"/>
                </a:lnTo>
                <a:lnTo>
                  <a:pt x="2890784" y="666562"/>
                </a:lnTo>
                <a:lnTo>
                  <a:pt x="2890784" y="1580962"/>
                </a:lnTo>
                <a:lnTo>
                  <a:pt x="2625345" y="1580962"/>
                </a:lnTo>
                <a:lnTo>
                  <a:pt x="2625345" y="672127"/>
                </a:lnTo>
                <a:lnTo>
                  <a:pt x="2623811" y="672166"/>
                </a:lnTo>
                <a:cubicBezTo>
                  <a:pt x="2617992" y="444585"/>
                  <a:pt x="2430306" y="263961"/>
                  <a:pt x="2202670" y="266871"/>
                </a:cubicBezTo>
                <a:cubicBezTo>
                  <a:pt x="1975033" y="269781"/>
                  <a:pt x="1792025" y="455143"/>
                  <a:pt x="1792025" y="682798"/>
                </a:cubicBezTo>
                <a:lnTo>
                  <a:pt x="1790626" y="682798"/>
                </a:lnTo>
                <a:lnTo>
                  <a:pt x="1790626" y="1580962"/>
                </a:lnTo>
                <a:lnTo>
                  <a:pt x="2041344" y="1580962"/>
                </a:lnTo>
                <a:cubicBezTo>
                  <a:pt x="2137614" y="1580962"/>
                  <a:pt x="2215656" y="1659004"/>
                  <a:pt x="2215656" y="1755274"/>
                </a:cubicBezTo>
                <a:lnTo>
                  <a:pt x="2215656" y="3026650"/>
                </a:lnTo>
                <a:cubicBezTo>
                  <a:pt x="2215656" y="3122920"/>
                  <a:pt x="2137614" y="3200962"/>
                  <a:pt x="2041344" y="3200962"/>
                </a:cubicBezTo>
                <a:lnTo>
                  <a:pt x="174312" y="3200962"/>
                </a:lnTo>
                <a:cubicBezTo>
                  <a:pt x="78042" y="3200962"/>
                  <a:pt x="0" y="3122920"/>
                  <a:pt x="0" y="3026650"/>
                </a:cubicBezTo>
                <a:lnTo>
                  <a:pt x="0" y="1755274"/>
                </a:lnTo>
                <a:cubicBezTo>
                  <a:pt x="0" y="1659004"/>
                  <a:pt x="78042" y="1580962"/>
                  <a:pt x="174312" y="1580962"/>
                </a:cubicBezTo>
                <a:lnTo>
                  <a:pt x="1525187" y="1580962"/>
                </a:lnTo>
                <a:lnTo>
                  <a:pt x="1525187" y="676764"/>
                </a:lnTo>
                <a:lnTo>
                  <a:pt x="1525791" y="676764"/>
                </a:lnTo>
                <a:cubicBezTo>
                  <a:pt x="1528430" y="305830"/>
                  <a:pt x="1827609" y="4806"/>
                  <a:pt x="2199259" y="56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88" name="CustomShape 45"/>
          <p:cNvSpPr/>
          <p:nvPr/>
        </p:nvSpPr>
        <p:spPr>
          <a:xfrm>
            <a:off x="10725120" y="3048120"/>
            <a:ext cx="491400" cy="542520"/>
          </a:xfrm>
          <a:custGeom>
            <a:avLst/>
            <a:gdLst/>
            <a:ahLst/>
            <a:rect l="l" t="t" r="r" b="b"/>
            <a:pathLst>
              <a:path w="2296406" h="2354521">
                <a:moveTo>
                  <a:pt x="2279640" y="1747818"/>
                </a:moveTo>
                <a:lnTo>
                  <a:pt x="1827546" y="1826304"/>
                </a:lnTo>
                <a:cubicBezTo>
                  <a:pt x="1873723" y="1907635"/>
                  <a:pt x="1985737" y="2047488"/>
                  <a:pt x="1955104" y="2095900"/>
                </a:cubicBezTo>
                <a:cubicBezTo>
                  <a:pt x="1897166" y="2139232"/>
                  <a:pt x="1773393" y="2006999"/>
                  <a:pt x="1682537" y="1962549"/>
                </a:cubicBezTo>
                <a:lnTo>
                  <a:pt x="1528613" y="2354521"/>
                </a:lnTo>
                <a:lnTo>
                  <a:pt x="1380482" y="2120816"/>
                </a:lnTo>
                <a:lnTo>
                  <a:pt x="1495542" y="1788127"/>
                </a:lnTo>
                <a:lnTo>
                  <a:pt x="909489" y="1225390"/>
                </a:lnTo>
                <a:lnTo>
                  <a:pt x="414951" y="2322212"/>
                </a:lnTo>
                <a:lnTo>
                  <a:pt x="293184" y="2052845"/>
                </a:lnTo>
                <a:lnTo>
                  <a:pt x="520411" y="767428"/>
                </a:lnTo>
                <a:cubicBezTo>
                  <a:pt x="325060" y="542715"/>
                  <a:pt x="-71458" y="102202"/>
                  <a:pt x="11167" y="5505"/>
                </a:cubicBezTo>
                <a:cubicBezTo>
                  <a:pt x="111065" y="-52229"/>
                  <a:pt x="554777" y="358209"/>
                  <a:pt x="771719" y="578452"/>
                </a:cubicBezTo>
                <a:lnTo>
                  <a:pt x="2041440" y="514597"/>
                </a:lnTo>
                <a:lnTo>
                  <a:pt x="2296406" y="662729"/>
                </a:lnTo>
                <a:lnTo>
                  <a:pt x="1124906" y="1004182"/>
                </a:lnTo>
                <a:lnTo>
                  <a:pt x="1676517" y="1608523"/>
                </a:lnTo>
                <a:cubicBezTo>
                  <a:pt x="1795262" y="1589016"/>
                  <a:pt x="2094931" y="1557316"/>
                  <a:pt x="2094931" y="1557316"/>
                </a:cubicBezTo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89" name="CustomShape 46"/>
          <p:cNvSpPr/>
          <p:nvPr/>
        </p:nvSpPr>
        <p:spPr>
          <a:xfrm>
            <a:off x="11540520" y="5324760"/>
            <a:ext cx="603360" cy="441360"/>
          </a:xfrm>
          <a:custGeom>
            <a:avLst/>
            <a:gdLst/>
            <a:ahLst/>
            <a:rect l="l" t="t" r="r" b="b"/>
            <a:pathLst>
              <a:path w="3219104" h="2180445">
                <a:moveTo>
                  <a:pt x="631935" y="660566"/>
                </a:moveTo>
                <a:cubicBezTo>
                  <a:pt x="582229" y="660566"/>
                  <a:pt x="541935" y="700860"/>
                  <a:pt x="541935" y="750566"/>
                </a:cubicBezTo>
                <a:cubicBezTo>
                  <a:pt x="541935" y="800272"/>
                  <a:pt x="582229" y="840566"/>
                  <a:pt x="631935" y="840566"/>
                </a:cubicBezTo>
                <a:cubicBezTo>
                  <a:pt x="681641" y="840566"/>
                  <a:pt x="721935" y="800272"/>
                  <a:pt x="721935" y="750566"/>
                </a:cubicBezTo>
                <a:cubicBezTo>
                  <a:pt x="721935" y="700860"/>
                  <a:pt x="681641" y="660566"/>
                  <a:pt x="631935" y="660566"/>
                </a:cubicBezTo>
                <a:close/>
                <a:moveTo>
                  <a:pt x="2920524" y="132986"/>
                </a:moveTo>
                <a:cubicBezTo>
                  <a:pt x="2884582" y="132986"/>
                  <a:pt x="2855445" y="171564"/>
                  <a:pt x="2855445" y="219152"/>
                </a:cubicBezTo>
                <a:cubicBezTo>
                  <a:pt x="2855445" y="266740"/>
                  <a:pt x="2884582" y="305318"/>
                  <a:pt x="2920524" y="305318"/>
                </a:cubicBezTo>
                <a:cubicBezTo>
                  <a:pt x="2956466" y="305318"/>
                  <a:pt x="2985603" y="266740"/>
                  <a:pt x="2985603" y="219152"/>
                </a:cubicBezTo>
                <a:cubicBezTo>
                  <a:pt x="2985603" y="171564"/>
                  <a:pt x="2956466" y="132986"/>
                  <a:pt x="2920524" y="132986"/>
                </a:cubicBezTo>
                <a:close/>
                <a:moveTo>
                  <a:pt x="1840097" y="123357"/>
                </a:moveTo>
                <a:cubicBezTo>
                  <a:pt x="1690593" y="125267"/>
                  <a:pt x="1541569" y="163386"/>
                  <a:pt x="1407089" y="237534"/>
                </a:cubicBezTo>
                <a:lnTo>
                  <a:pt x="1442443" y="299445"/>
                </a:lnTo>
                <a:cubicBezTo>
                  <a:pt x="1690026" y="162934"/>
                  <a:pt x="1991162" y="159087"/>
                  <a:pt x="2242273" y="289227"/>
                </a:cubicBezTo>
                <a:lnTo>
                  <a:pt x="2275978" y="226435"/>
                </a:lnTo>
                <a:cubicBezTo>
                  <a:pt x="2139582" y="155746"/>
                  <a:pt x="1989600" y="121447"/>
                  <a:pt x="1840097" y="123357"/>
                </a:cubicBezTo>
                <a:close/>
                <a:moveTo>
                  <a:pt x="1808744" y="1233"/>
                </a:moveTo>
                <a:cubicBezTo>
                  <a:pt x="2156106" y="-14520"/>
                  <a:pt x="2554236" y="122009"/>
                  <a:pt x="2727916" y="332053"/>
                </a:cubicBezTo>
                <a:lnTo>
                  <a:pt x="2797407" y="426906"/>
                </a:lnTo>
                <a:cubicBezTo>
                  <a:pt x="2816730" y="407744"/>
                  <a:pt x="2822914" y="396798"/>
                  <a:pt x="2848347" y="374270"/>
                </a:cubicBezTo>
                <a:cubicBezTo>
                  <a:pt x="2789714" y="335227"/>
                  <a:pt x="2770554" y="301522"/>
                  <a:pt x="2770554" y="211287"/>
                </a:cubicBezTo>
                <a:cubicBezTo>
                  <a:pt x="2770554" y="109060"/>
                  <a:pt x="2826850" y="34523"/>
                  <a:pt x="2918697" y="33333"/>
                </a:cubicBezTo>
                <a:cubicBezTo>
                  <a:pt x="3010544" y="32143"/>
                  <a:pt x="3068737" y="122977"/>
                  <a:pt x="3064459" y="218431"/>
                </a:cubicBezTo>
                <a:cubicBezTo>
                  <a:pt x="3062319" y="266188"/>
                  <a:pt x="3063213" y="242475"/>
                  <a:pt x="3054577" y="285936"/>
                </a:cubicBezTo>
                <a:cubicBezTo>
                  <a:pt x="3088600" y="260795"/>
                  <a:pt x="3146396" y="297212"/>
                  <a:pt x="3198377" y="27802"/>
                </a:cubicBezTo>
                <a:cubicBezTo>
                  <a:pt x="3270974" y="270322"/>
                  <a:pt x="3142267" y="378871"/>
                  <a:pt x="2977023" y="405424"/>
                </a:cubicBezTo>
                <a:cubicBezTo>
                  <a:pt x="2937650" y="455263"/>
                  <a:pt x="2906651" y="507366"/>
                  <a:pt x="2854455" y="531728"/>
                </a:cubicBezTo>
                <a:cubicBezTo>
                  <a:pt x="2854593" y="531917"/>
                  <a:pt x="2854687" y="532126"/>
                  <a:pt x="2854781" y="532336"/>
                </a:cubicBezTo>
                <a:lnTo>
                  <a:pt x="2914835" y="719911"/>
                </a:lnTo>
                <a:cubicBezTo>
                  <a:pt x="2982387" y="1030651"/>
                  <a:pt x="2875068" y="1334999"/>
                  <a:pt x="2751965" y="1458417"/>
                </a:cubicBezTo>
                <a:cubicBezTo>
                  <a:pt x="2718119" y="1752479"/>
                  <a:pt x="2636178" y="1904762"/>
                  <a:pt x="2564924" y="2133185"/>
                </a:cubicBezTo>
                <a:cubicBezTo>
                  <a:pt x="2548001" y="2174319"/>
                  <a:pt x="2290597" y="2162941"/>
                  <a:pt x="2284362" y="2130560"/>
                </a:cubicBezTo>
                <a:cubicBezTo>
                  <a:pt x="2253189" y="1989654"/>
                  <a:pt x="2205984" y="1832997"/>
                  <a:pt x="2190842" y="1681589"/>
                </a:cubicBezTo>
                <a:cubicBezTo>
                  <a:pt x="1937891" y="1727975"/>
                  <a:pt x="1628829" y="1727099"/>
                  <a:pt x="1429318" y="1710471"/>
                </a:cubicBezTo>
                <a:cubicBezTo>
                  <a:pt x="1387456" y="1891634"/>
                  <a:pt x="1268107" y="2057044"/>
                  <a:pt x="1143413" y="2180445"/>
                </a:cubicBezTo>
                <a:lnTo>
                  <a:pt x="943012" y="2180445"/>
                </a:lnTo>
                <a:cubicBezTo>
                  <a:pt x="894916" y="2170818"/>
                  <a:pt x="902932" y="1825120"/>
                  <a:pt x="910948" y="1650083"/>
                </a:cubicBezTo>
                <a:cubicBezTo>
                  <a:pt x="600994" y="1508303"/>
                  <a:pt x="-80369" y="1319263"/>
                  <a:pt x="7807" y="838786"/>
                </a:cubicBezTo>
                <a:cubicBezTo>
                  <a:pt x="13151" y="796777"/>
                  <a:pt x="184160" y="802028"/>
                  <a:pt x="275009" y="799402"/>
                </a:cubicBezTo>
                <a:cubicBezTo>
                  <a:pt x="369419" y="659373"/>
                  <a:pt x="418407" y="582356"/>
                  <a:pt x="555570" y="465957"/>
                </a:cubicBezTo>
                <a:cubicBezTo>
                  <a:pt x="547554" y="374062"/>
                  <a:pt x="496786" y="206026"/>
                  <a:pt x="531522" y="190273"/>
                </a:cubicBezTo>
                <a:cubicBezTo>
                  <a:pt x="764877" y="64246"/>
                  <a:pt x="803177" y="250661"/>
                  <a:pt x="924308" y="355683"/>
                </a:cubicBezTo>
                <a:cubicBezTo>
                  <a:pt x="1130053" y="143013"/>
                  <a:pt x="1554903" y="11735"/>
                  <a:pt x="1808744" y="1233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90" name="CustomShape 47"/>
          <p:cNvSpPr/>
          <p:nvPr/>
        </p:nvSpPr>
        <p:spPr>
          <a:xfrm>
            <a:off x="5113800" y="2908800"/>
            <a:ext cx="309960" cy="821160"/>
          </a:xfrm>
          <a:custGeom>
            <a:avLst/>
            <a:gdLst/>
            <a:ahLst/>
            <a:rect l="l" t="t" r="r" b="b"/>
            <a:pathLst>
              <a:path w="1060423" h="2598393">
                <a:moveTo>
                  <a:pt x="511607" y="1989888"/>
                </a:moveTo>
                <a:cubicBezTo>
                  <a:pt x="421916" y="2038892"/>
                  <a:pt x="392123" y="2248491"/>
                  <a:pt x="577615" y="2379095"/>
                </a:cubicBezTo>
                <a:cubicBezTo>
                  <a:pt x="531205" y="2257454"/>
                  <a:pt x="562054" y="2197447"/>
                  <a:pt x="592034" y="2136572"/>
                </a:cubicBezTo>
                <a:cubicBezTo>
                  <a:pt x="592534" y="2167519"/>
                  <a:pt x="560915" y="2234057"/>
                  <a:pt x="638675" y="2272816"/>
                </a:cubicBezTo>
                <a:cubicBezTo>
                  <a:pt x="602283" y="2156226"/>
                  <a:pt x="756001" y="2119500"/>
                  <a:pt x="594605" y="1990756"/>
                </a:cubicBezTo>
                <a:cubicBezTo>
                  <a:pt x="828052" y="2024484"/>
                  <a:pt x="759407" y="2143283"/>
                  <a:pt x="814896" y="2262952"/>
                </a:cubicBezTo>
                <a:cubicBezTo>
                  <a:pt x="774295" y="2270013"/>
                  <a:pt x="715464" y="2161619"/>
                  <a:pt x="728685" y="2212952"/>
                </a:cubicBezTo>
                <a:cubicBezTo>
                  <a:pt x="798068" y="2415798"/>
                  <a:pt x="590532" y="2421590"/>
                  <a:pt x="656442" y="2598393"/>
                </a:cubicBezTo>
                <a:cubicBezTo>
                  <a:pt x="451592" y="2586815"/>
                  <a:pt x="511509" y="2396411"/>
                  <a:pt x="415171" y="2350110"/>
                </a:cubicBezTo>
                <a:cubicBezTo>
                  <a:pt x="389023" y="2345435"/>
                  <a:pt x="357666" y="2366802"/>
                  <a:pt x="415723" y="2461957"/>
                </a:cubicBezTo>
                <a:cubicBezTo>
                  <a:pt x="77590" y="2209980"/>
                  <a:pt x="314998" y="2004011"/>
                  <a:pt x="511607" y="1989888"/>
                </a:cubicBezTo>
                <a:close/>
                <a:moveTo>
                  <a:pt x="344786" y="1884983"/>
                </a:moveTo>
                <a:lnTo>
                  <a:pt x="722598" y="1884983"/>
                </a:lnTo>
                <a:cubicBezTo>
                  <a:pt x="716460" y="1906965"/>
                  <a:pt x="711917" y="1928321"/>
                  <a:pt x="707988" y="1948728"/>
                </a:cubicBezTo>
                <a:lnTo>
                  <a:pt x="357819" y="1948059"/>
                </a:lnTo>
                <a:close/>
                <a:moveTo>
                  <a:pt x="530212" y="651224"/>
                </a:moveTo>
                <a:cubicBezTo>
                  <a:pt x="585486" y="651224"/>
                  <a:pt x="630294" y="696033"/>
                  <a:pt x="630294" y="751307"/>
                </a:cubicBezTo>
                <a:cubicBezTo>
                  <a:pt x="630294" y="806581"/>
                  <a:pt x="585486" y="851389"/>
                  <a:pt x="530212" y="851389"/>
                </a:cubicBezTo>
                <a:cubicBezTo>
                  <a:pt x="474938" y="851389"/>
                  <a:pt x="430129" y="806581"/>
                  <a:pt x="430129" y="751307"/>
                </a:cubicBezTo>
                <a:cubicBezTo>
                  <a:pt x="430129" y="696033"/>
                  <a:pt x="474938" y="651224"/>
                  <a:pt x="530212" y="651224"/>
                </a:cubicBezTo>
                <a:close/>
                <a:moveTo>
                  <a:pt x="530212" y="551141"/>
                </a:moveTo>
                <a:cubicBezTo>
                  <a:pt x="419664" y="551141"/>
                  <a:pt x="330046" y="640759"/>
                  <a:pt x="330046" y="751307"/>
                </a:cubicBezTo>
                <a:cubicBezTo>
                  <a:pt x="330046" y="861855"/>
                  <a:pt x="419664" y="951472"/>
                  <a:pt x="530212" y="951472"/>
                </a:cubicBezTo>
                <a:cubicBezTo>
                  <a:pt x="640760" y="951472"/>
                  <a:pt x="730377" y="861855"/>
                  <a:pt x="730377" y="751307"/>
                </a:cubicBezTo>
                <a:cubicBezTo>
                  <a:pt x="730377" y="640759"/>
                  <a:pt x="640760" y="551141"/>
                  <a:pt x="530212" y="551141"/>
                </a:cubicBezTo>
                <a:close/>
                <a:moveTo>
                  <a:pt x="286245" y="353827"/>
                </a:moveTo>
                <a:cubicBezTo>
                  <a:pt x="438132" y="439406"/>
                  <a:pt x="623290" y="440561"/>
                  <a:pt x="776100" y="356932"/>
                </a:cubicBezTo>
                <a:cubicBezTo>
                  <a:pt x="941305" y="720175"/>
                  <a:pt x="898096" y="1115325"/>
                  <a:pt x="825241" y="1447764"/>
                </a:cubicBezTo>
                <a:lnTo>
                  <a:pt x="1060423" y="1673413"/>
                </a:lnTo>
                <a:lnTo>
                  <a:pt x="1021935" y="1978110"/>
                </a:lnTo>
                <a:lnTo>
                  <a:pt x="745125" y="1786699"/>
                </a:lnTo>
                <a:lnTo>
                  <a:pt x="734250" y="1834148"/>
                </a:lnTo>
                <a:lnTo>
                  <a:pt x="332991" y="1834148"/>
                </a:lnTo>
                <a:cubicBezTo>
                  <a:pt x="330005" y="1820736"/>
                  <a:pt x="326662" y="1807037"/>
                  <a:pt x="323192" y="1793020"/>
                </a:cubicBezTo>
                <a:lnTo>
                  <a:pt x="38489" y="1989888"/>
                </a:lnTo>
                <a:lnTo>
                  <a:pt x="0" y="1685191"/>
                </a:lnTo>
                <a:lnTo>
                  <a:pt x="237343" y="1457469"/>
                </a:lnTo>
                <a:lnTo>
                  <a:pt x="238009" y="1459571"/>
                </a:lnTo>
                <a:lnTo>
                  <a:pt x="242012" y="1446515"/>
                </a:lnTo>
                <a:cubicBezTo>
                  <a:pt x="171205" y="1115067"/>
                  <a:pt x="127758" y="714059"/>
                  <a:pt x="286245" y="353827"/>
                </a:cubicBezTo>
                <a:close/>
                <a:moveTo>
                  <a:pt x="527942" y="0"/>
                </a:moveTo>
                <a:cubicBezTo>
                  <a:pt x="622760" y="95693"/>
                  <a:pt x="695048" y="196745"/>
                  <a:pt x="748164" y="301374"/>
                </a:cubicBezTo>
                <a:cubicBezTo>
                  <a:pt x="612692" y="376844"/>
                  <a:pt x="447588" y="375495"/>
                  <a:pt x="312997" y="298024"/>
                </a:cubicBezTo>
                <a:cubicBezTo>
                  <a:pt x="364591" y="193505"/>
                  <a:pt x="435080" y="93397"/>
                  <a:pt x="52794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91" name="CustomShape 48"/>
          <p:cNvSpPr/>
          <p:nvPr/>
        </p:nvSpPr>
        <p:spPr>
          <a:xfrm>
            <a:off x="9820440" y="3077280"/>
            <a:ext cx="568800" cy="485640"/>
          </a:xfrm>
          <a:custGeom>
            <a:avLst/>
            <a:gdLst/>
            <a:ahLst/>
            <a:rect l="l" t="t" r="r" b="b"/>
            <a:pathLst>
              <a:path w="3219104" h="2545072">
                <a:moveTo>
                  <a:pt x="2779672" y="457200"/>
                </a:moveTo>
                <a:lnTo>
                  <a:pt x="2975888" y="457200"/>
                </a:lnTo>
                <a:cubicBezTo>
                  <a:pt x="3110212" y="457200"/>
                  <a:pt x="3219104" y="566092"/>
                  <a:pt x="3219104" y="700416"/>
                </a:cubicBezTo>
                <a:lnTo>
                  <a:pt x="3219104" y="2301856"/>
                </a:lnTo>
                <a:cubicBezTo>
                  <a:pt x="3219104" y="2436180"/>
                  <a:pt x="3110212" y="2545072"/>
                  <a:pt x="2975888" y="2545072"/>
                </a:cubicBezTo>
                <a:lnTo>
                  <a:pt x="2779672" y="2545072"/>
                </a:lnTo>
                <a:close/>
                <a:moveTo>
                  <a:pt x="243216" y="457200"/>
                </a:moveTo>
                <a:lnTo>
                  <a:pt x="439432" y="457200"/>
                </a:lnTo>
                <a:lnTo>
                  <a:pt x="439432" y="2545072"/>
                </a:lnTo>
                <a:lnTo>
                  <a:pt x="243216" y="2545072"/>
                </a:lnTo>
                <a:cubicBezTo>
                  <a:pt x="108892" y="2545072"/>
                  <a:pt x="0" y="2436180"/>
                  <a:pt x="0" y="2301856"/>
                </a:cubicBezTo>
                <a:lnTo>
                  <a:pt x="0" y="700416"/>
                </a:lnTo>
                <a:cubicBezTo>
                  <a:pt x="0" y="566092"/>
                  <a:pt x="108892" y="457200"/>
                  <a:pt x="243216" y="457200"/>
                </a:cubicBezTo>
                <a:close/>
                <a:moveTo>
                  <a:pt x="1428476" y="174246"/>
                </a:moveTo>
                <a:cubicBezTo>
                  <a:pt x="1372210" y="174246"/>
                  <a:pt x="1326598" y="219858"/>
                  <a:pt x="1326598" y="276124"/>
                </a:cubicBezTo>
                <a:lnTo>
                  <a:pt x="1326598" y="457200"/>
                </a:lnTo>
                <a:lnTo>
                  <a:pt x="1892506" y="457200"/>
                </a:lnTo>
                <a:lnTo>
                  <a:pt x="1892506" y="276124"/>
                </a:lnTo>
                <a:cubicBezTo>
                  <a:pt x="1892506" y="219858"/>
                  <a:pt x="1846894" y="174246"/>
                  <a:pt x="1790628" y="174246"/>
                </a:cubicBezTo>
                <a:close/>
                <a:moveTo>
                  <a:pt x="1285704" y="0"/>
                </a:moveTo>
                <a:lnTo>
                  <a:pt x="1933400" y="0"/>
                </a:lnTo>
                <a:cubicBezTo>
                  <a:pt x="2007048" y="0"/>
                  <a:pt x="2066752" y="59704"/>
                  <a:pt x="2066752" y="133352"/>
                </a:cubicBezTo>
                <a:lnTo>
                  <a:pt x="2066752" y="457200"/>
                </a:lnTo>
                <a:lnTo>
                  <a:pt x="2599672" y="457200"/>
                </a:lnTo>
                <a:lnTo>
                  <a:pt x="2599672" y="2545072"/>
                </a:lnTo>
                <a:lnTo>
                  <a:pt x="619432" y="2545072"/>
                </a:lnTo>
                <a:lnTo>
                  <a:pt x="619432" y="457200"/>
                </a:lnTo>
                <a:lnTo>
                  <a:pt x="1152352" y="457200"/>
                </a:lnTo>
                <a:lnTo>
                  <a:pt x="1152352" y="133352"/>
                </a:lnTo>
                <a:cubicBezTo>
                  <a:pt x="1152352" y="59704"/>
                  <a:pt x="1212056" y="0"/>
                  <a:pt x="128570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92" name="CustomShape 49"/>
          <p:cNvSpPr/>
          <p:nvPr/>
        </p:nvSpPr>
        <p:spPr>
          <a:xfrm>
            <a:off x="7698960" y="5290920"/>
            <a:ext cx="467280" cy="510120"/>
          </a:xfrm>
          <a:custGeom>
            <a:avLst/>
            <a:gdLst/>
            <a:ahLst/>
            <a:rect l="l" t="t" r="r" b="b"/>
            <a:pathLst>
              <a:path w="1652142" h="166594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93" name="CustomShape 50"/>
          <p:cNvSpPr/>
          <p:nvPr/>
        </p:nvSpPr>
        <p:spPr>
          <a:xfrm>
            <a:off x="9916560" y="5256000"/>
            <a:ext cx="445320" cy="579240"/>
          </a:xfrm>
          <a:custGeom>
            <a:avLst/>
            <a:gdLst/>
            <a:ahLst/>
            <a:rect l="l" t="t" r="r" b="b"/>
            <a:pathLst>
              <a:path w="2671236" h="3213546">
                <a:moveTo>
                  <a:pt x="1336943" y="151152"/>
                </a:moveTo>
                <a:cubicBezTo>
                  <a:pt x="1223677" y="151152"/>
                  <a:pt x="1131857" y="242973"/>
                  <a:pt x="1131857" y="356239"/>
                </a:cubicBezTo>
                <a:cubicBezTo>
                  <a:pt x="1131857" y="469506"/>
                  <a:pt x="1223677" y="561326"/>
                  <a:pt x="1336943" y="561326"/>
                </a:cubicBezTo>
                <a:cubicBezTo>
                  <a:pt x="1450210" y="561326"/>
                  <a:pt x="1542030" y="469506"/>
                  <a:pt x="1542030" y="356239"/>
                </a:cubicBezTo>
                <a:cubicBezTo>
                  <a:pt x="1542030" y="242973"/>
                  <a:pt x="1450210" y="151152"/>
                  <a:pt x="1336943" y="151152"/>
                </a:cubicBezTo>
                <a:close/>
                <a:moveTo>
                  <a:pt x="1336943" y="0"/>
                </a:moveTo>
                <a:cubicBezTo>
                  <a:pt x="1533689" y="0"/>
                  <a:pt x="1693182" y="159493"/>
                  <a:pt x="1693182" y="356239"/>
                </a:cubicBezTo>
                <a:cubicBezTo>
                  <a:pt x="1693182" y="499348"/>
                  <a:pt x="1608797" y="622748"/>
                  <a:pt x="1486649" y="678491"/>
                </a:cubicBezTo>
                <a:lnTo>
                  <a:pt x="1504985" y="861628"/>
                </a:lnTo>
                <a:lnTo>
                  <a:pt x="2050955" y="861628"/>
                </a:lnTo>
                <a:cubicBezTo>
                  <a:pt x="2073924" y="808095"/>
                  <a:pt x="2127168" y="770742"/>
                  <a:pt x="2189136" y="770742"/>
                </a:cubicBezTo>
                <a:cubicBezTo>
                  <a:pt x="2272476" y="770742"/>
                  <a:pt x="2340037" y="838303"/>
                  <a:pt x="2340037" y="921643"/>
                </a:cubicBezTo>
                <a:cubicBezTo>
                  <a:pt x="2340037" y="1004983"/>
                  <a:pt x="2272476" y="1072544"/>
                  <a:pt x="2189136" y="1072544"/>
                </a:cubicBezTo>
                <a:cubicBezTo>
                  <a:pt x="2127168" y="1072544"/>
                  <a:pt x="2073924" y="1035191"/>
                  <a:pt x="2050955" y="981658"/>
                </a:cubicBezTo>
                <a:lnTo>
                  <a:pt x="1517002" y="981658"/>
                </a:lnTo>
                <a:lnTo>
                  <a:pt x="1678124" y="2590970"/>
                </a:lnTo>
                <a:cubicBezTo>
                  <a:pt x="2063444" y="2451708"/>
                  <a:pt x="2360829" y="2287813"/>
                  <a:pt x="2381761" y="1860600"/>
                </a:cubicBezTo>
                <a:cubicBezTo>
                  <a:pt x="2329006" y="1862811"/>
                  <a:pt x="2276981" y="1871755"/>
                  <a:pt x="2228094" y="1886075"/>
                </a:cubicBezTo>
                <a:cubicBezTo>
                  <a:pt x="2324645" y="1771974"/>
                  <a:pt x="2415523" y="1665436"/>
                  <a:pt x="2449665" y="1504055"/>
                </a:cubicBezTo>
                <a:cubicBezTo>
                  <a:pt x="2485699" y="1663545"/>
                  <a:pt x="2574685" y="1764408"/>
                  <a:pt x="2671236" y="1886075"/>
                </a:cubicBezTo>
                <a:cubicBezTo>
                  <a:pt x="2622475" y="1872164"/>
                  <a:pt x="2568855" y="1862858"/>
                  <a:pt x="2513341" y="1860541"/>
                </a:cubicBezTo>
                <a:cubicBezTo>
                  <a:pt x="2486075" y="2436981"/>
                  <a:pt x="2151724" y="2992040"/>
                  <a:pt x="1522375" y="3040581"/>
                </a:cubicBezTo>
                <a:cubicBezTo>
                  <a:pt x="1427529" y="3119259"/>
                  <a:pt x="1392747" y="3155891"/>
                  <a:pt x="1336943" y="3213546"/>
                </a:cubicBezTo>
                <a:cubicBezTo>
                  <a:pt x="1284048" y="3153728"/>
                  <a:pt x="1252174" y="3120936"/>
                  <a:pt x="1157234" y="3046101"/>
                </a:cubicBezTo>
                <a:cubicBezTo>
                  <a:pt x="592479" y="2980043"/>
                  <a:pt x="187829" y="2438320"/>
                  <a:pt x="160409" y="1860193"/>
                </a:cubicBezTo>
                <a:cubicBezTo>
                  <a:pt x="105366" y="1862056"/>
                  <a:pt x="50978" y="1871143"/>
                  <a:pt x="0" y="1886075"/>
                </a:cubicBezTo>
                <a:cubicBezTo>
                  <a:pt x="96552" y="1771974"/>
                  <a:pt x="187429" y="1665436"/>
                  <a:pt x="221571" y="1504055"/>
                </a:cubicBezTo>
                <a:cubicBezTo>
                  <a:pt x="257605" y="1663545"/>
                  <a:pt x="346591" y="1764408"/>
                  <a:pt x="443143" y="1886075"/>
                </a:cubicBezTo>
                <a:cubicBezTo>
                  <a:pt x="396276" y="1872705"/>
                  <a:pt x="344922" y="1863589"/>
                  <a:pt x="291687" y="1860996"/>
                </a:cubicBezTo>
                <a:cubicBezTo>
                  <a:pt x="313360" y="2289054"/>
                  <a:pt x="617325" y="2454996"/>
                  <a:pt x="1001768" y="2593980"/>
                </a:cubicBezTo>
                <a:lnTo>
                  <a:pt x="1157883" y="981658"/>
                </a:lnTo>
                <a:lnTo>
                  <a:pt x="666108" y="981658"/>
                </a:lnTo>
                <a:cubicBezTo>
                  <a:pt x="643139" y="1035191"/>
                  <a:pt x="589896" y="1072543"/>
                  <a:pt x="527928" y="1072543"/>
                </a:cubicBezTo>
                <a:cubicBezTo>
                  <a:pt x="444588" y="1072543"/>
                  <a:pt x="377027" y="1004982"/>
                  <a:pt x="377027" y="921642"/>
                </a:cubicBezTo>
                <a:cubicBezTo>
                  <a:pt x="377027" y="838302"/>
                  <a:pt x="444588" y="770741"/>
                  <a:pt x="527928" y="770741"/>
                </a:cubicBezTo>
                <a:cubicBezTo>
                  <a:pt x="589896" y="770741"/>
                  <a:pt x="643141" y="808095"/>
                  <a:pt x="666110" y="861628"/>
                </a:cubicBezTo>
                <a:lnTo>
                  <a:pt x="1169505" y="861628"/>
                </a:lnTo>
                <a:lnTo>
                  <a:pt x="1187237" y="678491"/>
                </a:lnTo>
                <a:cubicBezTo>
                  <a:pt x="1065090" y="622748"/>
                  <a:pt x="980704" y="499348"/>
                  <a:pt x="980704" y="356239"/>
                </a:cubicBezTo>
                <a:cubicBezTo>
                  <a:pt x="980704" y="159493"/>
                  <a:pt x="1140198" y="0"/>
                  <a:pt x="133694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2094" name="" descr=""/>
          <p:cNvPicPr/>
          <p:nvPr/>
        </p:nvPicPr>
        <p:blipFill>
          <a:blip r:embed="rId1"/>
          <a:stretch/>
        </p:blipFill>
        <p:spPr>
          <a:xfrm>
            <a:off x="144720" y="147960"/>
            <a:ext cx="3374640" cy="690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5" name="TextShape 1"/>
          <p:cNvSpPr txBox="1"/>
          <p:nvPr/>
        </p:nvSpPr>
        <p:spPr>
          <a:xfrm>
            <a:off x="0" y="184320"/>
            <a:ext cx="12801240" cy="869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720"/>
              </a:spcBef>
              <a:tabLst>
                <a:tab algn="l" pos="0"/>
              </a:tabLst>
            </a:pPr>
            <a:r>
              <a:rPr b="0" lang="en-US" sz="3600" spc="-1" strike="noStrike">
                <a:solidFill>
                  <a:srgbClr val="404040"/>
                </a:solidFill>
                <a:latin typeface="Arial"/>
                <a:ea typeface="Arial Unicode MS"/>
              </a:rPr>
              <a:t>Fully Editable Icon Sets : C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6" name="CustomShape 2"/>
          <p:cNvSpPr/>
          <p:nvPr/>
        </p:nvSpPr>
        <p:spPr>
          <a:xfrm>
            <a:off x="5187240" y="2042640"/>
            <a:ext cx="502560" cy="543600"/>
          </a:xfrm>
          <a:custGeom>
            <a:avLst/>
            <a:gdLst/>
            <a:ahLst/>
            <a:rect l="l" t="t" r="r" b="b"/>
            <a:pathLst>
              <a:path w="2103393" h="2102114">
                <a:moveTo>
                  <a:pt x="930675" y="75207"/>
                </a:moveTo>
                <a:cubicBezTo>
                  <a:pt x="914336" y="-26367"/>
                  <a:pt x="1202803" y="-23213"/>
                  <a:pt x="1190398" y="73534"/>
                </a:cubicBezTo>
                <a:lnTo>
                  <a:pt x="1177505" y="630783"/>
                </a:lnTo>
                <a:lnTo>
                  <a:pt x="1312141" y="709320"/>
                </a:lnTo>
                <a:cubicBezTo>
                  <a:pt x="1349539" y="621433"/>
                  <a:pt x="1403768" y="466228"/>
                  <a:pt x="1508484" y="512977"/>
                </a:cubicBezTo>
                <a:cubicBezTo>
                  <a:pt x="1961009" y="692492"/>
                  <a:pt x="2211581" y="1696648"/>
                  <a:pt x="2058246" y="2061286"/>
                </a:cubicBezTo>
                <a:cubicBezTo>
                  <a:pt x="1912391" y="2233320"/>
                  <a:pt x="1542142" y="1816322"/>
                  <a:pt x="1244822" y="1651768"/>
                </a:cubicBezTo>
                <a:cubicBezTo>
                  <a:pt x="1113927" y="1590061"/>
                  <a:pt x="1184984" y="1466646"/>
                  <a:pt x="1205554" y="1337621"/>
                </a:cubicBezTo>
                <a:cubicBezTo>
                  <a:pt x="1233603" y="1238514"/>
                  <a:pt x="1127017" y="1161846"/>
                  <a:pt x="1244823" y="894444"/>
                </a:cubicBezTo>
                <a:cubicBezTo>
                  <a:pt x="1188725" y="845826"/>
                  <a:pt x="1155065" y="802817"/>
                  <a:pt x="1076528" y="748589"/>
                </a:cubicBezTo>
                <a:cubicBezTo>
                  <a:pt x="973682" y="789728"/>
                  <a:pt x="949373" y="842086"/>
                  <a:pt x="885795" y="888834"/>
                </a:cubicBezTo>
                <a:cubicBezTo>
                  <a:pt x="951243" y="1053389"/>
                  <a:pt x="898883" y="1240382"/>
                  <a:pt x="919453" y="1326400"/>
                </a:cubicBezTo>
                <a:cubicBezTo>
                  <a:pt x="930673" y="1432986"/>
                  <a:pt x="1003602" y="1595671"/>
                  <a:pt x="891405" y="1646159"/>
                </a:cubicBezTo>
                <a:cubicBezTo>
                  <a:pt x="685711" y="1737785"/>
                  <a:pt x="311722" y="2121123"/>
                  <a:pt x="89201" y="2089335"/>
                </a:cubicBezTo>
                <a:cubicBezTo>
                  <a:pt x="-118362" y="2035107"/>
                  <a:pt x="33103" y="774768"/>
                  <a:pt x="577255" y="512977"/>
                </a:cubicBezTo>
                <a:cubicBezTo>
                  <a:pt x="704411" y="464359"/>
                  <a:pt x="736199" y="673791"/>
                  <a:pt x="807257" y="748589"/>
                </a:cubicBezTo>
                <a:lnTo>
                  <a:pt x="969942" y="636393"/>
                </a:lnTo>
                <a:cubicBezTo>
                  <a:pt x="968072" y="483058"/>
                  <a:pt x="947112" y="235825"/>
                  <a:pt x="930675" y="7520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97" name="CustomShape 3"/>
          <p:cNvSpPr/>
          <p:nvPr/>
        </p:nvSpPr>
        <p:spPr>
          <a:xfrm>
            <a:off x="5994000" y="2088720"/>
            <a:ext cx="502560" cy="452520"/>
          </a:xfrm>
          <a:custGeom>
            <a:avLst/>
            <a:gdLst/>
            <a:ahLst/>
            <a:rect l="l" t="t" r="r" b="b"/>
            <a:pathLst>
              <a:path w="3240001" h="2698329">
                <a:moveTo>
                  <a:pt x="2548075" y="5025"/>
                </a:moveTo>
                <a:cubicBezTo>
                  <a:pt x="2888705" y="21427"/>
                  <a:pt x="3205543" y="144443"/>
                  <a:pt x="3236875" y="324866"/>
                </a:cubicBezTo>
                <a:cubicBezTo>
                  <a:pt x="3272384" y="584869"/>
                  <a:pt x="3000845" y="793843"/>
                  <a:pt x="2654112" y="922630"/>
                </a:cubicBezTo>
                <a:cubicBezTo>
                  <a:pt x="2512076" y="1002818"/>
                  <a:pt x="2288579" y="1396468"/>
                  <a:pt x="2077615" y="1155904"/>
                </a:cubicBezTo>
                <a:cubicBezTo>
                  <a:pt x="1902159" y="985808"/>
                  <a:pt x="1914692" y="662627"/>
                  <a:pt x="1946024" y="426923"/>
                </a:cubicBezTo>
                <a:cubicBezTo>
                  <a:pt x="1958557" y="234957"/>
                  <a:pt x="1977355" y="79442"/>
                  <a:pt x="2209208" y="25983"/>
                </a:cubicBezTo>
                <a:cubicBezTo>
                  <a:pt x="2318345" y="5936"/>
                  <a:pt x="2434532" y="-443"/>
                  <a:pt x="2548075" y="5025"/>
                </a:cubicBezTo>
                <a:close/>
                <a:moveTo>
                  <a:pt x="1184195" y="86"/>
                </a:moveTo>
                <a:cubicBezTo>
                  <a:pt x="1412849" y="2955"/>
                  <a:pt x="1621488" y="77771"/>
                  <a:pt x="1732975" y="244677"/>
                </a:cubicBezTo>
                <a:cubicBezTo>
                  <a:pt x="1866656" y="436642"/>
                  <a:pt x="1793548" y="672347"/>
                  <a:pt x="1801904" y="871602"/>
                </a:cubicBezTo>
                <a:cubicBezTo>
                  <a:pt x="1820702" y="1041698"/>
                  <a:pt x="1996160" y="1255532"/>
                  <a:pt x="1889631" y="1396469"/>
                </a:cubicBezTo>
                <a:cubicBezTo>
                  <a:pt x="1714174" y="1644320"/>
                  <a:pt x="1482324" y="1717219"/>
                  <a:pt x="1300601" y="1906754"/>
                </a:cubicBezTo>
                <a:cubicBezTo>
                  <a:pt x="1068750" y="2152178"/>
                  <a:pt x="736639" y="2754803"/>
                  <a:pt x="442124" y="2694054"/>
                </a:cubicBezTo>
                <a:cubicBezTo>
                  <a:pt x="189385" y="2609005"/>
                  <a:pt x="149697" y="2276103"/>
                  <a:pt x="78680" y="2016101"/>
                </a:cubicBezTo>
                <a:cubicBezTo>
                  <a:pt x="-50823" y="1442635"/>
                  <a:pt x="-61268" y="759824"/>
                  <a:pt x="366928" y="302996"/>
                </a:cubicBezTo>
                <a:cubicBezTo>
                  <a:pt x="563141" y="111638"/>
                  <a:pt x="890211" y="-3604"/>
                  <a:pt x="1184195" y="8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98" name="CustomShape 4"/>
          <p:cNvSpPr/>
          <p:nvPr/>
        </p:nvSpPr>
        <p:spPr>
          <a:xfrm>
            <a:off x="7627320" y="2073960"/>
            <a:ext cx="447120" cy="483480"/>
          </a:xfrm>
          <a:custGeom>
            <a:avLst/>
            <a:gdLst/>
            <a:ahLst/>
            <a:rect l="l" t="t" r="r" b="b"/>
            <a:pathLst>
              <a:path w="3203570" h="3242474">
                <a:moveTo>
                  <a:pt x="1049035" y="16828"/>
                </a:moveTo>
                <a:lnTo>
                  <a:pt x="1447333" y="0"/>
                </a:lnTo>
                <a:cubicBezTo>
                  <a:pt x="1441724" y="284231"/>
                  <a:pt x="1413674" y="613340"/>
                  <a:pt x="1666116" y="734886"/>
                </a:cubicBezTo>
                <a:cubicBezTo>
                  <a:pt x="1888639" y="783504"/>
                  <a:pt x="1937256" y="473095"/>
                  <a:pt x="2401001" y="560982"/>
                </a:cubicBezTo>
                <a:cubicBezTo>
                  <a:pt x="2875965" y="635779"/>
                  <a:pt x="3216295" y="1035945"/>
                  <a:pt x="3203206" y="1834409"/>
                </a:cubicBezTo>
                <a:cubicBezTo>
                  <a:pt x="3175156" y="2587994"/>
                  <a:pt x="2844177" y="2814257"/>
                  <a:pt x="2300025" y="3046130"/>
                </a:cubicBezTo>
                <a:cubicBezTo>
                  <a:pt x="1406194" y="3347190"/>
                  <a:pt x="820903" y="2705801"/>
                  <a:pt x="605860" y="2664663"/>
                </a:cubicBezTo>
                <a:cubicBezTo>
                  <a:pt x="379598" y="2621655"/>
                  <a:pt x="355288" y="2954503"/>
                  <a:pt x="381468" y="3242474"/>
                </a:cubicBezTo>
                <a:lnTo>
                  <a:pt x="0" y="3236864"/>
                </a:lnTo>
                <a:cubicBezTo>
                  <a:pt x="9350" y="2823607"/>
                  <a:pt x="-31788" y="2191567"/>
                  <a:pt x="516103" y="2249538"/>
                </a:cubicBezTo>
                <a:cubicBezTo>
                  <a:pt x="918138" y="2305637"/>
                  <a:pt x="1303347" y="2423441"/>
                  <a:pt x="1559529" y="1991485"/>
                </a:cubicBezTo>
                <a:cubicBezTo>
                  <a:pt x="1720344" y="1686686"/>
                  <a:pt x="1701645" y="1337006"/>
                  <a:pt x="1234160" y="959279"/>
                </a:cubicBezTo>
                <a:cubicBezTo>
                  <a:pt x="1155622" y="891961"/>
                  <a:pt x="981717" y="516102"/>
                  <a:pt x="1049035" y="1682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99" name="CustomShape 5"/>
          <p:cNvSpPr/>
          <p:nvPr/>
        </p:nvSpPr>
        <p:spPr>
          <a:xfrm>
            <a:off x="6789960" y="2085120"/>
            <a:ext cx="503280" cy="458640"/>
          </a:xfrm>
          <a:custGeom>
            <a:avLst/>
            <a:gdLst/>
            <a:ahLst/>
            <a:rect l="l" t="t" r="r" b="b"/>
            <a:pathLst>
              <a:path w="3213653" h="2719059">
                <a:moveTo>
                  <a:pt x="1378151" y="1333546"/>
                </a:moveTo>
                <a:cubicBezTo>
                  <a:pt x="1319627" y="1375402"/>
                  <a:pt x="1250513" y="1400241"/>
                  <a:pt x="1177640" y="1404742"/>
                </a:cubicBezTo>
                <a:cubicBezTo>
                  <a:pt x="1183273" y="1421668"/>
                  <a:pt x="1185388" y="1439329"/>
                  <a:pt x="1185029" y="1457608"/>
                </a:cubicBezTo>
                <a:lnTo>
                  <a:pt x="1182201" y="1517198"/>
                </a:lnTo>
                <a:cubicBezTo>
                  <a:pt x="1256472" y="1514781"/>
                  <a:pt x="1326341" y="1484168"/>
                  <a:pt x="1378151" y="1432005"/>
                </a:cubicBezTo>
                <a:close/>
                <a:moveTo>
                  <a:pt x="1765736" y="0"/>
                </a:moveTo>
                <a:cubicBezTo>
                  <a:pt x="1820598" y="0"/>
                  <a:pt x="1865072" y="44474"/>
                  <a:pt x="1865072" y="99336"/>
                </a:cubicBezTo>
                <a:lnTo>
                  <a:pt x="1865072" y="1145199"/>
                </a:lnTo>
                <a:cubicBezTo>
                  <a:pt x="1927584" y="1198906"/>
                  <a:pt x="2002197" y="1234373"/>
                  <a:pt x="2081262" y="1252128"/>
                </a:cubicBezTo>
                <a:cubicBezTo>
                  <a:pt x="2096727" y="1219747"/>
                  <a:pt x="2112543" y="1186289"/>
                  <a:pt x="2123992" y="1149920"/>
                </a:cubicBezTo>
                <a:cubicBezTo>
                  <a:pt x="1899600" y="1041464"/>
                  <a:pt x="1832282" y="585198"/>
                  <a:pt x="1933258" y="437473"/>
                </a:cubicBezTo>
                <a:cubicBezTo>
                  <a:pt x="2028156" y="327848"/>
                  <a:pt x="2131647" y="265468"/>
                  <a:pt x="2345195" y="261608"/>
                </a:cubicBezTo>
                <a:cubicBezTo>
                  <a:pt x="2375702" y="261056"/>
                  <a:pt x="2408455" y="261699"/>
                  <a:pt x="2443750" y="263569"/>
                </a:cubicBezTo>
                <a:cubicBezTo>
                  <a:pt x="2954244" y="291618"/>
                  <a:pt x="3189856" y="886259"/>
                  <a:pt x="3206686" y="1323824"/>
                </a:cubicBezTo>
                <a:cubicBezTo>
                  <a:pt x="3247823" y="2015701"/>
                  <a:pt x="3103839" y="2270013"/>
                  <a:pt x="2853267" y="2462617"/>
                </a:cubicBezTo>
                <a:cubicBezTo>
                  <a:pt x="2511068" y="2735627"/>
                  <a:pt x="2157650" y="2470097"/>
                  <a:pt x="2084722" y="2170906"/>
                </a:cubicBezTo>
                <a:cubicBezTo>
                  <a:pt x="2058544" y="2038140"/>
                  <a:pt x="2127730" y="1922204"/>
                  <a:pt x="2202528" y="1800658"/>
                </a:cubicBezTo>
                <a:lnTo>
                  <a:pt x="2143866" y="1730900"/>
                </a:lnTo>
                <a:cubicBezTo>
                  <a:pt x="2096151" y="1741682"/>
                  <a:pt x="2046910" y="1746675"/>
                  <a:pt x="1997032" y="1746402"/>
                </a:cubicBezTo>
                <a:lnTo>
                  <a:pt x="1887189" y="1736891"/>
                </a:lnTo>
                <a:lnTo>
                  <a:pt x="1887189" y="2619722"/>
                </a:lnTo>
                <a:cubicBezTo>
                  <a:pt x="1887189" y="2674584"/>
                  <a:pt x="1842715" y="2719058"/>
                  <a:pt x="1787853" y="2719058"/>
                </a:cubicBezTo>
                <a:cubicBezTo>
                  <a:pt x="1732991" y="2719058"/>
                  <a:pt x="1688517" y="2674584"/>
                  <a:pt x="1688517" y="2619722"/>
                </a:cubicBezTo>
                <a:lnTo>
                  <a:pt x="1688517" y="1730093"/>
                </a:lnTo>
                <a:cubicBezTo>
                  <a:pt x="1688517" y="1710960"/>
                  <a:pt x="1693926" y="1693091"/>
                  <a:pt x="1704798" y="1678857"/>
                </a:cubicBezTo>
                <a:cubicBezTo>
                  <a:pt x="1659024" y="1659660"/>
                  <a:pt x="1616387" y="1633873"/>
                  <a:pt x="1576823" y="1603655"/>
                </a:cubicBezTo>
                <a:lnTo>
                  <a:pt x="1576823" y="2619723"/>
                </a:lnTo>
                <a:cubicBezTo>
                  <a:pt x="1576823" y="2674585"/>
                  <a:pt x="1532349" y="2719059"/>
                  <a:pt x="1477487" y="2719059"/>
                </a:cubicBezTo>
                <a:cubicBezTo>
                  <a:pt x="1422625" y="2719059"/>
                  <a:pt x="1378151" y="2674585"/>
                  <a:pt x="1378151" y="2619723"/>
                </a:cubicBezTo>
                <a:lnTo>
                  <a:pt x="1378151" y="1615564"/>
                </a:lnTo>
                <a:cubicBezTo>
                  <a:pt x="1313743" y="1650180"/>
                  <a:pt x="1240907" y="1668612"/>
                  <a:pt x="1165758" y="1668570"/>
                </a:cubicBezTo>
                <a:lnTo>
                  <a:pt x="1143358" y="1665899"/>
                </a:lnTo>
                <a:cubicBezTo>
                  <a:pt x="1108602" y="1733381"/>
                  <a:pt x="1056017" y="1769960"/>
                  <a:pt x="1011125" y="1833465"/>
                </a:cubicBezTo>
                <a:cubicBezTo>
                  <a:pt x="1085923" y="1955011"/>
                  <a:pt x="1155109" y="2070947"/>
                  <a:pt x="1128931" y="2203713"/>
                </a:cubicBezTo>
                <a:cubicBezTo>
                  <a:pt x="1056003" y="2502904"/>
                  <a:pt x="702585" y="2768434"/>
                  <a:pt x="360386" y="2495424"/>
                </a:cubicBezTo>
                <a:cubicBezTo>
                  <a:pt x="109814" y="2302820"/>
                  <a:pt x="-34170" y="2048508"/>
                  <a:pt x="6967" y="1356631"/>
                </a:cubicBezTo>
                <a:cubicBezTo>
                  <a:pt x="23797" y="919066"/>
                  <a:pt x="259409" y="324425"/>
                  <a:pt x="769903" y="296376"/>
                </a:cubicBezTo>
                <a:cubicBezTo>
                  <a:pt x="805198" y="294506"/>
                  <a:pt x="837951" y="293863"/>
                  <a:pt x="868458" y="294415"/>
                </a:cubicBezTo>
                <a:cubicBezTo>
                  <a:pt x="1082006" y="298276"/>
                  <a:pt x="1185497" y="360655"/>
                  <a:pt x="1280395" y="470280"/>
                </a:cubicBezTo>
                <a:cubicBezTo>
                  <a:pt x="1381371" y="618005"/>
                  <a:pt x="1314053" y="1074271"/>
                  <a:pt x="1089661" y="1182727"/>
                </a:cubicBezTo>
                <a:cubicBezTo>
                  <a:pt x="1098183" y="1209798"/>
                  <a:pt x="1109125" y="1235256"/>
                  <a:pt x="1120578" y="1259840"/>
                </a:cubicBezTo>
                <a:cubicBezTo>
                  <a:pt x="1123656" y="1260899"/>
                  <a:pt x="1126770" y="1260948"/>
                  <a:pt x="1129891" y="1260950"/>
                </a:cubicBezTo>
                <a:cubicBezTo>
                  <a:pt x="1227949" y="1261006"/>
                  <a:pt x="1320161" y="1214330"/>
                  <a:pt x="1378151" y="1135267"/>
                </a:cubicBezTo>
                <a:lnTo>
                  <a:pt x="1378151" y="118395"/>
                </a:lnTo>
                <a:cubicBezTo>
                  <a:pt x="1378151" y="63533"/>
                  <a:pt x="1422625" y="19059"/>
                  <a:pt x="1477487" y="19059"/>
                </a:cubicBezTo>
                <a:cubicBezTo>
                  <a:pt x="1532349" y="19059"/>
                  <a:pt x="1576823" y="63533"/>
                  <a:pt x="1576823" y="118395"/>
                </a:cubicBezTo>
                <a:lnTo>
                  <a:pt x="1576823" y="1413063"/>
                </a:lnTo>
                <a:cubicBezTo>
                  <a:pt x="1680597" y="1536757"/>
                  <a:pt x="1834575" y="1607590"/>
                  <a:pt x="1997786" y="1608484"/>
                </a:cubicBezTo>
                <a:lnTo>
                  <a:pt x="2057480" y="1605248"/>
                </a:lnTo>
                <a:cubicBezTo>
                  <a:pt x="2038910" y="1561698"/>
                  <a:pt x="2027992" y="1505121"/>
                  <a:pt x="2028624" y="1424801"/>
                </a:cubicBezTo>
                <a:lnTo>
                  <a:pt x="2034537" y="1382501"/>
                </a:lnTo>
                <a:cubicBezTo>
                  <a:pt x="1972012" y="1367348"/>
                  <a:pt x="1912047" y="1342676"/>
                  <a:pt x="1856155" y="1310037"/>
                </a:cubicBezTo>
                <a:cubicBezTo>
                  <a:pt x="1840993" y="1344880"/>
                  <a:pt x="1806188" y="1369059"/>
                  <a:pt x="1765736" y="1369059"/>
                </a:cubicBezTo>
                <a:cubicBezTo>
                  <a:pt x="1710874" y="1369059"/>
                  <a:pt x="1666400" y="1324585"/>
                  <a:pt x="1666400" y="1269723"/>
                </a:cubicBezTo>
                <a:lnTo>
                  <a:pt x="1666400" y="99336"/>
                </a:lnTo>
                <a:cubicBezTo>
                  <a:pt x="1666400" y="44474"/>
                  <a:pt x="1710874" y="0"/>
                  <a:pt x="176573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100" name="CustomShape 6"/>
          <p:cNvSpPr/>
          <p:nvPr/>
        </p:nvSpPr>
        <p:spPr>
          <a:xfrm rot="18900000">
            <a:off x="8432640" y="3132000"/>
            <a:ext cx="506520" cy="430920"/>
          </a:xfrm>
          <a:custGeom>
            <a:avLst/>
            <a:gdLst/>
            <a:ahLst/>
            <a:rect l="l" t="t" r="r" b="b"/>
            <a:pathLst>
              <a:path w="3552042" h="3031575">
                <a:moveTo>
                  <a:pt x="1499560" y="1284945"/>
                </a:moveTo>
                <a:lnTo>
                  <a:pt x="1272419" y="1057805"/>
                </a:lnTo>
                <a:lnTo>
                  <a:pt x="1054631" y="1275593"/>
                </a:lnTo>
                <a:lnTo>
                  <a:pt x="836843" y="1057805"/>
                </a:lnTo>
                <a:lnTo>
                  <a:pt x="609703" y="1284945"/>
                </a:lnTo>
                <a:lnTo>
                  <a:pt x="827491" y="1502733"/>
                </a:lnTo>
                <a:lnTo>
                  <a:pt x="609703" y="1720522"/>
                </a:lnTo>
                <a:lnTo>
                  <a:pt x="836843" y="1947662"/>
                </a:lnTo>
                <a:lnTo>
                  <a:pt x="1054631" y="1729874"/>
                </a:lnTo>
                <a:lnTo>
                  <a:pt x="1272419" y="1947662"/>
                </a:lnTo>
                <a:lnTo>
                  <a:pt x="1499560" y="1720522"/>
                </a:lnTo>
                <a:lnTo>
                  <a:pt x="1281771" y="1502733"/>
                </a:lnTo>
                <a:close/>
                <a:moveTo>
                  <a:pt x="3552042" y="1021270"/>
                </a:moveTo>
                <a:cubicBezTo>
                  <a:pt x="3346428" y="1488389"/>
                  <a:pt x="3240687" y="1885112"/>
                  <a:pt x="3146822" y="2229032"/>
                </a:cubicBezTo>
                <a:cubicBezTo>
                  <a:pt x="3047091" y="2666397"/>
                  <a:pt x="2787512" y="3031575"/>
                  <a:pt x="2344279" y="3031575"/>
                </a:cubicBezTo>
                <a:cubicBezTo>
                  <a:pt x="1991740" y="3031575"/>
                  <a:pt x="1692293" y="2804263"/>
                  <a:pt x="1587926" y="2487045"/>
                </a:cubicBezTo>
                <a:cubicBezTo>
                  <a:pt x="1859795" y="2308350"/>
                  <a:pt x="2033031" y="1980125"/>
                  <a:pt x="2117061" y="1611614"/>
                </a:cubicBezTo>
                <a:cubicBezTo>
                  <a:pt x="2127904" y="1571883"/>
                  <a:pt x="2138872" y="1531598"/>
                  <a:pt x="2150086" y="1490753"/>
                </a:cubicBezTo>
                <a:cubicBezTo>
                  <a:pt x="2212338" y="1465032"/>
                  <a:pt x="2277652" y="1444164"/>
                  <a:pt x="2344279" y="1426490"/>
                </a:cubicBezTo>
                <a:cubicBezTo>
                  <a:pt x="2764465" y="1315024"/>
                  <a:pt x="3073190" y="1226884"/>
                  <a:pt x="3552042" y="1021270"/>
                </a:cubicBezTo>
                <a:close/>
                <a:moveTo>
                  <a:pt x="2557365" y="0"/>
                </a:moveTo>
                <a:cubicBezTo>
                  <a:pt x="2295797" y="594236"/>
                  <a:pt x="2161281" y="1098917"/>
                  <a:pt x="2041873" y="1536428"/>
                </a:cubicBezTo>
                <a:cubicBezTo>
                  <a:pt x="1915003" y="2092812"/>
                  <a:pt x="1584785" y="2557364"/>
                  <a:pt x="1020937" y="2557364"/>
                </a:cubicBezTo>
                <a:cubicBezTo>
                  <a:pt x="457089" y="2557364"/>
                  <a:pt x="0" y="2100276"/>
                  <a:pt x="0" y="1536428"/>
                </a:cubicBezTo>
                <a:cubicBezTo>
                  <a:pt x="0" y="972580"/>
                  <a:pt x="475939" y="660066"/>
                  <a:pt x="1020937" y="515492"/>
                </a:cubicBezTo>
                <a:cubicBezTo>
                  <a:pt x="1555467" y="373694"/>
                  <a:pt x="1948204" y="261568"/>
                  <a:pt x="255736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101" name="CustomShape 7"/>
          <p:cNvSpPr/>
          <p:nvPr/>
        </p:nvSpPr>
        <p:spPr>
          <a:xfrm>
            <a:off x="9115560" y="2077920"/>
            <a:ext cx="588960" cy="473760"/>
          </a:xfrm>
          <a:custGeom>
            <a:avLst/>
            <a:gdLst/>
            <a:ahLst/>
            <a:rect l="l" t="t" r="r" b="b"/>
            <a:pathLst>
              <a:path w="3246245" h="2425805">
                <a:moveTo>
                  <a:pt x="2545666" y="706851"/>
                </a:moveTo>
                <a:cubicBezTo>
                  <a:pt x="2704742" y="706851"/>
                  <a:pt x="2833698" y="835807"/>
                  <a:pt x="2833698" y="994883"/>
                </a:cubicBezTo>
                <a:cubicBezTo>
                  <a:pt x="2833698" y="1153959"/>
                  <a:pt x="2704742" y="1282915"/>
                  <a:pt x="2545666" y="1282915"/>
                </a:cubicBezTo>
                <a:cubicBezTo>
                  <a:pt x="2386590" y="1282915"/>
                  <a:pt x="2257634" y="1153959"/>
                  <a:pt x="2257634" y="994883"/>
                </a:cubicBezTo>
                <a:cubicBezTo>
                  <a:pt x="2257634" y="835807"/>
                  <a:pt x="2386590" y="706851"/>
                  <a:pt x="2545666" y="706851"/>
                </a:cubicBezTo>
                <a:close/>
                <a:moveTo>
                  <a:pt x="700580" y="706851"/>
                </a:moveTo>
                <a:cubicBezTo>
                  <a:pt x="859656" y="706851"/>
                  <a:pt x="988612" y="835807"/>
                  <a:pt x="988612" y="994883"/>
                </a:cubicBezTo>
                <a:cubicBezTo>
                  <a:pt x="988612" y="1153959"/>
                  <a:pt x="859656" y="1282915"/>
                  <a:pt x="700580" y="1282915"/>
                </a:cubicBezTo>
                <a:cubicBezTo>
                  <a:pt x="541504" y="1282915"/>
                  <a:pt x="412548" y="1153959"/>
                  <a:pt x="412548" y="994883"/>
                </a:cubicBezTo>
                <a:cubicBezTo>
                  <a:pt x="412548" y="835807"/>
                  <a:pt x="541504" y="706851"/>
                  <a:pt x="700580" y="706851"/>
                </a:cubicBezTo>
                <a:close/>
                <a:moveTo>
                  <a:pt x="1619971" y="0"/>
                </a:moveTo>
                <a:cubicBezTo>
                  <a:pt x="1621025" y="5"/>
                  <a:pt x="1622076" y="12"/>
                  <a:pt x="1623123" y="141"/>
                </a:cubicBezTo>
                <a:cubicBezTo>
                  <a:pt x="1624170" y="12"/>
                  <a:pt x="1625221" y="5"/>
                  <a:pt x="1626275" y="0"/>
                </a:cubicBezTo>
                <a:lnTo>
                  <a:pt x="1626274" y="282"/>
                </a:lnTo>
                <a:cubicBezTo>
                  <a:pt x="1966825" y="4283"/>
                  <a:pt x="1974816" y="220494"/>
                  <a:pt x="2177568" y="171426"/>
                </a:cubicBezTo>
                <a:cubicBezTo>
                  <a:pt x="2600959" y="50212"/>
                  <a:pt x="2963165" y="85364"/>
                  <a:pt x="3172404" y="310875"/>
                </a:cubicBezTo>
                <a:cubicBezTo>
                  <a:pt x="3300075" y="473051"/>
                  <a:pt x="3301971" y="794993"/>
                  <a:pt x="2851767" y="1164523"/>
                </a:cubicBezTo>
                <a:cubicBezTo>
                  <a:pt x="2918303" y="1029844"/>
                  <a:pt x="2927052" y="857771"/>
                  <a:pt x="2799829" y="746887"/>
                </a:cubicBezTo>
                <a:cubicBezTo>
                  <a:pt x="3115459" y="786295"/>
                  <a:pt x="3165949" y="533368"/>
                  <a:pt x="3049873" y="419809"/>
                </a:cubicBezTo>
                <a:cubicBezTo>
                  <a:pt x="2811516" y="207658"/>
                  <a:pt x="2338612" y="298041"/>
                  <a:pt x="2253222" y="493802"/>
                </a:cubicBezTo>
                <a:cubicBezTo>
                  <a:pt x="2139861" y="783555"/>
                  <a:pt x="2165869" y="1185485"/>
                  <a:pt x="2076302" y="1369861"/>
                </a:cubicBezTo>
                <a:cubicBezTo>
                  <a:pt x="1906668" y="1634081"/>
                  <a:pt x="1716639" y="1881305"/>
                  <a:pt x="1713569" y="2080938"/>
                </a:cubicBezTo>
                <a:cubicBezTo>
                  <a:pt x="1706472" y="2158984"/>
                  <a:pt x="1709123" y="2405980"/>
                  <a:pt x="1625847" y="2423204"/>
                </a:cubicBezTo>
                <a:cubicBezTo>
                  <a:pt x="1625847" y="2424071"/>
                  <a:pt x="1625843" y="2424938"/>
                  <a:pt x="1625839" y="2425805"/>
                </a:cubicBezTo>
                <a:lnTo>
                  <a:pt x="1623123" y="2424507"/>
                </a:lnTo>
                <a:lnTo>
                  <a:pt x="1620407" y="2425805"/>
                </a:lnTo>
                <a:cubicBezTo>
                  <a:pt x="1620403" y="2424938"/>
                  <a:pt x="1620399" y="2424071"/>
                  <a:pt x="1620399" y="2423204"/>
                </a:cubicBezTo>
                <a:cubicBezTo>
                  <a:pt x="1537123" y="2405980"/>
                  <a:pt x="1539774" y="2158984"/>
                  <a:pt x="1532677" y="2080938"/>
                </a:cubicBezTo>
                <a:cubicBezTo>
                  <a:pt x="1529607" y="1881305"/>
                  <a:pt x="1339578" y="1634081"/>
                  <a:pt x="1169944" y="1369861"/>
                </a:cubicBezTo>
                <a:cubicBezTo>
                  <a:pt x="1080377" y="1185485"/>
                  <a:pt x="1106385" y="783555"/>
                  <a:pt x="993024" y="493802"/>
                </a:cubicBezTo>
                <a:cubicBezTo>
                  <a:pt x="907634" y="298041"/>
                  <a:pt x="434730" y="207658"/>
                  <a:pt x="196373" y="419809"/>
                </a:cubicBezTo>
                <a:cubicBezTo>
                  <a:pt x="80297" y="533368"/>
                  <a:pt x="130787" y="786295"/>
                  <a:pt x="446417" y="746887"/>
                </a:cubicBezTo>
                <a:cubicBezTo>
                  <a:pt x="319194" y="857771"/>
                  <a:pt x="327943" y="1029844"/>
                  <a:pt x="394479" y="1164523"/>
                </a:cubicBezTo>
                <a:cubicBezTo>
                  <a:pt x="-55725" y="794993"/>
                  <a:pt x="-53829" y="473051"/>
                  <a:pt x="73842" y="310875"/>
                </a:cubicBezTo>
                <a:cubicBezTo>
                  <a:pt x="283081" y="85364"/>
                  <a:pt x="645287" y="50212"/>
                  <a:pt x="1068678" y="171426"/>
                </a:cubicBezTo>
                <a:cubicBezTo>
                  <a:pt x="1271430" y="220494"/>
                  <a:pt x="1279421" y="4283"/>
                  <a:pt x="1619972" y="2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102" name="CustomShape 8"/>
          <p:cNvSpPr/>
          <p:nvPr/>
        </p:nvSpPr>
        <p:spPr>
          <a:xfrm>
            <a:off x="10749240" y="2175840"/>
            <a:ext cx="502560" cy="277920"/>
          </a:xfrm>
          <a:custGeom>
            <a:avLst/>
            <a:gdLst/>
            <a:ahLst/>
            <a:rect l="l" t="t" r="r" b="b"/>
            <a:pathLst>
              <a:path w="3372524" h="1727404">
                <a:moveTo>
                  <a:pt x="1758003" y="666958"/>
                </a:moveTo>
                <a:cubicBezTo>
                  <a:pt x="1703684" y="666958"/>
                  <a:pt x="1659649" y="710993"/>
                  <a:pt x="1659649" y="765312"/>
                </a:cubicBezTo>
                <a:cubicBezTo>
                  <a:pt x="1659649" y="819631"/>
                  <a:pt x="1703684" y="863666"/>
                  <a:pt x="1758003" y="863666"/>
                </a:cubicBezTo>
                <a:cubicBezTo>
                  <a:pt x="1812322" y="863666"/>
                  <a:pt x="1856357" y="819631"/>
                  <a:pt x="1856357" y="765312"/>
                </a:cubicBezTo>
                <a:cubicBezTo>
                  <a:pt x="1856357" y="710993"/>
                  <a:pt x="1812322" y="666958"/>
                  <a:pt x="1758003" y="666958"/>
                </a:cubicBezTo>
                <a:close/>
                <a:moveTo>
                  <a:pt x="1686261" y="586208"/>
                </a:moveTo>
                <a:cubicBezTo>
                  <a:pt x="1849880" y="586208"/>
                  <a:pt x="1982519" y="718847"/>
                  <a:pt x="1982519" y="882466"/>
                </a:cubicBezTo>
                <a:cubicBezTo>
                  <a:pt x="1982519" y="1046085"/>
                  <a:pt x="1849880" y="1178724"/>
                  <a:pt x="1686261" y="1178724"/>
                </a:cubicBezTo>
                <a:cubicBezTo>
                  <a:pt x="1522642" y="1178724"/>
                  <a:pt x="1390003" y="1046085"/>
                  <a:pt x="1390003" y="882466"/>
                </a:cubicBezTo>
                <a:cubicBezTo>
                  <a:pt x="1390003" y="718847"/>
                  <a:pt x="1522642" y="586208"/>
                  <a:pt x="1686261" y="586208"/>
                </a:cubicBezTo>
                <a:close/>
                <a:moveTo>
                  <a:pt x="1686262" y="448985"/>
                </a:moveTo>
                <a:cubicBezTo>
                  <a:pt x="1446857" y="448985"/>
                  <a:pt x="1252780" y="643062"/>
                  <a:pt x="1252780" y="882467"/>
                </a:cubicBezTo>
                <a:cubicBezTo>
                  <a:pt x="1252780" y="1121872"/>
                  <a:pt x="1446857" y="1315949"/>
                  <a:pt x="1686262" y="1315949"/>
                </a:cubicBezTo>
                <a:cubicBezTo>
                  <a:pt x="1925667" y="1315949"/>
                  <a:pt x="2119744" y="1121872"/>
                  <a:pt x="2119744" y="882467"/>
                </a:cubicBezTo>
                <a:cubicBezTo>
                  <a:pt x="2119744" y="643062"/>
                  <a:pt x="1925667" y="448985"/>
                  <a:pt x="1686262" y="448985"/>
                </a:cubicBezTo>
                <a:close/>
                <a:moveTo>
                  <a:pt x="1893261" y="271274"/>
                </a:moveTo>
                <a:cubicBezTo>
                  <a:pt x="2150128" y="355123"/>
                  <a:pt x="2334334" y="597283"/>
                  <a:pt x="2334334" y="882467"/>
                </a:cubicBezTo>
                <a:cubicBezTo>
                  <a:pt x="2334334" y="1103921"/>
                  <a:pt x="2223259" y="1299432"/>
                  <a:pt x="2053457" y="1415856"/>
                </a:cubicBezTo>
                <a:cubicBezTo>
                  <a:pt x="2494577" y="1286853"/>
                  <a:pt x="2931337" y="1005905"/>
                  <a:pt x="2940842" y="882353"/>
                </a:cubicBezTo>
                <a:lnTo>
                  <a:pt x="2946401" y="882364"/>
                </a:lnTo>
                <a:lnTo>
                  <a:pt x="2943679" y="877137"/>
                </a:lnTo>
                <a:lnTo>
                  <a:pt x="2946401" y="872130"/>
                </a:lnTo>
                <a:lnTo>
                  <a:pt x="2941077" y="872141"/>
                </a:lnTo>
                <a:cubicBezTo>
                  <a:pt x="2875996" y="732702"/>
                  <a:pt x="2369865" y="377972"/>
                  <a:pt x="1893261" y="271274"/>
                </a:cubicBezTo>
                <a:close/>
                <a:moveTo>
                  <a:pt x="1525754" y="256843"/>
                </a:moveTo>
                <a:cubicBezTo>
                  <a:pt x="984953" y="339274"/>
                  <a:pt x="426123" y="752145"/>
                  <a:pt x="426123" y="877021"/>
                </a:cubicBezTo>
                <a:lnTo>
                  <a:pt x="426123" y="877247"/>
                </a:lnTo>
                <a:cubicBezTo>
                  <a:pt x="439083" y="984175"/>
                  <a:pt x="877625" y="1311577"/>
                  <a:pt x="1355183" y="1436828"/>
                </a:cubicBezTo>
                <a:cubicBezTo>
                  <a:pt x="1164798" y="1325758"/>
                  <a:pt x="1038190" y="1118898"/>
                  <a:pt x="1038190" y="882467"/>
                </a:cubicBezTo>
                <a:cubicBezTo>
                  <a:pt x="1038190" y="580157"/>
                  <a:pt x="1245184" y="326193"/>
                  <a:pt x="1525754" y="256843"/>
                </a:cubicBezTo>
                <a:close/>
                <a:moveTo>
                  <a:pt x="1682713" y="0"/>
                </a:moveTo>
                <a:cubicBezTo>
                  <a:pt x="2385858" y="36225"/>
                  <a:pt x="3265322" y="653066"/>
                  <a:pt x="3365400" y="875412"/>
                </a:cubicBezTo>
                <a:lnTo>
                  <a:pt x="3372524" y="875397"/>
                </a:lnTo>
                <a:lnTo>
                  <a:pt x="3368881" y="882344"/>
                </a:lnTo>
                <a:lnTo>
                  <a:pt x="3372524" y="889597"/>
                </a:lnTo>
                <a:lnTo>
                  <a:pt x="3365086" y="889581"/>
                </a:lnTo>
                <a:cubicBezTo>
                  <a:pt x="3348713" y="1110249"/>
                  <a:pt x="2385134" y="1692746"/>
                  <a:pt x="1682713" y="1727404"/>
                </a:cubicBezTo>
                <a:cubicBezTo>
                  <a:pt x="901706" y="1708470"/>
                  <a:pt x="21301" y="1064732"/>
                  <a:pt x="0" y="882497"/>
                </a:cubicBezTo>
                <a:lnTo>
                  <a:pt x="0" y="882184"/>
                </a:lnTo>
                <a:cubicBezTo>
                  <a:pt x="0" y="691908"/>
                  <a:pt x="901706" y="19770"/>
                  <a:pt x="168271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103" name="CustomShape 9"/>
          <p:cNvSpPr/>
          <p:nvPr/>
        </p:nvSpPr>
        <p:spPr>
          <a:xfrm>
            <a:off x="8489880" y="2065320"/>
            <a:ext cx="369720" cy="498600"/>
          </a:xfrm>
          <a:custGeom>
            <a:avLst/>
            <a:gdLst/>
            <a:ahLst/>
            <a:rect l="l" t="t" r="r" b="b"/>
            <a:pathLst>
              <a:path w="2427821" h="3249943">
                <a:moveTo>
                  <a:pt x="1783445" y="477276"/>
                </a:moveTo>
                <a:cubicBezTo>
                  <a:pt x="1867295" y="479049"/>
                  <a:pt x="1940306" y="495815"/>
                  <a:pt x="1995323" y="528655"/>
                </a:cubicBezTo>
                <a:cubicBezTo>
                  <a:pt x="2375187" y="892595"/>
                  <a:pt x="1478983" y="963108"/>
                  <a:pt x="1620010" y="1047270"/>
                </a:cubicBezTo>
                <a:cubicBezTo>
                  <a:pt x="1920260" y="1267909"/>
                  <a:pt x="2179568" y="1563610"/>
                  <a:pt x="2275102" y="1879783"/>
                </a:cubicBezTo>
                <a:cubicBezTo>
                  <a:pt x="2386559" y="2264195"/>
                  <a:pt x="2620845" y="2969329"/>
                  <a:pt x="2118153" y="3196792"/>
                </a:cubicBezTo>
                <a:cubicBezTo>
                  <a:pt x="862559" y="3474297"/>
                  <a:pt x="146052" y="2612212"/>
                  <a:pt x="9574" y="1838839"/>
                </a:cubicBezTo>
                <a:cubicBezTo>
                  <a:pt x="-38192" y="1613652"/>
                  <a:pt x="98284" y="1313401"/>
                  <a:pt x="296177" y="1170100"/>
                </a:cubicBezTo>
                <a:cubicBezTo>
                  <a:pt x="391711" y="1081390"/>
                  <a:pt x="330296" y="876673"/>
                  <a:pt x="323472" y="671956"/>
                </a:cubicBezTo>
                <a:cubicBezTo>
                  <a:pt x="296177" y="474063"/>
                  <a:pt x="760199" y="351234"/>
                  <a:pt x="664666" y="1211043"/>
                </a:cubicBezTo>
                <a:cubicBezTo>
                  <a:pt x="853176" y="743465"/>
                  <a:pt x="1420091" y="469595"/>
                  <a:pt x="1783445" y="477276"/>
                </a:cubicBezTo>
                <a:close/>
                <a:moveTo>
                  <a:pt x="1024970" y="33"/>
                </a:moveTo>
                <a:cubicBezTo>
                  <a:pt x="1115949" y="3590"/>
                  <a:pt x="1140206" y="286408"/>
                  <a:pt x="1176458" y="269348"/>
                </a:cubicBezTo>
                <a:cubicBezTo>
                  <a:pt x="1251521" y="278446"/>
                  <a:pt x="1265168" y="21414"/>
                  <a:pt x="1401646" y="44160"/>
                </a:cubicBezTo>
                <a:cubicBezTo>
                  <a:pt x="1469884" y="71456"/>
                  <a:pt x="1374351" y="221581"/>
                  <a:pt x="1360703" y="310292"/>
                </a:cubicBezTo>
                <a:lnTo>
                  <a:pt x="1517652" y="453593"/>
                </a:lnTo>
                <a:cubicBezTo>
                  <a:pt x="974016" y="540030"/>
                  <a:pt x="901229" y="790238"/>
                  <a:pt x="753379" y="951737"/>
                </a:cubicBezTo>
                <a:lnTo>
                  <a:pt x="705610" y="644662"/>
                </a:lnTo>
                <a:lnTo>
                  <a:pt x="787497" y="521832"/>
                </a:lnTo>
                <a:cubicBezTo>
                  <a:pt x="712435" y="433122"/>
                  <a:pt x="446303" y="364883"/>
                  <a:pt x="562310" y="255701"/>
                </a:cubicBezTo>
                <a:cubicBezTo>
                  <a:pt x="739730" y="98751"/>
                  <a:pt x="862560" y="337587"/>
                  <a:pt x="1012685" y="378530"/>
                </a:cubicBezTo>
                <a:cubicBezTo>
                  <a:pt x="1010410" y="253426"/>
                  <a:pt x="796596" y="101025"/>
                  <a:pt x="1005861" y="3217"/>
                </a:cubicBezTo>
                <a:cubicBezTo>
                  <a:pt x="1012543" y="800"/>
                  <a:pt x="1018905" y="-204"/>
                  <a:pt x="1024970" y="3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104" name="CustomShape 10"/>
          <p:cNvSpPr/>
          <p:nvPr/>
        </p:nvSpPr>
        <p:spPr>
          <a:xfrm>
            <a:off x="9972000" y="2066040"/>
            <a:ext cx="462240" cy="496800"/>
          </a:xfrm>
          <a:custGeom>
            <a:avLst/>
            <a:gdLst/>
            <a:ahLst/>
            <a:rect l="l" t="t" r="r" b="b"/>
            <a:pathLst>
              <a:path w="3229769" h="3214867">
                <a:moveTo>
                  <a:pt x="388922" y="0"/>
                </a:moveTo>
                <a:cubicBezTo>
                  <a:pt x="481031" y="0"/>
                  <a:pt x="564991" y="34887"/>
                  <a:pt x="627459" y="93109"/>
                </a:cubicBezTo>
                <a:cubicBezTo>
                  <a:pt x="689927" y="34887"/>
                  <a:pt x="773888" y="0"/>
                  <a:pt x="865996" y="0"/>
                </a:cubicBezTo>
                <a:cubicBezTo>
                  <a:pt x="958105" y="0"/>
                  <a:pt x="1042065" y="34887"/>
                  <a:pt x="1104533" y="93109"/>
                </a:cubicBezTo>
                <a:cubicBezTo>
                  <a:pt x="1167001" y="34887"/>
                  <a:pt x="1250962" y="0"/>
                  <a:pt x="1343070" y="0"/>
                </a:cubicBezTo>
                <a:cubicBezTo>
                  <a:pt x="1435179" y="0"/>
                  <a:pt x="1519139" y="34887"/>
                  <a:pt x="1581607" y="93109"/>
                </a:cubicBezTo>
                <a:cubicBezTo>
                  <a:pt x="1644075" y="34887"/>
                  <a:pt x="1728036" y="0"/>
                  <a:pt x="1820144" y="0"/>
                </a:cubicBezTo>
                <a:cubicBezTo>
                  <a:pt x="1912253" y="0"/>
                  <a:pt x="1996213" y="34887"/>
                  <a:pt x="2058681" y="93109"/>
                </a:cubicBezTo>
                <a:cubicBezTo>
                  <a:pt x="2121149" y="34887"/>
                  <a:pt x="2205110" y="0"/>
                  <a:pt x="2297218" y="0"/>
                </a:cubicBezTo>
                <a:cubicBezTo>
                  <a:pt x="2389326" y="0"/>
                  <a:pt x="2473286" y="34887"/>
                  <a:pt x="2535755" y="93108"/>
                </a:cubicBezTo>
                <a:cubicBezTo>
                  <a:pt x="2598223" y="34887"/>
                  <a:pt x="2682183" y="0"/>
                  <a:pt x="2774291" y="0"/>
                </a:cubicBezTo>
                <a:cubicBezTo>
                  <a:pt x="2971429" y="0"/>
                  <a:pt x="3131241" y="159812"/>
                  <a:pt x="3131241" y="356950"/>
                </a:cubicBezTo>
                <a:cubicBezTo>
                  <a:pt x="3131241" y="414550"/>
                  <a:pt x="3117598" y="468963"/>
                  <a:pt x="3092026" y="516460"/>
                </a:cubicBezTo>
                <a:cubicBezTo>
                  <a:pt x="3176259" y="580602"/>
                  <a:pt x="3229769" y="682177"/>
                  <a:pt x="3229769" y="796250"/>
                </a:cubicBezTo>
                <a:cubicBezTo>
                  <a:pt x="3229769" y="902465"/>
                  <a:pt x="3183377" y="997845"/>
                  <a:pt x="3108820" y="1062184"/>
                </a:cubicBezTo>
                <a:cubicBezTo>
                  <a:pt x="3183377" y="1126523"/>
                  <a:pt x="3229769" y="1221903"/>
                  <a:pt x="3229769" y="1328118"/>
                </a:cubicBezTo>
                <a:cubicBezTo>
                  <a:pt x="3229769" y="1434333"/>
                  <a:pt x="3183377" y="1529713"/>
                  <a:pt x="3108820" y="1594052"/>
                </a:cubicBezTo>
                <a:cubicBezTo>
                  <a:pt x="3183377" y="1658391"/>
                  <a:pt x="3229769" y="1753771"/>
                  <a:pt x="3229769" y="1859986"/>
                </a:cubicBezTo>
                <a:cubicBezTo>
                  <a:pt x="3229769" y="2057124"/>
                  <a:pt x="3069957" y="2216936"/>
                  <a:pt x="2872819" y="2216936"/>
                </a:cubicBezTo>
                <a:lnTo>
                  <a:pt x="2849067" y="2214542"/>
                </a:lnTo>
                <a:cubicBezTo>
                  <a:pt x="2790894" y="2329236"/>
                  <a:pt x="2671548" y="2406987"/>
                  <a:pt x="2534043" y="2406987"/>
                </a:cubicBezTo>
                <a:cubicBezTo>
                  <a:pt x="2483158" y="2406987"/>
                  <a:pt x="2434760" y="2396340"/>
                  <a:pt x="2391120" y="2376775"/>
                </a:cubicBezTo>
                <a:cubicBezTo>
                  <a:pt x="2326908" y="2456876"/>
                  <a:pt x="2228003" y="2507238"/>
                  <a:pt x="2117336" y="2507238"/>
                </a:cubicBezTo>
                <a:lnTo>
                  <a:pt x="2081608" y="2503636"/>
                </a:lnTo>
                <a:cubicBezTo>
                  <a:pt x="2058765" y="2546355"/>
                  <a:pt x="2027330" y="2583686"/>
                  <a:pt x="1987704" y="2611019"/>
                </a:cubicBezTo>
                <a:cubicBezTo>
                  <a:pt x="2049806" y="2674751"/>
                  <a:pt x="2087711" y="2761907"/>
                  <a:pt x="2087711" y="2857917"/>
                </a:cubicBezTo>
                <a:cubicBezTo>
                  <a:pt x="2087711" y="3055055"/>
                  <a:pt x="1927899" y="3214867"/>
                  <a:pt x="1730761" y="3214867"/>
                </a:cubicBezTo>
                <a:cubicBezTo>
                  <a:pt x="1533623" y="3214867"/>
                  <a:pt x="1373811" y="3055055"/>
                  <a:pt x="1373811" y="2857917"/>
                </a:cubicBezTo>
                <a:cubicBezTo>
                  <a:pt x="1373811" y="2743560"/>
                  <a:pt x="1427588" y="2641764"/>
                  <a:pt x="1512161" y="2577627"/>
                </a:cubicBezTo>
                <a:cubicBezTo>
                  <a:pt x="1450743" y="2514125"/>
                  <a:pt x="1413385" y="2427536"/>
                  <a:pt x="1413385" y="2332221"/>
                </a:cubicBezTo>
                <a:cubicBezTo>
                  <a:pt x="1413385" y="2135083"/>
                  <a:pt x="1573197" y="1975271"/>
                  <a:pt x="1770335" y="1975271"/>
                </a:cubicBezTo>
                <a:lnTo>
                  <a:pt x="1806063" y="1978873"/>
                </a:lnTo>
                <a:cubicBezTo>
                  <a:pt x="1865384" y="1867935"/>
                  <a:pt x="1982649" y="1793338"/>
                  <a:pt x="2117336" y="1793338"/>
                </a:cubicBezTo>
                <a:cubicBezTo>
                  <a:pt x="2168221" y="1793338"/>
                  <a:pt x="2216619" y="1803986"/>
                  <a:pt x="2260259" y="1823550"/>
                </a:cubicBezTo>
                <a:cubicBezTo>
                  <a:pt x="2324471" y="1743450"/>
                  <a:pt x="2423376" y="1693087"/>
                  <a:pt x="2534043" y="1693087"/>
                </a:cubicBezTo>
                <a:lnTo>
                  <a:pt x="2557875" y="1695490"/>
                </a:lnTo>
                <a:cubicBezTo>
                  <a:pt x="2576891" y="1656391"/>
                  <a:pt x="2604151" y="1622242"/>
                  <a:pt x="2636819" y="1594052"/>
                </a:cubicBezTo>
                <a:cubicBezTo>
                  <a:pt x="2562261" y="1529713"/>
                  <a:pt x="2515869" y="1434333"/>
                  <a:pt x="2515869" y="1328118"/>
                </a:cubicBezTo>
                <a:cubicBezTo>
                  <a:pt x="2515869" y="1221903"/>
                  <a:pt x="2562261" y="1126523"/>
                  <a:pt x="2636819" y="1062184"/>
                </a:cubicBezTo>
                <a:cubicBezTo>
                  <a:pt x="2562261" y="997845"/>
                  <a:pt x="2515869" y="902465"/>
                  <a:pt x="2515869" y="796250"/>
                </a:cubicBezTo>
                <a:cubicBezTo>
                  <a:pt x="2515869" y="738650"/>
                  <a:pt x="2529512" y="684237"/>
                  <a:pt x="2555084" y="636740"/>
                </a:cubicBezTo>
                <a:lnTo>
                  <a:pt x="2537209" y="619592"/>
                </a:lnTo>
                <a:cubicBezTo>
                  <a:pt x="2474524" y="678496"/>
                  <a:pt x="2390006" y="713900"/>
                  <a:pt x="2297218" y="713900"/>
                </a:cubicBezTo>
                <a:cubicBezTo>
                  <a:pt x="2205110" y="713900"/>
                  <a:pt x="2121149" y="679013"/>
                  <a:pt x="2058681" y="620791"/>
                </a:cubicBezTo>
                <a:cubicBezTo>
                  <a:pt x="1996213" y="679013"/>
                  <a:pt x="1912253" y="713900"/>
                  <a:pt x="1820144" y="713900"/>
                </a:cubicBezTo>
                <a:cubicBezTo>
                  <a:pt x="1728036" y="713900"/>
                  <a:pt x="1644075" y="679013"/>
                  <a:pt x="1581607" y="620791"/>
                </a:cubicBezTo>
                <a:cubicBezTo>
                  <a:pt x="1519139" y="679013"/>
                  <a:pt x="1435179" y="713900"/>
                  <a:pt x="1343070" y="713900"/>
                </a:cubicBezTo>
                <a:cubicBezTo>
                  <a:pt x="1250962" y="713900"/>
                  <a:pt x="1167001" y="679013"/>
                  <a:pt x="1104533" y="620791"/>
                </a:cubicBezTo>
                <a:cubicBezTo>
                  <a:pt x="1042065" y="679013"/>
                  <a:pt x="958105" y="713900"/>
                  <a:pt x="865996" y="713900"/>
                </a:cubicBezTo>
                <a:cubicBezTo>
                  <a:pt x="773370" y="713900"/>
                  <a:pt x="688985" y="678620"/>
                  <a:pt x="626352" y="619878"/>
                </a:cubicBezTo>
                <a:cubicBezTo>
                  <a:pt x="623659" y="623930"/>
                  <a:pt x="620064" y="626957"/>
                  <a:pt x="616405" y="629911"/>
                </a:cubicBezTo>
                <a:cubicBezTo>
                  <a:pt x="686492" y="694366"/>
                  <a:pt x="729886" y="786957"/>
                  <a:pt x="729886" y="889683"/>
                </a:cubicBezTo>
                <a:cubicBezTo>
                  <a:pt x="729886" y="993972"/>
                  <a:pt x="685162" y="1087815"/>
                  <a:pt x="613058" y="1152216"/>
                </a:cubicBezTo>
                <a:cubicBezTo>
                  <a:pt x="675622" y="1216104"/>
                  <a:pt x="713900" y="1303645"/>
                  <a:pt x="713900" y="1400126"/>
                </a:cubicBezTo>
                <a:cubicBezTo>
                  <a:pt x="713900" y="1487795"/>
                  <a:pt x="682295" y="1568081"/>
                  <a:pt x="628622" y="1629172"/>
                </a:cubicBezTo>
                <a:cubicBezTo>
                  <a:pt x="691419" y="1693140"/>
                  <a:pt x="729886" y="1780874"/>
                  <a:pt x="729886" y="1877593"/>
                </a:cubicBezTo>
                <a:cubicBezTo>
                  <a:pt x="729886" y="2034043"/>
                  <a:pt x="629234" y="2166985"/>
                  <a:pt x="488639" y="2213706"/>
                </a:cubicBezTo>
                <a:lnTo>
                  <a:pt x="488639" y="2375547"/>
                </a:lnTo>
                <a:cubicBezTo>
                  <a:pt x="488639" y="2448277"/>
                  <a:pt x="429679" y="2507237"/>
                  <a:pt x="356949" y="2507237"/>
                </a:cubicBezTo>
                <a:cubicBezTo>
                  <a:pt x="284219" y="2507237"/>
                  <a:pt x="225259" y="2448277"/>
                  <a:pt x="225259" y="2375547"/>
                </a:cubicBezTo>
                <a:lnTo>
                  <a:pt x="225259" y="2201750"/>
                </a:lnTo>
                <a:cubicBezTo>
                  <a:pt x="101654" y="2146256"/>
                  <a:pt x="15986" y="2021929"/>
                  <a:pt x="15986" y="1877593"/>
                </a:cubicBezTo>
                <a:cubicBezTo>
                  <a:pt x="15986" y="1789924"/>
                  <a:pt x="47591" y="1709638"/>
                  <a:pt x="101264" y="1648547"/>
                </a:cubicBezTo>
                <a:cubicBezTo>
                  <a:pt x="38467" y="1584579"/>
                  <a:pt x="0" y="1496845"/>
                  <a:pt x="0" y="1400126"/>
                </a:cubicBezTo>
                <a:cubicBezTo>
                  <a:pt x="0" y="1295837"/>
                  <a:pt x="44724" y="1201994"/>
                  <a:pt x="116828" y="1137593"/>
                </a:cubicBezTo>
                <a:cubicBezTo>
                  <a:pt x="54264" y="1073704"/>
                  <a:pt x="15986" y="986164"/>
                  <a:pt x="15986" y="889683"/>
                </a:cubicBezTo>
                <a:cubicBezTo>
                  <a:pt x="15986" y="779482"/>
                  <a:pt x="65925" y="680945"/>
                  <a:pt x="145453" y="616722"/>
                </a:cubicBezTo>
                <a:cubicBezTo>
                  <a:pt x="75366" y="552267"/>
                  <a:pt x="31972" y="459676"/>
                  <a:pt x="31972" y="356950"/>
                </a:cubicBezTo>
                <a:cubicBezTo>
                  <a:pt x="31972" y="159812"/>
                  <a:pt x="191784" y="0"/>
                  <a:pt x="38892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105" name="CustomShape 11"/>
          <p:cNvSpPr/>
          <p:nvPr/>
        </p:nvSpPr>
        <p:spPr>
          <a:xfrm>
            <a:off x="11609280" y="2121480"/>
            <a:ext cx="269640" cy="388440"/>
          </a:xfrm>
          <a:custGeom>
            <a:avLst/>
            <a:gdLst/>
            <a:ahLst/>
            <a:rect l="l" t="t" r="r" b="b"/>
            <a:pathLst>
              <a:path w="2433593" h="3258388">
                <a:moveTo>
                  <a:pt x="411154" y="23869"/>
                </a:moveTo>
                <a:cubicBezTo>
                  <a:pt x="-257586" y="355964"/>
                  <a:pt x="22194" y="1036078"/>
                  <a:pt x="322444" y="1798077"/>
                </a:cubicBezTo>
                <a:cubicBezTo>
                  <a:pt x="338366" y="2660163"/>
                  <a:pt x="545357" y="3249289"/>
                  <a:pt x="704581" y="3258388"/>
                </a:cubicBezTo>
                <a:cubicBezTo>
                  <a:pt x="1018479" y="3247015"/>
                  <a:pt x="779644" y="1925457"/>
                  <a:pt x="1216372" y="1948202"/>
                </a:cubicBezTo>
                <a:cubicBezTo>
                  <a:pt x="1580313" y="1945929"/>
                  <a:pt x="1473406" y="3281133"/>
                  <a:pt x="1707692" y="3251564"/>
                </a:cubicBezTo>
                <a:cubicBezTo>
                  <a:pt x="2048886" y="3121910"/>
                  <a:pt x="2001118" y="2180214"/>
                  <a:pt x="2144420" y="1750310"/>
                </a:cubicBezTo>
                <a:cubicBezTo>
                  <a:pt x="2451495" y="1080432"/>
                  <a:pt x="2681232" y="64812"/>
                  <a:pt x="1926056" y="17045"/>
                </a:cubicBezTo>
                <a:lnTo>
                  <a:pt x="1175429" y="153522"/>
                </a:lnTo>
                <a:cubicBezTo>
                  <a:pt x="920671" y="110304"/>
                  <a:pt x="679560" y="-62566"/>
                  <a:pt x="411154" y="2386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2106" name="Group 12"/>
          <p:cNvGrpSpPr/>
          <p:nvPr/>
        </p:nvGrpSpPr>
        <p:grpSpPr>
          <a:xfrm>
            <a:off x="9238320" y="3089160"/>
            <a:ext cx="327240" cy="600120"/>
            <a:chOff x="9238320" y="3089160"/>
            <a:chExt cx="327240" cy="600120"/>
          </a:xfrm>
        </p:grpSpPr>
        <p:sp>
          <p:nvSpPr>
            <p:cNvPr id="2107" name="CustomShape 13"/>
            <p:cNvSpPr/>
            <p:nvPr/>
          </p:nvSpPr>
          <p:spPr>
            <a:xfrm>
              <a:off x="9322560" y="3089160"/>
              <a:ext cx="243000" cy="174960"/>
            </a:xfrm>
            <a:custGeom>
              <a:avLst/>
              <a:gdLst/>
              <a:ahLst/>
              <a:rect l="l" t="t" r="r" b="b"/>
              <a:pathLst>
                <a:path w="1505435" h="1015754">
                  <a:moveTo>
                    <a:pt x="800209" y="204349"/>
                  </a:moveTo>
                  <a:cubicBezTo>
                    <a:pt x="598895" y="140461"/>
                    <a:pt x="302164" y="-50647"/>
                    <a:pt x="196266" y="12686"/>
                  </a:cubicBezTo>
                  <a:cubicBezTo>
                    <a:pt x="103106" y="72064"/>
                    <a:pt x="168969" y="214930"/>
                    <a:pt x="147370" y="306113"/>
                  </a:cubicBezTo>
                  <a:cubicBezTo>
                    <a:pt x="102254" y="376805"/>
                    <a:pt x="-42253" y="455447"/>
                    <a:pt x="12021" y="518188"/>
                  </a:cubicBezTo>
                  <a:cubicBezTo>
                    <a:pt x="164480" y="669383"/>
                    <a:pt x="559454" y="713233"/>
                    <a:pt x="636377" y="741181"/>
                  </a:cubicBezTo>
                  <a:cubicBezTo>
                    <a:pt x="696624" y="733941"/>
                    <a:pt x="677361" y="671042"/>
                    <a:pt x="705803" y="624047"/>
                  </a:cubicBezTo>
                  <a:lnTo>
                    <a:pt x="859369" y="679765"/>
                  </a:lnTo>
                  <a:cubicBezTo>
                    <a:pt x="850034" y="889051"/>
                    <a:pt x="1063333" y="847870"/>
                    <a:pt x="1189170" y="914032"/>
                  </a:cubicBezTo>
                  <a:cubicBezTo>
                    <a:pt x="1618678" y="1176386"/>
                    <a:pt x="1495571" y="862271"/>
                    <a:pt x="1467881" y="742961"/>
                  </a:cubicBezTo>
                  <a:cubicBezTo>
                    <a:pt x="1356424" y="685542"/>
                    <a:pt x="1304603" y="671853"/>
                    <a:pt x="1173267" y="634312"/>
                  </a:cubicBezTo>
                  <a:cubicBezTo>
                    <a:pt x="1199040" y="568902"/>
                    <a:pt x="1292398" y="479637"/>
                    <a:pt x="1250585" y="438081"/>
                  </a:cubicBezTo>
                  <a:cubicBezTo>
                    <a:pt x="1165850" y="405662"/>
                    <a:pt x="1045335" y="381196"/>
                    <a:pt x="964576" y="344802"/>
                  </a:cubicBezTo>
                  <a:cubicBezTo>
                    <a:pt x="930279" y="379871"/>
                    <a:pt x="927786" y="414939"/>
                    <a:pt x="909391" y="450008"/>
                  </a:cubicBezTo>
                  <a:lnTo>
                    <a:pt x="766089" y="388593"/>
                  </a:lnTo>
                  <a:lnTo>
                    <a:pt x="800209" y="204349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108" name="CustomShape 14"/>
            <p:cNvSpPr/>
            <p:nvPr/>
          </p:nvSpPr>
          <p:spPr>
            <a:xfrm rot="21255600">
              <a:off x="9273600" y="3201480"/>
              <a:ext cx="242640" cy="174960"/>
            </a:xfrm>
            <a:custGeom>
              <a:avLst/>
              <a:gdLst/>
              <a:ahLst/>
              <a:rect l="l" t="t" r="r" b="b"/>
              <a:pathLst>
                <a:path w="1505435" h="1015754">
                  <a:moveTo>
                    <a:pt x="800209" y="204349"/>
                  </a:moveTo>
                  <a:cubicBezTo>
                    <a:pt x="598895" y="140461"/>
                    <a:pt x="302164" y="-50647"/>
                    <a:pt x="196266" y="12686"/>
                  </a:cubicBezTo>
                  <a:cubicBezTo>
                    <a:pt x="103106" y="72064"/>
                    <a:pt x="168969" y="214930"/>
                    <a:pt x="147370" y="306113"/>
                  </a:cubicBezTo>
                  <a:cubicBezTo>
                    <a:pt x="102254" y="376805"/>
                    <a:pt x="-42253" y="455447"/>
                    <a:pt x="12021" y="518188"/>
                  </a:cubicBezTo>
                  <a:cubicBezTo>
                    <a:pt x="164480" y="669383"/>
                    <a:pt x="559454" y="713233"/>
                    <a:pt x="636377" y="741181"/>
                  </a:cubicBezTo>
                  <a:cubicBezTo>
                    <a:pt x="696624" y="733941"/>
                    <a:pt x="677361" y="671042"/>
                    <a:pt x="705803" y="624047"/>
                  </a:cubicBezTo>
                  <a:lnTo>
                    <a:pt x="859369" y="679765"/>
                  </a:lnTo>
                  <a:cubicBezTo>
                    <a:pt x="850034" y="889051"/>
                    <a:pt x="1063333" y="847870"/>
                    <a:pt x="1189170" y="914032"/>
                  </a:cubicBezTo>
                  <a:cubicBezTo>
                    <a:pt x="1618678" y="1176386"/>
                    <a:pt x="1495571" y="862271"/>
                    <a:pt x="1467881" y="742961"/>
                  </a:cubicBezTo>
                  <a:cubicBezTo>
                    <a:pt x="1356424" y="685542"/>
                    <a:pt x="1304603" y="671853"/>
                    <a:pt x="1173267" y="634312"/>
                  </a:cubicBezTo>
                  <a:cubicBezTo>
                    <a:pt x="1199040" y="568902"/>
                    <a:pt x="1292398" y="479637"/>
                    <a:pt x="1250585" y="438081"/>
                  </a:cubicBezTo>
                  <a:cubicBezTo>
                    <a:pt x="1165850" y="405662"/>
                    <a:pt x="1045335" y="381196"/>
                    <a:pt x="964576" y="344802"/>
                  </a:cubicBezTo>
                  <a:cubicBezTo>
                    <a:pt x="930279" y="379871"/>
                    <a:pt x="927786" y="414939"/>
                    <a:pt x="909391" y="450008"/>
                  </a:cubicBezTo>
                  <a:lnTo>
                    <a:pt x="766089" y="388593"/>
                  </a:lnTo>
                  <a:lnTo>
                    <a:pt x="800209" y="204349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109" name="CustomShape 15"/>
            <p:cNvSpPr/>
            <p:nvPr/>
          </p:nvSpPr>
          <p:spPr>
            <a:xfrm rot="20640000">
              <a:off x="9258840" y="3331800"/>
              <a:ext cx="243360" cy="176040"/>
            </a:xfrm>
            <a:custGeom>
              <a:avLst/>
              <a:gdLst/>
              <a:ahLst/>
              <a:rect l="l" t="t" r="r" b="b"/>
              <a:pathLst>
                <a:path w="1505435" h="1015754">
                  <a:moveTo>
                    <a:pt x="800209" y="204349"/>
                  </a:moveTo>
                  <a:cubicBezTo>
                    <a:pt x="598895" y="140461"/>
                    <a:pt x="302164" y="-50647"/>
                    <a:pt x="196266" y="12686"/>
                  </a:cubicBezTo>
                  <a:cubicBezTo>
                    <a:pt x="103106" y="72064"/>
                    <a:pt x="168969" y="214930"/>
                    <a:pt x="147370" y="306113"/>
                  </a:cubicBezTo>
                  <a:cubicBezTo>
                    <a:pt x="102254" y="376805"/>
                    <a:pt x="-42253" y="455447"/>
                    <a:pt x="12021" y="518188"/>
                  </a:cubicBezTo>
                  <a:cubicBezTo>
                    <a:pt x="164480" y="669383"/>
                    <a:pt x="559454" y="713233"/>
                    <a:pt x="636377" y="741181"/>
                  </a:cubicBezTo>
                  <a:cubicBezTo>
                    <a:pt x="696624" y="733941"/>
                    <a:pt x="677361" y="671042"/>
                    <a:pt x="705803" y="624047"/>
                  </a:cubicBezTo>
                  <a:lnTo>
                    <a:pt x="859369" y="679765"/>
                  </a:lnTo>
                  <a:cubicBezTo>
                    <a:pt x="850034" y="889051"/>
                    <a:pt x="1063333" y="847870"/>
                    <a:pt x="1189170" y="914032"/>
                  </a:cubicBezTo>
                  <a:cubicBezTo>
                    <a:pt x="1618678" y="1176386"/>
                    <a:pt x="1495571" y="862271"/>
                    <a:pt x="1467881" y="742961"/>
                  </a:cubicBezTo>
                  <a:cubicBezTo>
                    <a:pt x="1356424" y="685542"/>
                    <a:pt x="1304603" y="671853"/>
                    <a:pt x="1173267" y="634312"/>
                  </a:cubicBezTo>
                  <a:cubicBezTo>
                    <a:pt x="1199040" y="568902"/>
                    <a:pt x="1292398" y="479637"/>
                    <a:pt x="1250585" y="438081"/>
                  </a:cubicBezTo>
                  <a:cubicBezTo>
                    <a:pt x="1165850" y="405662"/>
                    <a:pt x="1045335" y="381196"/>
                    <a:pt x="964576" y="344802"/>
                  </a:cubicBezTo>
                  <a:cubicBezTo>
                    <a:pt x="930279" y="379871"/>
                    <a:pt x="927786" y="414939"/>
                    <a:pt x="909391" y="450008"/>
                  </a:cubicBezTo>
                  <a:lnTo>
                    <a:pt x="766089" y="388593"/>
                  </a:lnTo>
                  <a:lnTo>
                    <a:pt x="800209" y="204349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110" name="CustomShape 16"/>
            <p:cNvSpPr/>
            <p:nvPr/>
          </p:nvSpPr>
          <p:spPr>
            <a:xfrm rot="19642200">
              <a:off x="9287640" y="3455640"/>
              <a:ext cx="248760" cy="170640"/>
            </a:xfrm>
            <a:custGeom>
              <a:avLst/>
              <a:gdLst/>
              <a:ahLst/>
              <a:rect l="l" t="t" r="r" b="b"/>
              <a:pathLst>
                <a:path w="1505435" h="1015754">
                  <a:moveTo>
                    <a:pt x="800209" y="204349"/>
                  </a:moveTo>
                  <a:cubicBezTo>
                    <a:pt x="598895" y="140461"/>
                    <a:pt x="302164" y="-50647"/>
                    <a:pt x="196266" y="12686"/>
                  </a:cubicBezTo>
                  <a:cubicBezTo>
                    <a:pt x="103106" y="72064"/>
                    <a:pt x="168969" y="214930"/>
                    <a:pt x="147370" y="306113"/>
                  </a:cubicBezTo>
                  <a:cubicBezTo>
                    <a:pt x="102254" y="376805"/>
                    <a:pt x="-42253" y="455447"/>
                    <a:pt x="12021" y="518188"/>
                  </a:cubicBezTo>
                  <a:cubicBezTo>
                    <a:pt x="164480" y="669383"/>
                    <a:pt x="559454" y="713233"/>
                    <a:pt x="636377" y="741181"/>
                  </a:cubicBezTo>
                  <a:cubicBezTo>
                    <a:pt x="696624" y="733941"/>
                    <a:pt x="677361" y="671042"/>
                    <a:pt x="705803" y="624047"/>
                  </a:cubicBezTo>
                  <a:lnTo>
                    <a:pt x="859369" y="679765"/>
                  </a:lnTo>
                  <a:cubicBezTo>
                    <a:pt x="850034" y="889051"/>
                    <a:pt x="1063333" y="847870"/>
                    <a:pt x="1189170" y="914032"/>
                  </a:cubicBezTo>
                  <a:cubicBezTo>
                    <a:pt x="1618678" y="1176386"/>
                    <a:pt x="1495571" y="862271"/>
                    <a:pt x="1467881" y="742961"/>
                  </a:cubicBezTo>
                  <a:cubicBezTo>
                    <a:pt x="1356424" y="685542"/>
                    <a:pt x="1304603" y="671853"/>
                    <a:pt x="1173267" y="634312"/>
                  </a:cubicBezTo>
                  <a:cubicBezTo>
                    <a:pt x="1199040" y="568902"/>
                    <a:pt x="1292398" y="479637"/>
                    <a:pt x="1250585" y="438081"/>
                  </a:cubicBezTo>
                  <a:cubicBezTo>
                    <a:pt x="1165850" y="405662"/>
                    <a:pt x="1045335" y="381196"/>
                    <a:pt x="964576" y="344802"/>
                  </a:cubicBezTo>
                  <a:cubicBezTo>
                    <a:pt x="930279" y="379871"/>
                    <a:pt x="927786" y="414939"/>
                    <a:pt x="909391" y="450008"/>
                  </a:cubicBezTo>
                  <a:lnTo>
                    <a:pt x="766089" y="388593"/>
                  </a:lnTo>
                  <a:lnTo>
                    <a:pt x="800209" y="204349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2111" name="CustomShape 17"/>
          <p:cNvSpPr/>
          <p:nvPr/>
        </p:nvSpPr>
        <p:spPr>
          <a:xfrm>
            <a:off x="10121760" y="3088440"/>
            <a:ext cx="161280" cy="543240"/>
          </a:xfrm>
          <a:custGeom>
            <a:avLst/>
            <a:gdLst/>
            <a:ahLst/>
            <a:rect l="l" t="t" r="r" b="b"/>
            <a:pathLst>
              <a:path w="785322" h="2449001">
                <a:moveTo>
                  <a:pt x="413332" y="1331843"/>
                </a:moveTo>
                <a:cubicBezTo>
                  <a:pt x="470316" y="1339795"/>
                  <a:pt x="487545" y="1363648"/>
                  <a:pt x="524651" y="1379551"/>
                </a:cubicBezTo>
                <a:cubicBezTo>
                  <a:pt x="598461" y="1388490"/>
                  <a:pt x="730438" y="1342684"/>
                  <a:pt x="763189" y="1406369"/>
                </a:cubicBezTo>
                <a:cubicBezTo>
                  <a:pt x="860365" y="1644887"/>
                  <a:pt x="606378" y="1660931"/>
                  <a:pt x="601295" y="1785816"/>
                </a:cubicBezTo>
                <a:cubicBezTo>
                  <a:pt x="592018" y="1995200"/>
                  <a:pt x="585610" y="2024932"/>
                  <a:pt x="592236" y="2441050"/>
                </a:cubicBezTo>
                <a:lnTo>
                  <a:pt x="302014" y="2445025"/>
                </a:lnTo>
                <a:cubicBezTo>
                  <a:pt x="266233" y="2198535"/>
                  <a:pt x="340856" y="1660357"/>
                  <a:pt x="211779" y="1721654"/>
                </a:cubicBezTo>
                <a:cubicBezTo>
                  <a:pt x="170697" y="1762736"/>
                  <a:pt x="192021" y="2185283"/>
                  <a:pt x="190696" y="2441050"/>
                </a:cubicBezTo>
                <a:cubicBezTo>
                  <a:pt x="146301" y="2445688"/>
                  <a:pt x="179432" y="2445688"/>
                  <a:pt x="119134" y="2449001"/>
                </a:cubicBezTo>
                <a:cubicBezTo>
                  <a:pt x="103231" y="1623390"/>
                  <a:pt x="60150" y="1875377"/>
                  <a:pt x="8466" y="1749481"/>
                </a:cubicBezTo>
                <a:cubicBezTo>
                  <a:pt x="-31697" y="1604092"/>
                  <a:pt x="83130" y="1642413"/>
                  <a:pt x="100558" y="1641682"/>
                </a:cubicBezTo>
                <a:cubicBezTo>
                  <a:pt x="5622" y="1561516"/>
                  <a:pt x="-3874" y="1450657"/>
                  <a:pt x="71979" y="1389262"/>
                </a:cubicBezTo>
                <a:cubicBezTo>
                  <a:pt x="119567" y="1358010"/>
                  <a:pt x="239728" y="1375575"/>
                  <a:pt x="321892" y="1375575"/>
                </a:cubicBezTo>
                <a:cubicBezTo>
                  <a:pt x="347071" y="1360998"/>
                  <a:pt x="364299" y="1334493"/>
                  <a:pt x="413332" y="1331843"/>
                </a:cubicBezTo>
                <a:close/>
                <a:moveTo>
                  <a:pt x="205946" y="0"/>
                </a:moveTo>
                <a:lnTo>
                  <a:pt x="557659" y="3422"/>
                </a:lnTo>
                <a:cubicBezTo>
                  <a:pt x="580863" y="327547"/>
                  <a:pt x="489978" y="820211"/>
                  <a:pt x="664907" y="938156"/>
                </a:cubicBezTo>
                <a:cubicBezTo>
                  <a:pt x="834535" y="1061401"/>
                  <a:pt x="785141" y="1256861"/>
                  <a:pt x="707529" y="1307990"/>
                </a:cubicBezTo>
                <a:cubicBezTo>
                  <a:pt x="596211" y="1362324"/>
                  <a:pt x="496819" y="1313291"/>
                  <a:pt x="397428" y="1268233"/>
                </a:cubicBezTo>
                <a:cubicBezTo>
                  <a:pt x="324542" y="1317265"/>
                  <a:pt x="192020" y="1358347"/>
                  <a:pt x="87328" y="1288111"/>
                </a:cubicBezTo>
                <a:cubicBezTo>
                  <a:pt x="-33267" y="1184744"/>
                  <a:pt x="58608" y="985670"/>
                  <a:pt x="120893" y="945913"/>
                </a:cubicBezTo>
                <a:cubicBezTo>
                  <a:pt x="259584" y="846619"/>
                  <a:pt x="211126" y="365206"/>
                  <a:pt x="20594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112" name="CustomShape 18"/>
          <p:cNvSpPr/>
          <p:nvPr/>
        </p:nvSpPr>
        <p:spPr>
          <a:xfrm>
            <a:off x="6803640" y="3076200"/>
            <a:ext cx="477720" cy="569160"/>
          </a:xfrm>
          <a:custGeom>
            <a:avLst/>
            <a:gdLst/>
            <a:ahLst/>
            <a:rect l="l" t="t" r="r" b="b"/>
            <a:pathLst>
              <a:path w="341005" h="376812">
                <a:moveTo>
                  <a:pt x="179590" y="105941"/>
                </a:moveTo>
                <a:cubicBezTo>
                  <a:pt x="189466" y="103284"/>
                  <a:pt x="200229" y="106383"/>
                  <a:pt x="207502" y="113978"/>
                </a:cubicBezTo>
                <a:lnTo>
                  <a:pt x="205155" y="116193"/>
                </a:lnTo>
                <a:cubicBezTo>
                  <a:pt x="198727" y="109493"/>
                  <a:pt x="189244" y="106732"/>
                  <a:pt x="180543" y="109027"/>
                </a:cubicBezTo>
                <a:cubicBezTo>
                  <a:pt x="171284" y="111470"/>
                  <a:pt x="164597" y="119184"/>
                  <a:pt x="163491" y="128699"/>
                </a:cubicBezTo>
                <a:lnTo>
                  <a:pt x="160301" y="128192"/>
                </a:lnTo>
                <a:cubicBezTo>
                  <a:pt x="160626" y="125509"/>
                  <a:pt x="161343" y="122953"/>
                  <a:pt x="162397" y="120583"/>
                </a:cubicBezTo>
                <a:cubicBezTo>
                  <a:pt x="163188" y="118806"/>
                  <a:pt x="164168" y="117134"/>
                  <a:pt x="165317" y="115593"/>
                </a:cubicBezTo>
                <a:close/>
                <a:moveTo>
                  <a:pt x="184774" y="76800"/>
                </a:moveTo>
                <a:cubicBezTo>
                  <a:pt x="189722" y="75892"/>
                  <a:pt x="194950" y="76276"/>
                  <a:pt x="199898" y="78055"/>
                </a:cubicBezTo>
                <a:lnTo>
                  <a:pt x="198784" y="81085"/>
                </a:lnTo>
                <a:cubicBezTo>
                  <a:pt x="190044" y="77951"/>
                  <a:pt x="180324" y="79705"/>
                  <a:pt x="173557" y="85636"/>
                </a:cubicBezTo>
                <a:cubicBezTo>
                  <a:pt x="166357" y="91948"/>
                  <a:pt x="163808" y="101834"/>
                  <a:pt x="167057" y="110845"/>
                </a:cubicBezTo>
                <a:lnTo>
                  <a:pt x="163976" y="111813"/>
                </a:lnTo>
                <a:cubicBezTo>
                  <a:pt x="161264" y="104174"/>
                  <a:pt x="162206" y="95982"/>
                  <a:pt x="166259" y="89343"/>
                </a:cubicBezTo>
                <a:lnTo>
                  <a:pt x="171329" y="83298"/>
                </a:lnTo>
                <a:cubicBezTo>
                  <a:pt x="175158" y="79908"/>
                  <a:pt x="179826" y="77708"/>
                  <a:pt x="184774" y="76800"/>
                </a:cubicBezTo>
                <a:close/>
                <a:moveTo>
                  <a:pt x="179076" y="24908"/>
                </a:moveTo>
                <a:cubicBezTo>
                  <a:pt x="173882" y="25821"/>
                  <a:pt x="169065" y="28595"/>
                  <a:pt x="165693" y="33023"/>
                </a:cubicBezTo>
                <a:lnTo>
                  <a:pt x="165081" y="32645"/>
                </a:lnTo>
                <a:lnTo>
                  <a:pt x="164343" y="33841"/>
                </a:lnTo>
                <a:lnTo>
                  <a:pt x="159156" y="28989"/>
                </a:lnTo>
                <a:cubicBezTo>
                  <a:pt x="147650" y="21890"/>
                  <a:pt x="132568" y="25462"/>
                  <a:pt x="125468" y="36968"/>
                </a:cubicBezTo>
                <a:cubicBezTo>
                  <a:pt x="125028" y="37682"/>
                  <a:pt x="124628" y="38410"/>
                  <a:pt x="124607" y="39302"/>
                </a:cubicBezTo>
                <a:cubicBezTo>
                  <a:pt x="121192" y="53871"/>
                  <a:pt x="126621" y="67918"/>
                  <a:pt x="137512" y="72288"/>
                </a:cubicBezTo>
                <a:lnTo>
                  <a:pt x="136408" y="75373"/>
                </a:lnTo>
                <a:cubicBezTo>
                  <a:pt x="125065" y="70889"/>
                  <a:pt x="118824" y="57470"/>
                  <a:pt x="120792" y="42874"/>
                </a:cubicBezTo>
                <a:cubicBezTo>
                  <a:pt x="110219" y="38045"/>
                  <a:pt x="97555" y="41998"/>
                  <a:pt x="91229" y="52250"/>
                </a:cubicBezTo>
                <a:cubicBezTo>
                  <a:pt x="86215" y="60377"/>
                  <a:pt x="87164" y="68019"/>
                  <a:pt x="90995" y="75559"/>
                </a:cubicBezTo>
                <a:cubicBezTo>
                  <a:pt x="88405" y="77546"/>
                  <a:pt x="86197" y="80074"/>
                  <a:pt x="84391" y="83001"/>
                </a:cubicBezTo>
                <a:cubicBezTo>
                  <a:pt x="75261" y="97799"/>
                  <a:pt x="79855" y="117197"/>
                  <a:pt x="94653" y="126328"/>
                </a:cubicBezTo>
                <a:cubicBezTo>
                  <a:pt x="99603" y="129383"/>
                  <a:pt x="105068" y="130901"/>
                  <a:pt x="110449" y="130283"/>
                </a:cubicBezTo>
                <a:cubicBezTo>
                  <a:pt x="111461" y="121556"/>
                  <a:pt x="114239" y="112980"/>
                  <a:pt x="118788" y="105103"/>
                </a:cubicBezTo>
                <a:lnTo>
                  <a:pt x="122060" y="106993"/>
                </a:lnTo>
                <a:cubicBezTo>
                  <a:pt x="117549" y="114804"/>
                  <a:pt x="114885" y="123345"/>
                  <a:pt x="114602" y="132066"/>
                </a:cubicBezTo>
                <a:cubicBezTo>
                  <a:pt x="118189" y="142541"/>
                  <a:pt x="127538" y="149533"/>
                  <a:pt x="138054" y="150704"/>
                </a:cubicBezTo>
                <a:lnTo>
                  <a:pt x="138622" y="157584"/>
                </a:lnTo>
                <a:cubicBezTo>
                  <a:pt x="141809" y="168599"/>
                  <a:pt x="152592" y="175355"/>
                  <a:pt x="163536" y="173320"/>
                </a:cubicBezTo>
                <a:lnTo>
                  <a:pt x="163736" y="174011"/>
                </a:lnTo>
                <a:lnTo>
                  <a:pt x="165086" y="173621"/>
                </a:lnTo>
                <a:lnTo>
                  <a:pt x="165671" y="180699"/>
                </a:lnTo>
                <a:cubicBezTo>
                  <a:pt x="169429" y="193686"/>
                  <a:pt x="183003" y="201168"/>
                  <a:pt x="195990" y="197411"/>
                </a:cubicBezTo>
                <a:cubicBezTo>
                  <a:pt x="196796" y="197178"/>
                  <a:pt x="197581" y="196907"/>
                  <a:pt x="198196" y="196260"/>
                </a:cubicBezTo>
                <a:cubicBezTo>
                  <a:pt x="209934" y="188156"/>
                  <a:pt x="215400" y="175007"/>
                  <a:pt x="211155" y="164763"/>
                </a:cubicBezTo>
                <a:cubicBezTo>
                  <a:pt x="205121" y="170199"/>
                  <a:pt x="196738" y="172687"/>
                  <a:pt x="188343" y="171472"/>
                </a:cubicBezTo>
                <a:lnTo>
                  <a:pt x="188829" y="168281"/>
                </a:lnTo>
                <a:cubicBezTo>
                  <a:pt x="198020" y="169602"/>
                  <a:pt x="207192" y="165939"/>
                  <a:pt x="212635" y="158774"/>
                </a:cubicBezTo>
                <a:cubicBezTo>
                  <a:pt x="218427" y="151149"/>
                  <a:pt x="218946" y="140953"/>
                  <a:pt x="213960" y="132774"/>
                </a:cubicBezTo>
                <a:lnTo>
                  <a:pt x="216785" y="131210"/>
                </a:lnTo>
                <a:cubicBezTo>
                  <a:pt x="222366" y="140465"/>
                  <a:pt x="221779" y="151983"/>
                  <a:pt x="215286" y="160619"/>
                </a:cubicBezTo>
                <a:lnTo>
                  <a:pt x="213805" y="162105"/>
                </a:lnTo>
                <a:cubicBezTo>
                  <a:pt x="218946" y="172938"/>
                  <a:pt x="214526" y="186813"/>
                  <a:pt x="203421" y="196175"/>
                </a:cubicBezTo>
                <a:cubicBezTo>
                  <a:pt x="208012" y="206854"/>
                  <a:pt x="220050" y="212429"/>
                  <a:pt x="231622" y="209082"/>
                </a:cubicBezTo>
                <a:cubicBezTo>
                  <a:pt x="239377" y="206838"/>
                  <a:pt x="243741" y="201989"/>
                  <a:pt x="246092" y="195539"/>
                </a:cubicBezTo>
                <a:cubicBezTo>
                  <a:pt x="255042" y="199507"/>
                  <a:pt x="265290" y="198199"/>
                  <a:pt x="272958" y="192601"/>
                </a:cubicBezTo>
                <a:lnTo>
                  <a:pt x="276795" y="193971"/>
                </a:lnTo>
                <a:cubicBezTo>
                  <a:pt x="289009" y="194016"/>
                  <a:pt x="298363" y="193248"/>
                  <a:pt x="304258" y="183694"/>
                </a:cubicBezTo>
                <a:cubicBezTo>
                  <a:pt x="309343" y="175453"/>
                  <a:pt x="308953" y="165378"/>
                  <a:pt x="303795" y="157923"/>
                </a:cubicBezTo>
                <a:cubicBezTo>
                  <a:pt x="298315" y="164420"/>
                  <a:pt x="291041" y="168177"/>
                  <a:pt x="283702" y="168174"/>
                </a:cubicBezTo>
                <a:lnTo>
                  <a:pt x="283555" y="164527"/>
                </a:lnTo>
                <a:cubicBezTo>
                  <a:pt x="293404" y="164978"/>
                  <a:pt x="303289" y="157339"/>
                  <a:pt x="308110" y="145450"/>
                </a:cubicBezTo>
                <a:cubicBezTo>
                  <a:pt x="311022" y="136198"/>
                  <a:pt x="308752" y="126109"/>
                  <a:pt x="302169" y="119023"/>
                </a:cubicBezTo>
                <a:cubicBezTo>
                  <a:pt x="296249" y="127191"/>
                  <a:pt x="286098" y="131525"/>
                  <a:pt x="275782" y="130309"/>
                </a:cubicBezTo>
                <a:lnTo>
                  <a:pt x="276183" y="127106"/>
                </a:lnTo>
                <a:cubicBezTo>
                  <a:pt x="285405" y="128184"/>
                  <a:pt x="294478" y="124281"/>
                  <a:pt x="299730" y="116974"/>
                </a:cubicBezTo>
                <a:lnTo>
                  <a:pt x="300207" y="116045"/>
                </a:lnTo>
                <a:cubicBezTo>
                  <a:pt x="300079" y="107222"/>
                  <a:pt x="295342" y="98867"/>
                  <a:pt x="287259" y="93880"/>
                </a:cubicBezTo>
                <a:cubicBezTo>
                  <a:pt x="284295" y="92051"/>
                  <a:pt x="281129" y="90828"/>
                  <a:pt x="277855" y="90561"/>
                </a:cubicBezTo>
                <a:cubicBezTo>
                  <a:pt x="271916" y="104194"/>
                  <a:pt x="259881" y="112708"/>
                  <a:pt x="248172" y="111695"/>
                </a:cubicBezTo>
                <a:cubicBezTo>
                  <a:pt x="248002" y="114741"/>
                  <a:pt x="246936" y="117719"/>
                  <a:pt x="245089" y="120348"/>
                </a:cubicBezTo>
                <a:cubicBezTo>
                  <a:pt x="241307" y="125729"/>
                  <a:pt x="234825" y="128827"/>
                  <a:pt x="228007" y="128511"/>
                </a:cubicBezTo>
                <a:lnTo>
                  <a:pt x="228158" y="125380"/>
                </a:lnTo>
                <a:cubicBezTo>
                  <a:pt x="233848" y="125642"/>
                  <a:pt x="239262" y="123097"/>
                  <a:pt x="242439" y="118667"/>
                </a:cubicBezTo>
                <a:cubicBezTo>
                  <a:pt x="244071" y="116391"/>
                  <a:pt x="244987" y="113796"/>
                  <a:pt x="245116" y="111152"/>
                </a:cubicBezTo>
                <a:lnTo>
                  <a:pt x="243716" y="110904"/>
                </a:lnTo>
                <a:lnTo>
                  <a:pt x="244539" y="108155"/>
                </a:lnTo>
                <a:cubicBezTo>
                  <a:pt x="244792" y="106166"/>
                  <a:pt x="244131" y="104285"/>
                  <a:pt x="243078" y="102544"/>
                </a:cubicBezTo>
                <a:cubicBezTo>
                  <a:pt x="240257" y="97875"/>
                  <a:pt x="235048" y="94922"/>
                  <a:pt x="229344" y="94755"/>
                </a:cubicBezTo>
                <a:lnTo>
                  <a:pt x="229436" y="91621"/>
                </a:lnTo>
                <a:cubicBezTo>
                  <a:pt x="236268" y="91821"/>
                  <a:pt x="242499" y="95409"/>
                  <a:pt x="245850" y="101072"/>
                </a:cubicBezTo>
                <a:cubicBezTo>
                  <a:pt x="247129" y="103235"/>
                  <a:pt x="247915" y="105575"/>
                  <a:pt x="248037" y="107973"/>
                </a:cubicBezTo>
                <a:cubicBezTo>
                  <a:pt x="258268" y="109553"/>
                  <a:pt x="268981" y="102051"/>
                  <a:pt x="274232" y="89778"/>
                </a:cubicBezTo>
                <a:cubicBezTo>
                  <a:pt x="278708" y="77339"/>
                  <a:pt x="274020" y="63056"/>
                  <a:pt x="262316" y="55834"/>
                </a:cubicBezTo>
                <a:cubicBezTo>
                  <a:pt x="257734" y="53007"/>
                  <a:pt x="252666" y="51626"/>
                  <a:pt x="247691" y="52231"/>
                </a:cubicBezTo>
                <a:cubicBezTo>
                  <a:pt x="248705" y="60913"/>
                  <a:pt x="245967" y="69020"/>
                  <a:pt x="239739" y="74185"/>
                </a:cubicBezTo>
                <a:lnTo>
                  <a:pt x="237649" y="71664"/>
                </a:lnTo>
                <a:cubicBezTo>
                  <a:pt x="244579" y="65918"/>
                  <a:pt x="246481" y="55888"/>
                  <a:pt x="243151" y="45920"/>
                </a:cubicBezTo>
                <a:cubicBezTo>
                  <a:pt x="241194" y="40124"/>
                  <a:pt x="237183" y="35004"/>
                  <a:pt x="231542" y="31523"/>
                </a:cubicBezTo>
                <a:cubicBezTo>
                  <a:pt x="221392" y="25261"/>
                  <a:pt x="208864" y="26095"/>
                  <a:pt x="199763" y="32668"/>
                </a:cubicBezTo>
                <a:lnTo>
                  <a:pt x="194721" y="27952"/>
                </a:lnTo>
                <a:cubicBezTo>
                  <a:pt x="189842" y="24941"/>
                  <a:pt x="184271" y="23995"/>
                  <a:pt x="179076" y="24908"/>
                </a:cubicBezTo>
                <a:close/>
                <a:moveTo>
                  <a:pt x="190632" y="62"/>
                </a:moveTo>
                <a:cubicBezTo>
                  <a:pt x="300121" y="2329"/>
                  <a:pt x="391248" y="125645"/>
                  <a:pt x="309641" y="225160"/>
                </a:cubicBezTo>
                <a:cubicBezTo>
                  <a:pt x="282892" y="251229"/>
                  <a:pt x="279266" y="288859"/>
                  <a:pt x="302841" y="374772"/>
                </a:cubicBezTo>
                <a:lnTo>
                  <a:pt x="121266" y="376812"/>
                </a:lnTo>
                <a:lnTo>
                  <a:pt x="109025" y="322355"/>
                </a:lnTo>
                <a:cubicBezTo>
                  <a:pt x="76580" y="333165"/>
                  <a:pt x="40716" y="329924"/>
                  <a:pt x="28778" y="318327"/>
                </a:cubicBezTo>
                <a:cubicBezTo>
                  <a:pt x="22923" y="311868"/>
                  <a:pt x="25422" y="291738"/>
                  <a:pt x="32859" y="276164"/>
                </a:cubicBezTo>
                <a:cubicBezTo>
                  <a:pt x="35235" y="270344"/>
                  <a:pt x="23179" y="268321"/>
                  <a:pt x="20618" y="259843"/>
                </a:cubicBezTo>
                <a:cubicBezTo>
                  <a:pt x="19440" y="251965"/>
                  <a:pt x="27377" y="251682"/>
                  <a:pt x="30757" y="247602"/>
                </a:cubicBezTo>
                <a:lnTo>
                  <a:pt x="18516" y="238938"/>
                </a:lnTo>
                <a:cubicBezTo>
                  <a:pt x="12669" y="232923"/>
                  <a:pt x="25811" y="221592"/>
                  <a:pt x="29458" y="212919"/>
                </a:cubicBezTo>
                <a:cubicBezTo>
                  <a:pt x="16679" y="208924"/>
                  <a:pt x="7006" y="203466"/>
                  <a:pt x="307" y="196983"/>
                </a:cubicBezTo>
                <a:cubicBezTo>
                  <a:pt x="-2572" y="186228"/>
                  <a:pt x="15339" y="171234"/>
                  <a:pt x="31089" y="151672"/>
                </a:cubicBezTo>
                <a:cubicBezTo>
                  <a:pt x="47602" y="132201"/>
                  <a:pt x="33821" y="117353"/>
                  <a:pt x="46470" y="75544"/>
                </a:cubicBezTo>
                <a:cubicBezTo>
                  <a:pt x="66559" y="23813"/>
                  <a:pt x="114124" y="-1423"/>
                  <a:pt x="190632" y="62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113" name="CustomShape 19"/>
          <p:cNvSpPr/>
          <p:nvPr/>
        </p:nvSpPr>
        <p:spPr>
          <a:xfrm>
            <a:off x="7600680" y="3088440"/>
            <a:ext cx="501120" cy="543240"/>
          </a:xfrm>
          <a:custGeom>
            <a:avLst/>
            <a:gdLst/>
            <a:ahLst/>
            <a:rect l="l" t="t" r="r" b="b"/>
            <a:pathLst>
              <a:path w="3068057" h="3083879">
                <a:moveTo>
                  <a:pt x="1943022" y="0"/>
                </a:moveTo>
                <a:cubicBezTo>
                  <a:pt x="2091435" y="0"/>
                  <a:pt x="2214809" y="107202"/>
                  <a:pt x="2232575" y="249298"/>
                </a:cubicBezTo>
                <a:cubicBezTo>
                  <a:pt x="2066806" y="323095"/>
                  <a:pt x="1966497" y="475331"/>
                  <a:pt x="1992863" y="623272"/>
                </a:cubicBezTo>
                <a:lnTo>
                  <a:pt x="2032344" y="614884"/>
                </a:lnTo>
                <a:cubicBezTo>
                  <a:pt x="2007703" y="472429"/>
                  <a:pt x="2119863" y="324636"/>
                  <a:pt x="2294697" y="266187"/>
                </a:cubicBezTo>
                <a:cubicBezTo>
                  <a:pt x="2304190" y="260641"/>
                  <a:pt x="2314409" y="260119"/>
                  <a:pt x="2324748" y="260119"/>
                </a:cubicBezTo>
                <a:cubicBezTo>
                  <a:pt x="2491310" y="260119"/>
                  <a:pt x="2626336" y="395145"/>
                  <a:pt x="2626336" y="561708"/>
                </a:cubicBezTo>
                <a:lnTo>
                  <a:pt x="2609021" y="647481"/>
                </a:lnTo>
                <a:lnTo>
                  <a:pt x="2626336" y="647481"/>
                </a:lnTo>
                <a:lnTo>
                  <a:pt x="2626336" y="656343"/>
                </a:lnTo>
                <a:cubicBezTo>
                  <a:pt x="2762823" y="669742"/>
                  <a:pt x="2867295" y="786613"/>
                  <a:pt x="2867295" y="927882"/>
                </a:cubicBezTo>
                <a:lnTo>
                  <a:pt x="2850464" y="1011252"/>
                </a:lnTo>
                <a:cubicBezTo>
                  <a:pt x="2978255" y="1064152"/>
                  <a:pt x="3068057" y="1190111"/>
                  <a:pt x="3068057" y="1337042"/>
                </a:cubicBezTo>
                <a:cubicBezTo>
                  <a:pt x="3068057" y="1418703"/>
                  <a:pt x="3040320" y="1493884"/>
                  <a:pt x="2992210" y="1551889"/>
                </a:cubicBezTo>
                <a:cubicBezTo>
                  <a:pt x="2909241" y="1651289"/>
                  <a:pt x="2791782" y="1696238"/>
                  <a:pt x="2686704" y="1660749"/>
                </a:cubicBezTo>
                <a:lnTo>
                  <a:pt x="2673794" y="1698968"/>
                </a:lnTo>
                <a:cubicBezTo>
                  <a:pt x="2768232" y="1730865"/>
                  <a:pt x="2870956" y="1707121"/>
                  <a:pt x="2955415" y="1640323"/>
                </a:cubicBezTo>
                <a:cubicBezTo>
                  <a:pt x="2993943" y="1688574"/>
                  <a:pt x="3012247" y="1750635"/>
                  <a:pt x="3012247" y="1816968"/>
                </a:cubicBezTo>
                <a:cubicBezTo>
                  <a:pt x="3012247" y="1986406"/>
                  <a:pt x="2892829" y="2127952"/>
                  <a:pt x="2733451" y="2161496"/>
                </a:cubicBezTo>
                <a:cubicBezTo>
                  <a:pt x="2570803" y="2185843"/>
                  <a:pt x="2422847" y="2122052"/>
                  <a:pt x="2373218" y="2004561"/>
                </a:cubicBezTo>
                <a:cubicBezTo>
                  <a:pt x="2397575" y="1987765"/>
                  <a:pt x="2417022" y="1964396"/>
                  <a:pt x="2431421" y="1936987"/>
                </a:cubicBezTo>
                <a:cubicBezTo>
                  <a:pt x="2469123" y="1865220"/>
                  <a:pt x="2466430" y="1776674"/>
                  <a:pt x="2424327" y="1703750"/>
                </a:cubicBezTo>
                <a:lnTo>
                  <a:pt x="2390880" y="1723060"/>
                </a:lnTo>
                <a:cubicBezTo>
                  <a:pt x="2426033" y="1783948"/>
                  <a:pt x="2428758" y="1857660"/>
                  <a:pt x="2398065" y="1917447"/>
                </a:cubicBezTo>
                <a:cubicBezTo>
                  <a:pt x="2386618" y="1939743"/>
                  <a:pt x="2371177" y="1958844"/>
                  <a:pt x="2348681" y="1969064"/>
                </a:cubicBezTo>
                <a:lnTo>
                  <a:pt x="2314536" y="1978212"/>
                </a:lnTo>
                <a:lnTo>
                  <a:pt x="2320989" y="1994504"/>
                </a:lnTo>
                <a:cubicBezTo>
                  <a:pt x="2292439" y="2010252"/>
                  <a:pt x="2259301" y="2017439"/>
                  <a:pt x="2224883" y="2015050"/>
                </a:cubicBezTo>
                <a:cubicBezTo>
                  <a:pt x="2157880" y="2010397"/>
                  <a:pt x="2096183" y="1970105"/>
                  <a:pt x="2062112" y="1908746"/>
                </a:cubicBezTo>
                <a:lnTo>
                  <a:pt x="2028307" y="1927422"/>
                </a:lnTo>
                <a:cubicBezTo>
                  <a:pt x="2069101" y="2000945"/>
                  <a:pt x="2143517" y="2048870"/>
                  <a:pt x="2224395" y="2053708"/>
                </a:cubicBezTo>
                <a:cubicBezTo>
                  <a:pt x="2263912" y="2056070"/>
                  <a:pt x="2302036" y="2047984"/>
                  <a:pt x="2335071" y="2030056"/>
                </a:cubicBezTo>
                <a:cubicBezTo>
                  <a:pt x="2400196" y="2159379"/>
                  <a:pt x="2567325" y="2230480"/>
                  <a:pt x="2748680" y="2204554"/>
                </a:cubicBezTo>
                <a:cubicBezTo>
                  <a:pt x="2767068" y="2240602"/>
                  <a:pt x="2774723" y="2281713"/>
                  <a:pt x="2774723" y="2324613"/>
                </a:cubicBezTo>
                <a:cubicBezTo>
                  <a:pt x="2774723" y="2444667"/>
                  <a:pt x="2714770" y="2550720"/>
                  <a:pt x="2619461" y="2609132"/>
                </a:cubicBezTo>
                <a:cubicBezTo>
                  <a:pt x="2594093" y="2739763"/>
                  <a:pt x="2496512" y="2844553"/>
                  <a:pt x="2368919" y="2876858"/>
                </a:cubicBezTo>
                <a:cubicBezTo>
                  <a:pt x="2184369" y="2908073"/>
                  <a:pt x="2016372" y="2826285"/>
                  <a:pt x="1978290" y="2684161"/>
                </a:cubicBezTo>
                <a:lnTo>
                  <a:pt x="1939323" y="2694602"/>
                </a:lnTo>
                <a:cubicBezTo>
                  <a:pt x="1970494" y="2810931"/>
                  <a:pt x="2075973" y="2892306"/>
                  <a:pt x="2210223" y="2912307"/>
                </a:cubicBezTo>
                <a:cubicBezTo>
                  <a:pt x="2165434" y="3014618"/>
                  <a:pt x="2062317" y="3083879"/>
                  <a:pt x="1943022" y="3083879"/>
                </a:cubicBezTo>
                <a:cubicBezTo>
                  <a:pt x="1804718" y="3083879"/>
                  <a:pt x="1736151" y="2990782"/>
                  <a:pt x="1657612" y="2862428"/>
                </a:cubicBezTo>
                <a:cubicBezTo>
                  <a:pt x="1632100" y="2775963"/>
                  <a:pt x="1598588" y="2449530"/>
                  <a:pt x="1653064" y="2147091"/>
                </a:cubicBezTo>
                <a:cubicBezTo>
                  <a:pt x="1775302" y="2294672"/>
                  <a:pt x="1947360" y="2360889"/>
                  <a:pt x="2101389" y="2319520"/>
                </a:cubicBezTo>
                <a:lnTo>
                  <a:pt x="2085913" y="2268654"/>
                </a:lnTo>
                <a:cubicBezTo>
                  <a:pt x="1935632" y="2308197"/>
                  <a:pt x="1765039" y="2228547"/>
                  <a:pt x="1652548" y="2065927"/>
                </a:cubicBezTo>
                <a:cubicBezTo>
                  <a:pt x="1594744" y="1988631"/>
                  <a:pt x="1552933" y="1543383"/>
                  <a:pt x="1647107" y="1210118"/>
                </a:cubicBezTo>
                <a:cubicBezTo>
                  <a:pt x="1757451" y="1073526"/>
                  <a:pt x="1924310" y="1023711"/>
                  <a:pt x="2044795" y="1095494"/>
                </a:cubicBezTo>
                <a:lnTo>
                  <a:pt x="2046624" y="1092427"/>
                </a:lnTo>
                <a:cubicBezTo>
                  <a:pt x="2044963" y="1115904"/>
                  <a:pt x="2049817" y="1139574"/>
                  <a:pt x="2059741" y="1162003"/>
                </a:cubicBezTo>
                <a:cubicBezTo>
                  <a:pt x="2085174" y="1219476"/>
                  <a:pt x="2140055" y="1259997"/>
                  <a:pt x="2204060" y="1268556"/>
                </a:cubicBezTo>
                <a:lnTo>
                  <a:pt x="2208020" y="1238949"/>
                </a:lnTo>
                <a:cubicBezTo>
                  <a:pt x="2154665" y="1231814"/>
                  <a:pt x="2108853" y="1198319"/>
                  <a:pt x="2087448" y="1150798"/>
                </a:cubicBezTo>
                <a:cubicBezTo>
                  <a:pt x="2064784" y="1100476"/>
                  <a:pt x="2073123" y="1042569"/>
                  <a:pt x="2109077" y="1000639"/>
                </a:cubicBezTo>
                <a:cubicBezTo>
                  <a:pt x="2142987" y="961090"/>
                  <a:pt x="2196315" y="941798"/>
                  <a:pt x="2249471" y="949847"/>
                </a:cubicBezTo>
                <a:lnTo>
                  <a:pt x="2253988" y="920317"/>
                </a:lnTo>
                <a:cubicBezTo>
                  <a:pt x="2190211" y="910645"/>
                  <a:pt x="2126205" y="934132"/>
                  <a:pt x="2085632" y="982099"/>
                </a:cubicBezTo>
                <a:lnTo>
                  <a:pt x="2052614" y="1055246"/>
                </a:lnTo>
                <a:cubicBezTo>
                  <a:pt x="1928226" y="988072"/>
                  <a:pt x="1765306" y="1028878"/>
                  <a:pt x="1646726" y="1149851"/>
                </a:cubicBezTo>
                <a:cubicBezTo>
                  <a:pt x="1576863" y="1018908"/>
                  <a:pt x="1584053" y="461235"/>
                  <a:pt x="1633436" y="269593"/>
                </a:cubicBezTo>
                <a:cubicBezTo>
                  <a:pt x="1697428" y="119029"/>
                  <a:pt x="1776459" y="0"/>
                  <a:pt x="1943022" y="0"/>
                </a:cubicBezTo>
                <a:close/>
                <a:moveTo>
                  <a:pt x="1125035" y="0"/>
                </a:moveTo>
                <a:cubicBezTo>
                  <a:pt x="1263339" y="0"/>
                  <a:pt x="1331906" y="93097"/>
                  <a:pt x="1410445" y="221451"/>
                </a:cubicBezTo>
                <a:cubicBezTo>
                  <a:pt x="1435957" y="307916"/>
                  <a:pt x="1469469" y="634350"/>
                  <a:pt x="1414993" y="936788"/>
                </a:cubicBezTo>
                <a:cubicBezTo>
                  <a:pt x="1292755" y="789207"/>
                  <a:pt x="1120697" y="722990"/>
                  <a:pt x="966668" y="764359"/>
                </a:cubicBezTo>
                <a:lnTo>
                  <a:pt x="982144" y="815225"/>
                </a:lnTo>
                <a:cubicBezTo>
                  <a:pt x="1132425" y="775682"/>
                  <a:pt x="1303018" y="855332"/>
                  <a:pt x="1415509" y="1017952"/>
                </a:cubicBezTo>
                <a:cubicBezTo>
                  <a:pt x="1473313" y="1095249"/>
                  <a:pt x="1515123" y="1540497"/>
                  <a:pt x="1420950" y="1873762"/>
                </a:cubicBezTo>
                <a:cubicBezTo>
                  <a:pt x="1310606" y="2010353"/>
                  <a:pt x="1143747" y="2060168"/>
                  <a:pt x="1023262" y="1988385"/>
                </a:cubicBezTo>
                <a:lnTo>
                  <a:pt x="1021433" y="1991453"/>
                </a:lnTo>
                <a:cubicBezTo>
                  <a:pt x="1023094" y="1967976"/>
                  <a:pt x="1018240" y="1944306"/>
                  <a:pt x="1008316" y="1921877"/>
                </a:cubicBezTo>
                <a:cubicBezTo>
                  <a:pt x="982883" y="1864403"/>
                  <a:pt x="928002" y="1823883"/>
                  <a:pt x="863997" y="1815323"/>
                </a:cubicBezTo>
                <a:lnTo>
                  <a:pt x="860037" y="1844930"/>
                </a:lnTo>
                <a:cubicBezTo>
                  <a:pt x="913392" y="1852066"/>
                  <a:pt x="959204" y="1885560"/>
                  <a:pt x="980609" y="1933082"/>
                </a:cubicBezTo>
                <a:cubicBezTo>
                  <a:pt x="1003273" y="1983404"/>
                  <a:pt x="994934" y="2041310"/>
                  <a:pt x="958980" y="2083241"/>
                </a:cubicBezTo>
                <a:cubicBezTo>
                  <a:pt x="925070" y="2122789"/>
                  <a:pt x="871742" y="2142082"/>
                  <a:pt x="818586" y="2134033"/>
                </a:cubicBezTo>
                <a:lnTo>
                  <a:pt x="814069" y="2163562"/>
                </a:lnTo>
                <a:cubicBezTo>
                  <a:pt x="877846" y="2173235"/>
                  <a:pt x="941852" y="2149747"/>
                  <a:pt x="982425" y="2101780"/>
                </a:cubicBezTo>
                <a:lnTo>
                  <a:pt x="1015443" y="2028633"/>
                </a:lnTo>
                <a:cubicBezTo>
                  <a:pt x="1139831" y="2095808"/>
                  <a:pt x="1302751" y="2055001"/>
                  <a:pt x="1421331" y="1934029"/>
                </a:cubicBezTo>
                <a:cubicBezTo>
                  <a:pt x="1491194" y="2064971"/>
                  <a:pt x="1484003" y="2622644"/>
                  <a:pt x="1434621" y="2814287"/>
                </a:cubicBezTo>
                <a:cubicBezTo>
                  <a:pt x="1370629" y="2964850"/>
                  <a:pt x="1291598" y="3083879"/>
                  <a:pt x="1125035" y="3083879"/>
                </a:cubicBezTo>
                <a:cubicBezTo>
                  <a:pt x="976622" y="3083879"/>
                  <a:pt x="853248" y="2976677"/>
                  <a:pt x="835482" y="2834581"/>
                </a:cubicBezTo>
                <a:cubicBezTo>
                  <a:pt x="1001251" y="2760784"/>
                  <a:pt x="1101560" y="2608549"/>
                  <a:pt x="1075194" y="2460607"/>
                </a:cubicBezTo>
                <a:lnTo>
                  <a:pt x="1035713" y="2468996"/>
                </a:lnTo>
                <a:cubicBezTo>
                  <a:pt x="1060354" y="2611450"/>
                  <a:pt x="948194" y="2759243"/>
                  <a:pt x="773360" y="2817692"/>
                </a:cubicBezTo>
                <a:cubicBezTo>
                  <a:pt x="763867" y="2823239"/>
                  <a:pt x="753648" y="2823760"/>
                  <a:pt x="743309" y="2823760"/>
                </a:cubicBezTo>
                <a:cubicBezTo>
                  <a:pt x="576747" y="2823760"/>
                  <a:pt x="441721" y="2688734"/>
                  <a:pt x="441721" y="2522172"/>
                </a:cubicBezTo>
                <a:lnTo>
                  <a:pt x="459036" y="2436399"/>
                </a:lnTo>
                <a:lnTo>
                  <a:pt x="441721" y="2436399"/>
                </a:lnTo>
                <a:lnTo>
                  <a:pt x="441721" y="2427537"/>
                </a:lnTo>
                <a:cubicBezTo>
                  <a:pt x="305234" y="2414137"/>
                  <a:pt x="200762" y="2297266"/>
                  <a:pt x="200762" y="2155997"/>
                </a:cubicBezTo>
                <a:lnTo>
                  <a:pt x="217593" y="2072628"/>
                </a:lnTo>
                <a:cubicBezTo>
                  <a:pt x="89802" y="2019727"/>
                  <a:pt x="0" y="1893768"/>
                  <a:pt x="0" y="1746838"/>
                </a:cubicBezTo>
                <a:cubicBezTo>
                  <a:pt x="0" y="1665177"/>
                  <a:pt x="27737" y="1589996"/>
                  <a:pt x="75847" y="1531990"/>
                </a:cubicBezTo>
                <a:cubicBezTo>
                  <a:pt x="158816" y="1432590"/>
                  <a:pt x="276275" y="1387641"/>
                  <a:pt x="381353" y="1423131"/>
                </a:cubicBezTo>
                <a:lnTo>
                  <a:pt x="394263" y="1384911"/>
                </a:lnTo>
                <a:cubicBezTo>
                  <a:pt x="299825" y="1353014"/>
                  <a:pt x="197101" y="1376758"/>
                  <a:pt x="112642" y="1443556"/>
                </a:cubicBezTo>
                <a:cubicBezTo>
                  <a:pt x="74114" y="1395305"/>
                  <a:pt x="55810" y="1333244"/>
                  <a:pt x="55810" y="1266911"/>
                </a:cubicBezTo>
                <a:cubicBezTo>
                  <a:pt x="55810" y="1097473"/>
                  <a:pt x="175228" y="955927"/>
                  <a:pt x="334606" y="922383"/>
                </a:cubicBezTo>
                <a:cubicBezTo>
                  <a:pt x="497254" y="898036"/>
                  <a:pt x="645210" y="961827"/>
                  <a:pt x="694839" y="1079319"/>
                </a:cubicBezTo>
                <a:cubicBezTo>
                  <a:pt x="670482" y="1096114"/>
                  <a:pt x="651035" y="1119484"/>
                  <a:pt x="636636" y="1146893"/>
                </a:cubicBezTo>
                <a:cubicBezTo>
                  <a:pt x="598934" y="1218660"/>
                  <a:pt x="601627" y="1307205"/>
                  <a:pt x="643730" y="1380130"/>
                </a:cubicBezTo>
                <a:lnTo>
                  <a:pt x="677177" y="1360819"/>
                </a:lnTo>
                <a:cubicBezTo>
                  <a:pt x="642024" y="1299932"/>
                  <a:pt x="639299" y="1226219"/>
                  <a:pt x="669992" y="1166433"/>
                </a:cubicBezTo>
                <a:cubicBezTo>
                  <a:pt x="681439" y="1144136"/>
                  <a:pt x="696880" y="1125036"/>
                  <a:pt x="719376" y="1114815"/>
                </a:cubicBezTo>
                <a:lnTo>
                  <a:pt x="753521" y="1105667"/>
                </a:lnTo>
                <a:lnTo>
                  <a:pt x="747068" y="1089375"/>
                </a:lnTo>
                <a:cubicBezTo>
                  <a:pt x="775618" y="1073627"/>
                  <a:pt x="808756" y="1066440"/>
                  <a:pt x="843174" y="1068829"/>
                </a:cubicBezTo>
                <a:cubicBezTo>
                  <a:pt x="910177" y="1073482"/>
                  <a:pt x="971874" y="1113774"/>
                  <a:pt x="1005945" y="1175134"/>
                </a:cubicBezTo>
                <a:lnTo>
                  <a:pt x="1039750" y="1156458"/>
                </a:lnTo>
                <a:cubicBezTo>
                  <a:pt x="998956" y="1082934"/>
                  <a:pt x="924540" y="1035010"/>
                  <a:pt x="843662" y="1030172"/>
                </a:cubicBezTo>
                <a:cubicBezTo>
                  <a:pt x="804145" y="1027809"/>
                  <a:pt x="766021" y="1035895"/>
                  <a:pt x="732986" y="1053824"/>
                </a:cubicBezTo>
                <a:cubicBezTo>
                  <a:pt x="667861" y="924500"/>
                  <a:pt x="500732" y="853399"/>
                  <a:pt x="319377" y="879325"/>
                </a:cubicBezTo>
                <a:cubicBezTo>
                  <a:pt x="300989" y="843277"/>
                  <a:pt x="293334" y="802167"/>
                  <a:pt x="293334" y="759266"/>
                </a:cubicBezTo>
                <a:cubicBezTo>
                  <a:pt x="293334" y="639212"/>
                  <a:pt x="353287" y="533159"/>
                  <a:pt x="448596" y="474747"/>
                </a:cubicBezTo>
                <a:cubicBezTo>
                  <a:pt x="473964" y="344116"/>
                  <a:pt x="571545" y="239326"/>
                  <a:pt x="699138" y="207021"/>
                </a:cubicBezTo>
                <a:cubicBezTo>
                  <a:pt x="883688" y="175806"/>
                  <a:pt x="1051685" y="257594"/>
                  <a:pt x="1089767" y="399718"/>
                </a:cubicBezTo>
                <a:lnTo>
                  <a:pt x="1128734" y="389277"/>
                </a:lnTo>
                <a:cubicBezTo>
                  <a:pt x="1097563" y="272948"/>
                  <a:pt x="992084" y="191573"/>
                  <a:pt x="857834" y="171572"/>
                </a:cubicBezTo>
                <a:cubicBezTo>
                  <a:pt x="902623" y="69261"/>
                  <a:pt x="1005740" y="0"/>
                  <a:pt x="112503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2114" name="Group 20"/>
          <p:cNvGrpSpPr/>
          <p:nvPr/>
        </p:nvGrpSpPr>
        <p:grpSpPr>
          <a:xfrm>
            <a:off x="6006240" y="3035160"/>
            <a:ext cx="503280" cy="610200"/>
            <a:chOff x="6006240" y="3035160"/>
            <a:chExt cx="503280" cy="610200"/>
          </a:xfrm>
        </p:grpSpPr>
        <p:sp>
          <p:nvSpPr>
            <p:cNvPr id="2115" name="CustomShape 21"/>
            <p:cNvSpPr/>
            <p:nvPr/>
          </p:nvSpPr>
          <p:spPr>
            <a:xfrm>
              <a:off x="6006240" y="3076200"/>
              <a:ext cx="477720" cy="569160"/>
            </a:xfrm>
            <a:custGeom>
              <a:avLst/>
              <a:gdLst/>
              <a:ahLst/>
              <a:rect l="l" t="t" r="r" b="b"/>
              <a:pathLst>
                <a:path w="5331558" h="5891405">
                  <a:moveTo>
                    <a:pt x="2980491" y="968"/>
                  </a:moveTo>
                  <a:cubicBezTo>
                    <a:pt x="1784302" y="-22254"/>
                    <a:pt x="1040642" y="372305"/>
                    <a:pt x="726547" y="1181117"/>
                  </a:cubicBezTo>
                  <a:cubicBezTo>
                    <a:pt x="528785" y="1834793"/>
                    <a:pt x="744238" y="2066938"/>
                    <a:pt x="486068" y="2371366"/>
                  </a:cubicBezTo>
                  <a:cubicBezTo>
                    <a:pt x="239818" y="2677225"/>
                    <a:pt x="-40213" y="2911644"/>
                    <a:pt x="4803" y="3079808"/>
                  </a:cubicBezTo>
                  <a:cubicBezTo>
                    <a:pt x="109541" y="3181162"/>
                    <a:pt x="260766" y="3266498"/>
                    <a:pt x="460575" y="3328959"/>
                  </a:cubicBezTo>
                  <a:cubicBezTo>
                    <a:pt x="403546" y="3464559"/>
                    <a:pt x="198074" y="3641722"/>
                    <a:pt x="289487" y="3735758"/>
                  </a:cubicBezTo>
                  <a:lnTo>
                    <a:pt x="480873" y="3871219"/>
                  </a:lnTo>
                  <a:cubicBezTo>
                    <a:pt x="428032" y="3935014"/>
                    <a:pt x="303940" y="3939433"/>
                    <a:pt x="322351" y="4062605"/>
                  </a:cubicBezTo>
                  <a:cubicBezTo>
                    <a:pt x="362395" y="4195168"/>
                    <a:pt x="550882" y="4226788"/>
                    <a:pt x="513737" y="4317787"/>
                  </a:cubicBezTo>
                  <a:cubicBezTo>
                    <a:pt x="397470" y="4561276"/>
                    <a:pt x="358392" y="4876020"/>
                    <a:pt x="449942" y="4977005"/>
                  </a:cubicBezTo>
                  <a:cubicBezTo>
                    <a:pt x="636587" y="5158310"/>
                    <a:pt x="1197305" y="5208988"/>
                    <a:pt x="1704584" y="5039972"/>
                  </a:cubicBezTo>
                  <a:lnTo>
                    <a:pt x="1895970" y="5891405"/>
                  </a:lnTo>
                  <a:lnTo>
                    <a:pt x="4734863" y="5859508"/>
                  </a:lnTo>
                  <a:cubicBezTo>
                    <a:pt x="4366268" y="4516262"/>
                    <a:pt x="4422975" y="3927926"/>
                    <a:pt x="4841189" y="3520345"/>
                  </a:cubicBezTo>
                  <a:cubicBezTo>
                    <a:pt x="6117095" y="1964448"/>
                    <a:pt x="4692333" y="36409"/>
                    <a:pt x="2980491" y="96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116" name="CustomShape 22"/>
            <p:cNvSpPr/>
            <p:nvPr/>
          </p:nvSpPr>
          <p:spPr>
            <a:xfrm rot="18100800">
              <a:off x="6181200" y="3052440"/>
              <a:ext cx="247680" cy="357480"/>
            </a:xfrm>
            <a:custGeom>
              <a:avLst/>
              <a:gdLst/>
              <a:ahLst/>
              <a:rect l="l" t="t" r="r" b="b"/>
              <a:pathLst>
                <a:path w="1170491" h="1745209">
                  <a:moveTo>
                    <a:pt x="429221" y="671495"/>
                  </a:moveTo>
                  <a:cubicBezTo>
                    <a:pt x="415869" y="670322"/>
                    <a:pt x="402356" y="670624"/>
                    <a:pt x="388917" y="672439"/>
                  </a:cubicBezTo>
                  <a:cubicBezTo>
                    <a:pt x="370997" y="674859"/>
                    <a:pt x="353207" y="679968"/>
                    <a:pt x="336101" y="687858"/>
                  </a:cubicBezTo>
                  <a:lnTo>
                    <a:pt x="344770" y="708640"/>
                  </a:lnTo>
                  <a:cubicBezTo>
                    <a:pt x="405276" y="680369"/>
                    <a:pt x="475531" y="691805"/>
                    <a:pt x="523918" y="737799"/>
                  </a:cubicBezTo>
                  <a:cubicBezTo>
                    <a:pt x="569388" y="781022"/>
                    <a:pt x="587723" y="847396"/>
                    <a:pt x="571504" y="910067"/>
                  </a:cubicBezTo>
                  <a:lnTo>
                    <a:pt x="593243" y="915886"/>
                  </a:lnTo>
                  <a:cubicBezTo>
                    <a:pt x="611678" y="844923"/>
                    <a:pt x="590662" y="769719"/>
                    <a:pt x="538740" y="720849"/>
                  </a:cubicBezTo>
                  <a:cubicBezTo>
                    <a:pt x="507886" y="691808"/>
                    <a:pt x="469277" y="675014"/>
                    <a:pt x="429221" y="671495"/>
                  </a:cubicBezTo>
                  <a:close/>
                  <a:moveTo>
                    <a:pt x="588421" y="580980"/>
                  </a:moveTo>
                  <a:cubicBezTo>
                    <a:pt x="534186" y="581239"/>
                    <a:pt x="482134" y="605639"/>
                    <a:pt x="446738" y="649695"/>
                  </a:cubicBezTo>
                  <a:lnTo>
                    <a:pt x="463760" y="664437"/>
                  </a:lnTo>
                  <a:cubicBezTo>
                    <a:pt x="505329" y="612166"/>
                    <a:pt x="573320" y="591099"/>
                    <a:pt x="637132" y="610714"/>
                  </a:cubicBezTo>
                  <a:cubicBezTo>
                    <a:pt x="697098" y="629147"/>
                    <a:pt x="743088" y="680397"/>
                    <a:pt x="756495" y="743730"/>
                  </a:cubicBezTo>
                  <a:lnTo>
                    <a:pt x="778549" y="739251"/>
                  </a:lnTo>
                  <a:cubicBezTo>
                    <a:pt x="763432" y="667508"/>
                    <a:pt x="711108" y="609548"/>
                    <a:pt x="642848" y="588934"/>
                  </a:cubicBezTo>
                  <a:cubicBezTo>
                    <a:pt x="624821" y="583490"/>
                    <a:pt x="606500" y="580894"/>
                    <a:pt x="588421" y="580980"/>
                  </a:cubicBezTo>
                  <a:close/>
                  <a:moveTo>
                    <a:pt x="533817" y="0"/>
                  </a:moveTo>
                  <a:cubicBezTo>
                    <a:pt x="617807" y="1"/>
                    <a:pt x="687626" y="60667"/>
                    <a:pt x="697680" y="141081"/>
                  </a:cubicBezTo>
                  <a:cubicBezTo>
                    <a:pt x="603869" y="182843"/>
                    <a:pt x="547102" y="268997"/>
                    <a:pt x="562024" y="352718"/>
                  </a:cubicBezTo>
                  <a:lnTo>
                    <a:pt x="584367" y="347971"/>
                  </a:lnTo>
                  <a:cubicBezTo>
                    <a:pt x="570422" y="267354"/>
                    <a:pt x="633895" y="183716"/>
                    <a:pt x="732836" y="150639"/>
                  </a:cubicBezTo>
                  <a:cubicBezTo>
                    <a:pt x="738208" y="147500"/>
                    <a:pt x="743991" y="147205"/>
                    <a:pt x="749842" y="147205"/>
                  </a:cubicBezTo>
                  <a:cubicBezTo>
                    <a:pt x="844103" y="147205"/>
                    <a:pt x="920515" y="223618"/>
                    <a:pt x="920515" y="317877"/>
                  </a:cubicBezTo>
                  <a:lnTo>
                    <a:pt x="910716" y="366417"/>
                  </a:lnTo>
                  <a:lnTo>
                    <a:pt x="920515" y="366418"/>
                  </a:lnTo>
                  <a:lnTo>
                    <a:pt x="920515" y="371433"/>
                  </a:lnTo>
                  <a:cubicBezTo>
                    <a:pt x="997755" y="379016"/>
                    <a:pt x="1056877" y="445155"/>
                    <a:pt x="1056877" y="525101"/>
                  </a:cubicBezTo>
                  <a:lnTo>
                    <a:pt x="1047351" y="572282"/>
                  </a:lnTo>
                  <a:cubicBezTo>
                    <a:pt x="1119671" y="602218"/>
                    <a:pt x="1170491" y="673500"/>
                    <a:pt x="1170491" y="756650"/>
                  </a:cubicBezTo>
                  <a:cubicBezTo>
                    <a:pt x="1170490" y="802863"/>
                    <a:pt x="1154794" y="845409"/>
                    <a:pt x="1127569" y="878235"/>
                  </a:cubicBezTo>
                  <a:cubicBezTo>
                    <a:pt x="1080615" y="934488"/>
                    <a:pt x="1014142" y="959925"/>
                    <a:pt x="954678" y="939840"/>
                  </a:cubicBezTo>
                  <a:lnTo>
                    <a:pt x="947373" y="961469"/>
                  </a:lnTo>
                  <a:cubicBezTo>
                    <a:pt x="1000817" y="979520"/>
                    <a:pt x="1058949" y="966083"/>
                    <a:pt x="1106746" y="928282"/>
                  </a:cubicBezTo>
                  <a:cubicBezTo>
                    <a:pt x="1128548" y="955588"/>
                    <a:pt x="1138907" y="990708"/>
                    <a:pt x="1138907" y="1028247"/>
                  </a:cubicBezTo>
                  <a:cubicBezTo>
                    <a:pt x="1138907" y="1124134"/>
                    <a:pt x="1071328" y="1204237"/>
                    <a:pt x="981133" y="1223220"/>
                  </a:cubicBezTo>
                  <a:cubicBezTo>
                    <a:pt x="889088" y="1236998"/>
                    <a:pt x="805358" y="1200898"/>
                    <a:pt x="777272" y="1134408"/>
                  </a:cubicBezTo>
                  <a:cubicBezTo>
                    <a:pt x="791057" y="1124903"/>
                    <a:pt x="802061" y="1111678"/>
                    <a:pt x="810210" y="1096167"/>
                  </a:cubicBezTo>
                  <a:cubicBezTo>
                    <a:pt x="831546" y="1055553"/>
                    <a:pt x="830022" y="1005443"/>
                    <a:pt x="806195" y="964175"/>
                  </a:cubicBezTo>
                  <a:lnTo>
                    <a:pt x="787267" y="975103"/>
                  </a:lnTo>
                  <a:cubicBezTo>
                    <a:pt x="807161" y="1009560"/>
                    <a:pt x="808703" y="1051275"/>
                    <a:pt x="791333" y="1085110"/>
                  </a:cubicBezTo>
                  <a:cubicBezTo>
                    <a:pt x="784855" y="1097727"/>
                    <a:pt x="776117" y="1108536"/>
                    <a:pt x="763385" y="1114320"/>
                  </a:cubicBezTo>
                  <a:lnTo>
                    <a:pt x="744063" y="1119497"/>
                  </a:lnTo>
                  <a:lnTo>
                    <a:pt x="747716" y="1128718"/>
                  </a:lnTo>
                  <a:cubicBezTo>
                    <a:pt x="731558" y="1137628"/>
                    <a:pt x="712804" y="1141697"/>
                    <a:pt x="693327" y="1140344"/>
                  </a:cubicBezTo>
                  <a:cubicBezTo>
                    <a:pt x="655409" y="1137711"/>
                    <a:pt x="620494" y="1114908"/>
                    <a:pt x="601213" y="1080185"/>
                  </a:cubicBezTo>
                  <a:lnTo>
                    <a:pt x="582082" y="1090754"/>
                  </a:lnTo>
                  <a:cubicBezTo>
                    <a:pt x="605167" y="1132362"/>
                    <a:pt x="647281" y="1159482"/>
                    <a:pt x="693051" y="1162221"/>
                  </a:cubicBezTo>
                  <a:cubicBezTo>
                    <a:pt x="715413" y="1163558"/>
                    <a:pt x="736989" y="1158982"/>
                    <a:pt x="755684" y="1148835"/>
                  </a:cubicBezTo>
                  <a:cubicBezTo>
                    <a:pt x="792539" y="1222022"/>
                    <a:pt x="887119" y="1262260"/>
                    <a:pt x="989751" y="1247587"/>
                  </a:cubicBezTo>
                  <a:cubicBezTo>
                    <a:pt x="1000157" y="1267987"/>
                    <a:pt x="1004489" y="1291252"/>
                    <a:pt x="1004488" y="1315531"/>
                  </a:cubicBezTo>
                  <a:cubicBezTo>
                    <a:pt x="1004488" y="1381750"/>
                    <a:pt x="972258" y="1440443"/>
                    <a:pt x="920375" y="1473506"/>
                  </a:cubicBezTo>
                  <a:lnTo>
                    <a:pt x="913116" y="1474079"/>
                  </a:lnTo>
                  <a:cubicBezTo>
                    <a:pt x="850536" y="1469665"/>
                    <a:pt x="794159" y="1430126"/>
                    <a:pt x="766796" y="1371458"/>
                  </a:cubicBezTo>
                  <a:lnTo>
                    <a:pt x="746323" y="1380801"/>
                  </a:lnTo>
                  <a:cubicBezTo>
                    <a:pt x="776874" y="1446464"/>
                    <a:pt x="839753" y="1490827"/>
                    <a:pt x="909888" y="1496052"/>
                  </a:cubicBezTo>
                  <a:cubicBezTo>
                    <a:pt x="891948" y="1561049"/>
                    <a:pt x="840393" y="1611456"/>
                    <a:pt x="774838" y="1628054"/>
                  </a:cubicBezTo>
                  <a:cubicBezTo>
                    <a:pt x="686646" y="1642970"/>
                    <a:pt x="605133" y="1612285"/>
                    <a:pt x="571751" y="1552195"/>
                  </a:cubicBezTo>
                  <a:lnTo>
                    <a:pt x="550649" y="1566422"/>
                  </a:lnTo>
                  <a:cubicBezTo>
                    <a:pt x="577499" y="1609979"/>
                    <a:pt x="626419" y="1639383"/>
                    <a:pt x="685031" y="1648114"/>
                  </a:cubicBezTo>
                  <a:cubicBezTo>
                    <a:pt x="659684" y="1706013"/>
                    <a:pt x="601329" y="1745210"/>
                    <a:pt x="533818" y="1745209"/>
                  </a:cubicBezTo>
                  <a:cubicBezTo>
                    <a:pt x="455549" y="1745210"/>
                    <a:pt x="416747" y="1692524"/>
                    <a:pt x="372301" y="1619888"/>
                  </a:cubicBezTo>
                  <a:lnTo>
                    <a:pt x="366380" y="1592106"/>
                  </a:lnTo>
                  <a:cubicBezTo>
                    <a:pt x="305091" y="1567105"/>
                    <a:pt x="259811" y="1511085"/>
                    <a:pt x="250590" y="1443452"/>
                  </a:cubicBezTo>
                  <a:cubicBezTo>
                    <a:pt x="203712" y="1453117"/>
                    <a:pt x="158965" y="1444975"/>
                    <a:pt x="117260" y="1407178"/>
                  </a:cubicBezTo>
                  <a:cubicBezTo>
                    <a:pt x="55030" y="1350772"/>
                    <a:pt x="44039" y="1258933"/>
                    <a:pt x="90593" y="1192598"/>
                  </a:cubicBezTo>
                  <a:cubicBezTo>
                    <a:pt x="186799" y="1224213"/>
                    <a:pt x="285304" y="1199642"/>
                    <a:pt x="330760" y="1129474"/>
                  </a:cubicBezTo>
                  <a:lnTo>
                    <a:pt x="344999" y="1132822"/>
                  </a:lnTo>
                  <a:cubicBezTo>
                    <a:pt x="420009" y="1139731"/>
                    <a:pt x="490500" y="1101048"/>
                    <a:pt x="524987" y="1034051"/>
                  </a:cubicBezTo>
                  <a:lnTo>
                    <a:pt x="505360" y="1023014"/>
                  </a:lnTo>
                  <a:cubicBezTo>
                    <a:pt x="475089" y="1082544"/>
                    <a:pt x="412689" y="1116790"/>
                    <a:pt x="346243" y="1110339"/>
                  </a:cubicBezTo>
                  <a:cubicBezTo>
                    <a:pt x="283801" y="1104277"/>
                    <a:pt x="228486" y="1063265"/>
                    <a:pt x="202679" y="1003895"/>
                  </a:cubicBezTo>
                  <a:lnTo>
                    <a:pt x="181967" y="1012696"/>
                  </a:lnTo>
                  <a:cubicBezTo>
                    <a:pt x="205492" y="1066954"/>
                    <a:pt x="250941" y="1107583"/>
                    <a:pt x="305288" y="1123484"/>
                  </a:cubicBezTo>
                  <a:cubicBezTo>
                    <a:pt x="260051" y="1186174"/>
                    <a:pt x="162021" y="1201884"/>
                    <a:pt x="70961" y="1161909"/>
                  </a:cubicBezTo>
                  <a:cubicBezTo>
                    <a:pt x="64874" y="1160625"/>
                    <a:pt x="60391" y="1156961"/>
                    <a:pt x="56055" y="1153032"/>
                  </a:cubicBezTo>
                  <a:cubicBezTo>
                    <a:pt x="-13786" y="1089729"/>
                    <a:pt x="-19088" y="981796"/>
                    <a:pt x="44214" y="911953"/>
                  </a:cubicBezTo>
                  <a:lnTo>
                    <a:pt x="84073" y="882569"/>
                  </a:lnTo>
                  <a:lnTo>
                    <a:pt x="76811" y="875989"/>
                  </a:lnTo>
                  <a:lnTo>
                    <a:pt x="80179" y="872273"/>
                  </a:lnTo>
                  <a:cubicBezTo>
                    <a:pt x="28040" y="814783"/>
                    <a:pt x="28651" y="726072"/>
                    <a:pt x="82340" y="666836"/>
                  </a:cubicBezTo>
                  <a:lnTo>
                    <a:pt x="121082" y="638275"/>
                  </a:lnTo>
                  <a:cubicBezTo>
                    <a:pt x="89526" y="571593"/>
                    <a:pt x="96788" y="490523"/>
                    <a:pt x="145805" y="430894"/>
                  </a:cubicBezTo>
                  <a:cubicBezTo>
                    <a:pt x="198586" y="400645"/>
                    <a:pt x="259015" y="385179"/>
                    <a:pt x="321878" y="383347"/>
                  </a:cubicBezTo>
                  <a:lnTo>
                    <a:pt x="321111" y="357014"/>
                  </a:lnTo>
                  <a:cubicBezTo>
                    <a:pt x="257723" y="358862"/>
                    <a:pt x="196668" y="373772"/>
                    <a:pt x="141180" y="399723"/>
                  </a:cubicBezTo>
                  <a:cubicBezTo>
                    <a:pt x="117813" y="370058"/>
                    <a:pt x="106816" y="332072"/>
                    <a:pt x="106816" y="291518"/>
                  </a:cubicBezTo>
                  <a:cubicBezTo>
                    <a:pt x="106816" y="170286"/>
                    <a:pt x="205094" y="72008"/>
                    <a:pt x="326327" y="72008"/>
                  </a:cubicBezTo>
                  <a:cubicBezTo>
                    <a:pt x="350305" y="72008"/>
                    <a:pt x="373385" y="75853"/>
                    <a:pt x="394659" y="83948"/>
                  </a:cubicBezTo>
                  <a:cubicBezTo>
                    <a:pt x="425371" y="33609"/>
                    <a:pt x="467237" y="0"/>
                    <a:pt x="53381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2117" name="CustomShape 23"/>
          <p:cNvSpPr/>
          <p:nvPr/>
        </p:nvSpPr>
        <p:spPr>
          <a:xfrm>
            <a:off x="5224680" y="3107160"/>
            <a:ext cx="426960" cy="506520"/>
          </a:xfrm>
          <a:custGeom>
            <a:avLst/>
            <a:gdLst/>
            <a:ahLst/>
            <a:rect l="l" t="t" r="r" b="b"/>
            <a:pathLst>
              <a:path w="2926108" h="3216409">
                <a:moveTo>
                  <a:pt x="1150286" y="2039882"/>
                </a:moveTo>
                <a:cubicBezTo>
                  <a:pt x="1216487" y="2110220"/>
                  <a:pt x="1249586" y="2238485"/>
                  <a:pt x="1348889" y="2250897"/>
                </a:cubicBezTo>
                <a:cubicBezTo>
                  <a:pt x="1452327" y="2213659"/>
                  <a:pt x="1530941" y="2147458"/>
                  <a:pt x="1597142" y="2052295"/>
                </a:cubicBezTo>
                <a:cubicBezTo>
                  <a:pt x="1634380" y="2030228"/>
                  <a:pt x="1712994" y="2049536"/>
                  <a:pt x="1721269" y="2072982"/>
                </a:cubicBezTo>
                <a:cubicBezTo>
                  <a:pt x="1533700" y="2362611"/>
                  <a:pt x="1615072" y="2763954"/>
                  <a:pt x="1568179" y="2830155"/>
                </a:cubicBezTo>
                <a:cubicBezTo>
                  <a:pt x="1391644" y="2965315"/>
                  <a:pt x="1231658" y="2893598"/>
                  <a:pt x="1063398" y="2925319"/>
                </a:cubicBezTo>
                <a:cubicBezTo>
                  <a:pt x="925479" y="2954282"/>
                  <a:pt x="820660" y="3107371"/>
                  <a:pt x="686879" y="3148747"/>
                </a:cubicBezTo>
                <a:cubicBezTo>
                  <a:pt x="536548" y="3184606"/>
                  <a:pt x="373804" y="3224602"/>
                  <a:pt x="215198" y="3214948"/>
                </a:cubicBezTo>
                <a:cubicBezTo>
                  <a:pt x="93829" y="3209431"/>
                  <a:pt x="71763" y="3046687"/>
                  <a:pt x="136584" y="2925318"/>
                </a:cubicBezTo>
                <a:cubicBezTo>
                  <a:pt x="168305" y="2828775"/>
                  <a:pt x="121415" y="2802571"/>
                  <a:pt x="107623" y="2710165"/>
                </a:cubicBezTo>
                <a:cubicBezTo>
                  <a:pt x="111150" y="2693172"/>
                  <a:pt x="127647" y="2691385"/>
                  <a:pt x="158288" y="2695563"/>
                </a:cubicBezTo>
                <a:lnTo>
                  <a:pt x="158288" y="2626239"/>
                </a:lnTo>
                <a:lnTo>
                  <a:pt x="266288" y="2626239"/>
                </a:lnTo>
                <a:lnTo>
                  <a:pt x="266288" y="2708276"/>
                </a:lnTo>
                <a:lnTo>
                  <a:pt x="307224" y="2711894"/>
                </a:lnTo>
                <a:lnTo>
                  <a:pt x="307224" y="2626239"/>
                </a:lnTo>
                <a:lnTo>
                  <a:pt x="415224" y="2626239"/>
                </a:lnTo>
                <a:lnTo>
                  <a:pt x="415224" y="2711420"/>
                </a:lnTo>
                <a:cubicBezTo>
                  <a:pt x="428487" y="2711947"/>
                  <a:pt x="442136" y="2710942"/>
                  <a:pt x="456160" y="2708700"/>
                </a:cubicBezTo>
                <a:lnTo>
                  <a:pt x="456160" y="2617963"/>
                </a:lnTo>
                <a:lnTo>
                  <a:pt x="564160" y="2617963"/>
                </a:lnTo>
                <a:lnTo>
                  <a:pt x="564160" y="2692500"/>
                </a:lnTo>
                <a:cubicBezTo>
                  <a:pt x="577696" y="2691220"/>
                  <a:pt x="591289" y="2688332"/>
                  <a:pt x="605096" y="2684680"/>
                </a:cubicBezTo>
                <a:lnTo>
                  <a:pt x="605096" y="2601411"/>
                </a:lnTo>
                <a:lnTo>
                  <a:pt x="713096" y="2601411"/>
                </a:lnTo>
                <a:lnTo>
                  <a:pt x="713096" y="2654658"/>
                </a:lnTo>
                <a:lnTo>
                  <a:pt x="754032" y="2641463"/>
                </a:lnTo>
                <a:lnTo>
                  <a:pt x="754032" y="2580721"/>
                </a:lnTo>
                <a:lnTo>
                  <a:pt x="862032" y="2580721"/>
                </a:lnTo>
                <a:lnTo>
                  <a:pt x="862032" y="2599792"/>
                </a:lnTo>
                <a:cubicBezTo>
                  <a:pt x="897454" y="2584791"/>
                  <a:pt x="934214" y="2567836"/>
                  <a:pt x="972371" y="2548802"/>
                </a:cubicBezTo>
                <a:cubicBezTo>
                  <a:pt x="1030297" y="2506047"/>
                  <a:pt x="939271" y="2219176"/>
                  <a:pt x="947546" y="2122633"/>
                </a:cubicBezTo>
                <a:cubicBezTo>
                  <a:pt x="957201" y="2082636"/>
                  <a:pt x="1082706" y="2067466"/>
                  <a:pt x="1150286" y="2039882"/>
                </a:cubicBezTo>
                <a:close/>
                <a:moveTo>
                  <a:pt x="394278" y="1320337"/>
                </a:moveTo>
                <a:cubicBezTo>
                  <a:pt x="356565" y="1315036"/>
                  <a:pt x="316914" y="1320983"/>
                  <a:pt x="277262" y="1344774"/>
                </a:cubicBezTo>
                <a:cubicBezTo>
                  <a:pt x="169686" y="1368221"/>
                  <a:pt x="281399" y="1532343"/>
                  <a:pt x="314500" y="1626128"/>
                </a:cubicBezTo>
                <a:cubicBezTo>
                  <a:pt x="335188" y="1715776"/>
                  <a:pt x="306225" y="1838523"/>
                  <a:pt x="376563" y="1820593"/>
                </a:cubicBezTo>
                <a:cubicBezTo>
                  <a:pt x="535169" y="1786113"/>
                  <a:pt x="681363" y="1673020"/>
                  <a:pt x="628954" y="1493726"/>
                </a:cubicBezTo>
                <a:cubicBezTo>
                  <a:pt x="603094" y="1453384"/>
                  <a:pt x="507414" y="1336241"/>
                  <a:pt x="394278" y="1320337"/>
                </a:cubicBezTo>
                <a:close/>
                <a:moveTo>
                  <a:pt x="1526804" y="66"/>
                </a:moveTo>
                <a:cubicBezTo>
                  <a:pt x="2066065" y="2824"/>
                  <a:pt x="2621877" y="129710"/>
                  <a:pt x="2896335" y="1038593"/>
                </a:cubicBezTo>
                <a:cubicBezTo>
                  <a:pt x="3057700" y="1564063"/>
                  <a:pt x="2532230" y="2366749"/>
                  <a:pt x="2064686" y="2292273"/>
                </a:cubicBezTo>
                <a:cubicBezTo>
                  <a:pt x="1885392" y="2267447"/>
                  <a:pt x="1950214" y="2015056"/>
                  <a:pt x="1555767" y="1940580"/>
                </a:cubicBezTo>
                <a:cubicBezTo>
                  <a:pt x="1179249" y="1868862"/>
                  <a:pt x="732393" y="2186075"/>
                  <a:pt x="554478" y="2159871"/>
                </a:cubicBezTo>
                <a:cubicBezTo>
                  <a:pt x="466211" y="2141942"/>
                  <a:pt x="394493" y="1904722"/>
                  <a:pt x="364151" y="1932305"/>
                </a:cubicBezTo>
                <a:cubicBezTo>
                  <a:pt x="322774" y="1970922"/>
                  <a:pt x="405526" y="2146079"/>
                  <a:pt x="467589" y="2205384"/>
                </a:cubicBezTo>
                <a:cubicBezTo>
                  <a:pt x="525515" y="2241243"/>
                  <a:pt x="732393" y="2202626"/>
                  <a:pt x="873070" y="2139183"/>
                </a:cubicBezTo>
                <a:cubicBezTo>
                  <a:pt x="913066" y="2128149"/>
                  <a:pt x="870312" y="2253655"/>
                  <a:pt x="877208" y="2333648"/>
                </a:cubicBezTo>
                <a:lnTo>
                  <a:pt x="862033" y="2337135"/>
                </a:lnTo>
                <a:lnTo>
                  <a:pt x="862033" y="2415799"/>
                </a:lnTo>
                <a:lnTo>
                  <a:pt x="754033" y="2415799"/>
                </a:lnTo>
                <a:lnTo>
                  <a:pt x="754033" y="2360695"/>
                </a:lnTo>
                <a:lnTo>
                  <a:pt x="713097" y="2366601"/>
                </a:lnTo>
                <a:lnTo>
                  <a:pt x="713097" y="2428213"/>
                </a:lnTo>
                <a:lnTo>
                  <a:pt x="605097" y="2428213"/>
                </a:lnTo>
                <a:lnTo>
                  <a:pt x="605097" y="2379641"/>
                </a:lnTo>
                <a:lnTo>
                  <a:pt x="564161" y="2382960"/>
                </a:lnTo>
                <a:lnTo>
                  <a:pt x="564161" y="2436489"/>
                </a:lnTo>
                <a:lnTo>
                  <a:pt x="456161" y="2436489"/>
                </a:lnTo>
                <a:lnTo>
                  <a:pt x="456161" y="2388351"/>
                </a:lnTo>
                <a:lnTo>
                  <a:pt x="415225" y="2389346"/>
                </a:lnTo>
                <a:lnTo>
                  <a:pt x="415225" y="2436489"/>
                </a:lnTo>
                <a:lnTo>
                  <a:pt x="307225" y="2436489"/>
                </a:lnTo>
                <a:lnTo>
                  <a:pt x="307225" y="2386989"/>
                </a:lnTo>
                <a:cubicBezTo>
                  <a:pt x="293173" y="2387203"/>
                  <a:pt x="279516" y="2386340"/>
                  <a:pt x="266289" y="2385150"/>
                </a:cubicBezTo>
                <a:lnTo>
                  <a:pt x="266289" y="2428213"/>
                </a:lnTo>
                <a:lnTo>
                  <a:pt x="158289" y="2428213"/>
                </a:lnTo>
                <a:lnTo>
                  <a:pt x="158289" y="2370613"/>
                </a:lnTo>
                <a:cubicBezTo>
                  <a:pt x="107017" y="2360332"/>
                  <a:pt x="72014" y="2345184"/>
                  <a:pt x="62108" y="2325373"/>
                </a:cubicBezTo>
                <a:cubicBezTo>
                  <a:pt x="37284" y="2261930"/>
                  <a:pt x="103484" y="2223314"/>
                  <a:pt x="124172" y="2172284"/>
                </a:cubicBezTo>
                <a:cubicBezTo>
                  <a:pt x="111759" y="2144700"/>
                  <a:pt x="74522" y="2141942"/>
                  <a:pt x="86934" y="2089533"/>
                </a:cubicBezTo>
                <a:cubicBezTo>
                  <a:pt x="96588" y="2053674"/>
                  <a:pt x="242782" y="2030228"/>
                  <a:pt x="264849" y="1994369"/>
                </a:cubicBezTo>
                <a:cubicBezTo>
                  <a:pt x="273125" y="1919892"/>
                  <a:pt x="-4093" y="1721291"/>
                  <a:pt x="45" y="1671639"/>
                </a:cubicBezTo>
                <a:cubicBezTo>
                  <a:pt x="12458" y="1619230"/>
                  <a:pt x="124172" y="1558546"/>
                  <a:pt x="190373" y="1477174"/>
                </a:cubicBezTo>
                <a:cubicBezTo>
                  <a:pt x="222094" y="1438557"/>
                  <a:pt x="80038" y="1267538"/>
                  <a:pt x="91072" y="1224783"/>
                </a:cubicBezTo>
                <a:cubicBezTo>
                  <a:pt x="111760" y="1092381"/>
                  <a:pt x="240023" y="943429"/>
                  <a:pt x="264849" y="703451"/>
                </a:cubicBezTo>
                <a:cubicBezTo>
                  <a:pt x="342084" y="332450"/>
                  <a:pt x="961338" y="-5451"/>
                  <a:pt x="1526804" y="66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118" name="CustomShape 24"/>
          <p:cNvSpPr/>
          <p:nvPr/>
        </p:nvSpPr>
        <p:spPr>
          <a:xfrm>
            <a:off x="10740600" y="3088800"/>
            <a:ext cx="521280" cy="543600"/>
          </a:xfrm>
          <a:custGeom>
            <a:avLst/>
            <a:gdLst/>
            <a:ahLst/>
            <a:rect l="l" t="t" r="r" b="b"/>
            <a:pathLst>
              <a:path w="3745816" h="3316502">
                <a:moveTo>
                  <a:pt x="2500704" y="2026790"/>
                </a:moveTo>
                <a:cubicBezTo>
                  <a:pt x="2380149" y="2047261"/>
                  <a:pt x="2334656" y="2081381"/>
                  <a:pt x="2261868" y="2108676"/>
                </a:cubicBezTo>
                <a:cubicBezTo>
                  <a:pt x="2220926" y="2245154"/>
                  <a:pt x="2248220" y="2327040"/>
                  <a:pt x="2364227" y="2313393"/>
                </a:cubicBezTo>
                <a:cubicBezTo>
                  <a:pt x="2491606" y="2272450"/>
                  <a:pt x="2502979" y="2190563"/>
                  <a:pt x="2500704" y="2026790"/>
                </a:cubicBezTo>
                <a:close/>
                <a:moveTo>
                  <a:pt x="1245112" y="2026790"/>
                </a:moveTo>
                <a:cubicBezTo>
                  <a:pt x="1242837" y="2190563"/>
                  <a:pt x="1254210" y="2272450"/>
                  <a:pt x="1381589" y="2313393"/>
                </a:cubicBezTo>
                <a:cubicBezTo>
                  <a:pt x="1497596" y="2327040"/>
                  <a:pt x="1524890" y="2245154"/>
                  <a:pt x="1483948" y="2108676"/>
                </a:cubicBezTo>
                <a:cubicBezTo>
                  <a:pt x="1411160" y="2081381"/>
                  <a:pt x="1365667" y="2047261"/>
                  <a:pt x="1245112" y="2026790"/>
                </a:cubicBezTo>
                <a:close/>
                <a:moveTo>
                  <a:pt x="3185000" y="1670667"/>
                </a:moveTo>
                <a:cubicBezTo>
                  <a:pt x="3206444" y="1672444"/>
                  <a:pt x="3226596" y="1679339"/>
                  <a:pt x="3244509" y="1692418"/>
                </a:cubicBezTo>
                <a:cubicBezTo>
                  <a:pt x="3340044" y="1731086"/>
                  <a:pt x="3210389" y="1885761"/>
                  <a:pt x="3380986" y="1856191"/>
                </a:cubicBezTo>
                <a:cubicBezTo>
                  <a:pt x="3424203" y="1826621"/>
                  <a:pt x="3528837" y="1837994"/>
                  <a:pt x="3599350" y="1903959"/>
                </a:cubicBezTo>
                <a:cubicBezTo>
                  <a:pt x="3647117" y="1983571"/>
                  <a:pt x="3783594" y="2056359"/>
                  <a:pt x="3735827" y="2142795"/>
                </a:cubicBezTo>
                <a:cubicBezTo>
                  <a:pt x="3653941" y="2374806"/>
                  <a:pt x="3606173" y="2422574"/>
                  <a:pt x="3572054" y="2620466"/>
                </a:cubicBezTo>
                <a:cubicBezTo>
                  <a:pt x="3574328" y="2882048"/>
                  <a:pt x="3542485" y="3061744"/>
                  <a:pt x="3551583" y="3316502"/>
                </a:cubicBezTo>
                <a:lnTo>
                  <a:pt x="3292276" y="3302855"/>
                </a:lnTo>
                <a:cubicBezTo>
                  <a:pt x="3310472" y="3025350"/>
                  <a:pt x="3315022" y="2788789"/>
                  <a:pt x="3271804" y="2511284"/>
                </a:cubicBezTo>
                <a:cubicBezTo>
                  <a:pt x="3217213" y="2465791"/>
                  <a:pt x="3189917" y="2399828"/>
                  <a:pt x="3278628" y="2272449"/>
                </a:cubicBezTo>
                <a:cubicBezTo>
                  <a:pt x="3244509" y="2190562"/>
                  <a:pt x="3271804" y="2142795"/>
                  <a:pt x="3128502" y="2108675"/>
                </a:cubicBezTo>
                <a:cubicBezTo>
                  <a:pt x="3042066" y="2051809"/>
                  <a:pt x="2921512" y="2165541"/>
                  <a:pt x="2869195" y="2019965"/>
                </a:cubicBezTo>
                <a:cubicBezTo>
                  <a:pt x="2821427" y="1896567"/>
                  <a:pt x="3034887" y="1658228"/>
                  <a:pt x="3185000" y="1670667"/>
                </a:cubicBezTo>
                <a:close/>
                <a:moveTo>
                  <a:pt x="560816" y="1670667"/>
                </a:moveTo>
                <a:cubicBezTo>
                  <a:pt x="710929" y="1658228"/>
                  <a:pt x="924389" y="1896567"/>
                  <a:pt x="876621" y="2019965"/>
                </a:cubicBezTo>
                <a:cubicBezTo>
                  <a:pt x="824304" y="2165541"/>
                  <a:pt x="703750" y="2051809"/>
                  <a:pt x="617314" y="2108675"/>
                </a:cubicBezTo>
                <a:cubicBezTo>
                  <a:pt x="474012" y="2142795"/>
                  <a:pt x="501307" y="2190562"/>
                  <a:pt x="467188" y="2272449"/>
                </a:cubicBezTo>
                <a:cubicBezTo>
                  <a:pt x="555899" y="2399828"/>
                  <a:pt x="528603" y="2465791"/>
                  <a:pt x="474012" y="2511284"/>
                </a:cubicBezTo>
                <a:cubicBezTo>
                  <a:pt x="430794" y="2788789"/>
                  <a:pt x="435344" y="3025350"/>
                  <a:pt x="453540" y="3302855"/>
                </a:cubicBezTo>
                <a:lnTo>
                  <a:pt x="194233" y="3316502"/>
                </a:lnTo>
                <a:cubicBezTo>
                  <a:pt x="203331" y="3061744"/>
                  <a:pt x="171488" y="2882048"/>
                  <a:pt x="173762" y="2620466"/>
                </a:cubicBezTo>
                <a:cubicBezTo>
                  <a:pt x="139643" y="2422574"/>
                  <a:pt x="91875" y="2374806"/>
                  <a:pt x="9989" y="2142795"/>
                </a:cubicBezTo>
                <a:cubicBezTo>
                  <a:pt x="-37778" y="2056359"/>
                  <a:pt x="98699" y="1983571"/>
                  <a:pt x="146466" y="1903959"/>
                </a:cubicBezTo>
                <a:cubicBezTo>
                  <a:pt x="216979" y="1837994"/>
                  <a:pt x="321613" y="1826621"/>
                  <a:pt x="364830" y="1856191"/>
                </a:cubicBezTo>
                <a:cubicBezTo>
                  <a:pt x="535427" y="1885761"/>
                  <a:pt x="405772" y="1731086"/>
                  <a:pt x="501307" y="1692418"/>
                </a:cubicBezTo>
                <a:cubicBezTo>
                  <a:pt x="519220" y="1679339"/>
                  <a:pt x="539372" y="1672444"/>
                  <a:pt x="560816" y="1670667"/>
                </a:cubicBezTo>
                <a:close/>
                <a:moveTo>
                  <a:pt x="2609647" y="1003649"/>
                </a:moveTo>
                <a:cubicBezTo>
                  <a:pt x="2444889" y="994437"/>
                  <a:pt x="2381715" y="1312839"/>
                  <a:pt x="2234575" y="1385343"/>
                </a:cubicBezTo>
                <a:cubicBezTo>
                  <a:pt x="2013936" y="1460406"/>
                  <a:pt x="1963895" y="1651474"/>
                  <a:pt x="1968444" y="1951725"/>
                </a:cubicBezTo>
                <a:cubicBezTo>
                  <a:pt x="1979817" y="2035887"/>
                  <a:pt x="2134492" y="1956274"/>
                  <a:pt x="2248223" y="1897134"/>
                </a:cubicBezTo>
                <a:cubicBezTo>
                  <a:pt x="2393799" y="1812972"/>
                  <a:pt x="2839626" y="1121486"/>
                  <a:pt x="2644008" y="1010029"/>
                </a:cubicBezTo>
                <a:cubicBezTo>
                  <a:pt x="2632066" y="1006333"/>
                  <a:pt x="2620631" y="1004263"/>
                  <a:pt x="2609647" y="1003649"/>
                </a:cubicBezTo>
                <a:close/>
                <a:moveTo>
                  <a:pt x="1136169" y="1003649"/>
                </a:moveTo>
                <a:cubicBezTo>
                  <a:pt x="1125185" y="1004263"/>
                  <a:pt x="1113750" y="1006333"/>
                  <a:pt x="1101808" y="1010029"/>
                </a:cubicBezTo>
                <a:cubicBezTo>
                  <a:pt x="906190" y="1121486"/>
                  <a:pt x="1352017" y="1812972"/>
                  <a:pt x="1497593" y="1897134"/>
                </a:cubicBezTo>
                <a:cubicBezTo>
                  <a:pt x="1611324" y="1956274"/>
                  <a:pt x="1765999" y="2035887"/>
                  <a:pt x="1777372" y="1951725"/>
                </a:cubicBezTo>
                <a:cubicBezTo>
                  <a:pt x="1781921" y="1651474"/>
                  <a:pt x="1731880" y="1460406"/>
                  <a:pt x="1511241" y="1385343"/>
                </a:cubicBezTo>
                <a:cubicBezTo>
                  <a:pt x="1364101" y="1312839"/>
                  <a:pt x="1300927" y="994437"/>
                  <a:pt x="1136169" y="1003649"/>
                </a:cubicBezTo>
                <a:close/>
                <a:moveTo>
                  <a:pt x="665081" y="96"/>
                </a:moveTo>
                <a:cubicBezTo>
                  <a:pt x="1486802" y="-2174"/>
                  <a:pt x="1309537" y="573200"/>
                  <a:pt x="1862679" y="634117"/>
                </a:cubicBezTo>
                <a:cubicBezTo>
                  <a:pt x="2415888" y="573192"/>
                  <a:pt x="2259021" y="-2174"/>
                  <a:pt x="3080735" y="96"/>
                </a:cubicBezTo>
                <a:cubicBezTo>
                  <a:pt x="3608448" y="-9003"/>
                  <a:pt x="3767673" y="636991"/>
                  <a:pt x="3619822" y="921320"/>
                </a:cubicBezTo>
                <a:cubicBezTo>
                  <a:pt x="3590251" y="1010030"/>
                  <a:pt x="3519739" y="941793"/>
                  <a:pt x="3456049" y="955441"/>
                </a:cubicBezTo>
                <a:cubicBezTo>
                  <a:pt x="3416937" y="1011300"/>
                  <a:pt x="3385716" y="1096130"/>
                  <a:pt x="3370271" y="1159232"/>
                </a:cubicBezTo>
                <a:lnTo>
                  <a:pt x="3189917" y="1317105"/>
                </a:lnTo>
                <a:cubicBezTo>
                  <a:pt x="3271804" y="1426286"/>
                  <a:pt x="3258156" y="1555942"/>
                  <a:pt x="3155798" y="1596884"/>
                </a:cubicBezTo>
                <a:cubicBezTo>
                  <a:pt x="2973828" y="1651475"/>
                  <a:pt x="2866920" y="1726538"/>
                  <a:pt x="2848723" y="1842544"/>
                </a:cubicBezTo>
                <a:cubicBezTo>
                  <a:pt x="2830525" y="2001768"/>
                  <a:pt x="2832803" y="2481714"/>
                  <a:pt x="2650831" y="2518108"/>
                </a:cubicBezTo>
                <a:cubicBezTo>
                  <a:pt x="2498431" y="2522657"/>
                  <a:pt x="2373325" y="2513559"/>
                  <a:pt x="2193630" y="2531756"/>
                </a:cubicBezTo>
                <a:cubicBezTo>
                  <a:pt x="2088997" y="2522657"/>
                  <a:pt x="1998012" y="2349785"/>
                  <a:pt x="1941147" y="2211033"/>
                </a:cubicBezTo>
                <a:lnTo>
                  <a:pt x="1872908" y="2313392"/>
                </a:lnTo>
                <a:lnTo>
                  <a:pt x="1804669" y="2211033"/>
                </a:lnTo>
                <a:cubicBezTo>
                  <a:pt x="1747804" y="2349785"/>
                  <a:pt x="1656819" y="2522657"/>
                  <a:pt x="1552186" y="2531756"/>
                </a:cubicBezTo>
                <a:cubicBezTo>
                  <a:pt x="1372491" y="2513559"/>
                  <a:pt x="1247385" y="2522657"/>
                  <a:pt x="1094985" y="2518108"/>
                </a:cubicBezTo>
                <a:cubicBezTo>
                  <a:pt x="913013" y="2481714"/>
                  <a:pt x="915291" y="2001768"/>
                  <a:pt x="897093" y="1842544"/>
                </a:cubicBezTo>
                <a:cubicBezTo>
                  <a:pt x="878896" y="1726538"/>
                  <a:pt x="771988" y="1651475"/>
                  <a:pt x="590018" y="1596884"/>
                </a:cubicBezTo>
                <a:cubicBezTo>
                  <a:pt x="487660" y="1555942"/>
                  <a:pt x="474012" y="1426286"/>
                  <a:pt x="555899" y="1317105"/>
                </a:cubicBezTo>
                <a:cubicBezTo>
                  <a:pt x="497354" y="1247580"/>
                  <a:pt x="494034" y="1228756"/>
                  <a:pt x="380265" y="1173717"/>
                </a:cubicBezTo>
                <a:cubicBezTo>
                  <a:pt x="350099" y="1122687"/>
                  <a:pt x="319933" y="1057172"/>
                  <a:pt x="289767" y="1006142"/>
                </a:cubicBezTo>
                <a:cubicBezTo>
                  <a:pt x="226077" y="992494"/>
                  <a:pt x="155565" y="1010030"/>
                  <a:pt x="125994" y="921320"/>
                </a:cubicBezTo>
                <a:cubicBezTo>
                  <a:pt x="-21857" y="636991"/>
                  <a:pt x="137368" y="-9003"/>
                  <a:pt x="665081" y="96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119" name="CustomShape 25"/>
          <p:cNvSpPr/>
          <p:nvPr/>
        </p:nvSpPr>
        <p:spPr>
          <a:xfrm>
            <a:off x="5262120" y="4261320"/>
            <a:ext cx="353880" cy="543240"/>
          </a:xfrm>
          <a:custGeom>
            <a:avLst/>
            <a:gdLst/>
            <a:ahLst/>
            <a:rect l="l" t="t" r="r" b="b"/>
            <a:pathLst>
              <a:path w="2273269" h="3232141">
                <a:moveTo>
                  <a:pt x="1301358" y="1224998"/>
                </a:moveTo>
                <a:cubicBezTo>
                  <a:pt x="1288512" y="1224739"/>
                  <a:pt x="1275404" y="1226994"/>
                  <a:pt x="1262722" y="1232060"/>
                </a:cubicBezTo>
                <a:cubicBezTo>
                  <a:pt x="1224020" y="1247517"/>
                  <a:pt x="1200469" y="1284678"/>
                  <a:pt x="1200858" y="1323955"/>
                </a:cubicBezTo>
                <a:lnTo>
                  <a:pt x="1068969" y="1816173"/>
                </a:lnTo>
                <a:lnTo>
                  <a:pt x="975827" y="1468563"/>
                </a:lnTo>
                <a:cubicBezTo>
                  <a:pt x="965224" y="1428990"/>
                  <a:pt x="932065" y="1401484"/>
                  <a:pt x="893889" y="1396168"/>
                </a:cubicBezTo>
                <a:cubicBezTo>
                  <a:pt x="887581" y="1395290"/>
                  <a:pt x="881136" y="1395017"/>
                  <a:pt x="874749" y="1397368"/>
                </a:cubicBezTo>
                <a:lnTo>
                  <a:pt x="873048" y="1397069"/>
                </a:lnTo>
                <a:cubicBezTo>
                  <a:pt x="871822" y="1397102"/>
                  <a:pt x="870599" y="1397158"/>
                  <a:pt x="869409" y="1397702"/>
                </a:cubicBezTo>
                <a:lnTo>
                  <a:pt x="854690" y="1398625"/>
                </a:lnTo>
                <a:cubicBezTo>
                  <a:pt x="852870" y="1399112"/>
                  <a:pt x="851076" y="1399648"/>
                  <a:pt x="849610" y="1401148"/>
                </a:cubicBezTo>
                <a:cubicBezTo>
                  <a:pt x="820426" y="1408603"/>
                  <a:pt x="795399" y="1429720"/>
                  <a:pt x="783580" y="1459921"/>
                </a:cubicBezTo>
                <a:lnTo>
                  <a:pt x="576552" y="1988920"/>
                </a:lnTo>
                <a:lnTo>
                  <a:pt x="360960" y="1988920"/>
                </a:lnTo>
                <a:cubicBezTo>
                  <a:pt x="306335" y="1988920"/>
                  <a:pt x="262052" y="2033203"/>
                  <a:pt x="262052" y="2087828"/>
                </a:cubicBezTo>
                <a:cubicBezTo>
                  <a:pt x="262052" y="2142453"/>
                  <a:pt x="306335" y="2186736"/>
                  <a:pt x="360960" y="2186736"/>
                </a:cubicBezTo>
                <a:lnTo>
                  <a:pt x="624414" y="2186736"/>
                </a:lnTo>
                <a:cubicBezTo>
                  <a:pt x="655679" y="2194749"/>
                  <a:pt x="687884" y="2184847"/>
                  <a:pt x="710155" y="2162843"/>
                </a:cubicBezTo>
                <a:cubicBezTo>
                  <a:pt x="728043" y="2149675"/>
                  <a:pt x="740236" y="2129868"/>
                  <a:pt x="742804" y="2106901"/>
                </a:cubicBezTo>
                <a:lnTo>
                  <a:pt x="861090" y="1804659"/>
                </a:lnTo>
                <a:lnTo>
                  <a:pt x="967256" y="2200878"/>
                </a:lnTo>
                <a:cubicBezTo>
                  <a:pt x="956121" y="2251327"/>
                  <a:pt x="986997" y="2301788"/>
                  <a:pt x="1037612" y="2315350"/>
                </a:cubicBezTo>
                <a:cubicBezTo>
                  <a:pt x="1044252" y="2317129"/>
                  <a:pt x="1050915" y="2318189"/>
                  <a:pt x="1057633" y="2316605"/>
                </a:cubicBezTo>
                <a:cubicBezTo>
                  <a:pt x="1061264" y="2317900"/>
                  <a:pt x="1065062" y="2318350"/>
                  <a:pt x="1068971" y="2317315"/>
                </a:cubicBezTo>
                <a:cubicBezTo>
                  <a:pt x="1072878" y="2318349"/>
                  <a:pt x="1076674" y="2317900"/>
                  <a:pt x="1080303" y="2316605"/>
                </a:cubicBezTo>
                <a:lnTo>
                  <a:pt x="1100326" y="2315350"/>
                </a:lnTo>
                <a:cubicBezTo>
                  <a:pt x="1150941" y="2301788"/>
                  <a:pt x="1181817" y="2251327"/>
                  <a:pt x="1170682" y="2200878"/>
                </a:cubicBezTo>
                <a:lnTo>
                  <a:pt x="1320238" y="1642726"/>
                </a:lnTo>
                <a:lnTo>
                  <a:pt x="1513977" y="2127797"/>
                </a:lnTo>
                <a:cubicBezTo>
                  <a:pt x="1531567" y="2171838"/>
                  <a:pt x="1577262" y="2196260"/>
                  <a:pt x="1621871" y="2186737"/>
                </a:cubicBezTo>
                <a:lnTo>
                  <a:pt x="1878495" y="2186737"/>
                </a:lnTo>
                <a:cubicBezTo>
                  <a:pt x="1933120" y="2186737"/>
                  <a:pt x="1977403" y="2142454"/>
                  <a:pt x="1977403" y="2087829"/>
                </a:cubicBezTo>
                <a:cubicBezTo>
                  <a:pt x="1977403" y="2033204"/>
                  <a:pt x="1933120" y="1988921"/>
                  <a:pt x="1878495" y="1988921"/>
                </a:cubicBezTo>
                <a:lnTo>
                  <a:pt x="1671520" y="1988921"/>
                </a:lnTo>
                <a:lnTo>
                  <a:pt x="1391261" y="1287226"/>
                </a:lnTo>
                <a:cubicBezTo>
                  <a:pt x="1376065" y="1249180"/>
                  <a:pt x="1339894" y="1225775"/>
                  <a:pt x="1301358" y="1224998"/>
                </a:cubicBezTo>
                <a:close/>
                <a:moveTo>
                  <a:pt x="335892" y="524745"/>
                </a:moveTo>
                <a:lnTo>
                  <a:pt x="1937377" y="524745"/>
                </a:lnTo>
                <a:cubicBezTo>
                  <a:pt x="1996486" y="524745"/>
                  <a:pt x="2044403" y="572662"/>
                  <a:pt x="2044403" y="631771"/>
                </a:cubicBezTo>
                <a:lnTo>
                  <a:pt x="2044403" y="2898384"/>
                </a:lnTo>
                <a:cubicBezTo>
                  <a:pt x="2044403" y="2957493"/>
                  <a:pt x="1996486" y="3005410"/>
                  <a:pt x="1937377" y="3005410"/>
                </a:cubicBezTo>
                <a:lnTo>
                  <a:pt x="335892" y="3005410"/>
                </a:lnTo>
                <a:cubicBezTo>
                  <a:pt x="276783" y="3005410"/>
                  <a:pt x="228866" y="2957493"/>
                  <a:pt x="228866" y="2898384"/>
                </a:cubicBezTo>
                <a:lnTo>
                  <a:pt x="228866" y="631771"/>
                </a:lnTo>
                <a:cubicBezTo>
                  <a:pt x="228866" y="572662"/>
                  <a:pt x="276783" y="524745"/>
                  <a:pt x="335892" y="524745"/>
                </a:cubicBezTo>
                <a:close/>
                <a:moveTo>
                  <a:pt x="245659" y="437009"/>
                </a:moveTo>
                <a:cubicBezTo>
                  <a:pt x="179890" y="437009"/>
                  <a:pt x="126573" y="490326"/>
                  <a:pt x="126573" y="556095"/>
                </a:cubicBezTo>
                <a:lnTo>
                  <a:pt x="126573" y="2974061"/>
                </a:lnTo>
                <a:cubicBezTo>
                  <a:pt x="126573" y="3039830"/>
                  <a:pt x="179890" y="3093147"/>
                  <a:pt x="245659" y="3093147"/>
                </a:cubicBezTo>
                <a:lnTo>
                  <a:pt x="2027611" y="3093147"/>
                </a:lnTo>
                <a:cubicBezTo>
                  <a:pt x="2093380" y="3093147"/>
                  <a:pt x="2146697" y="3039830"/>
                  <a:pt x="2146697" y="2974061"/>
                </a:cubicBezTo>
                <a:lnTo>
                  <a:pt x="2146697" y="556095"/>
                </a:lnTo>
                <a:cubicBezTo>
                  <a:pt x="2146697" y="490326"/>
                  <a:pt x="2093380" y="437009"/>
                  <a:pt x="2027611" y="437009"/>
                </a:cubicBezTo>
                <a:close/>
                <a:moveTo>
                  <a:pt x="974181" y="0"/>
                </a:moveTo>
                <a:lnTo>
                  <a:pt x="1299087" y="0"/>
                </a:lnTo>
                <a:cubicBezTo>
                  <a:pt x="1327680" y="0"/>
                  <a:pt x="1350860" y="23180"/>
                  <a:pt x="1350860" y="51773"/>
                </a:cubicBezTo>
                <a:lnTo>
                  <a:pt x="1350860" y="155306"/>
                </a:lnTo>
                <a:lnTo>
                  <a:pt x="1381614" y="155306"/>
                </a:lnTo>
                <a:cubicBezTo>
                  <a:pt x="1410207" y="155306"/>
                  <a:pt x="1433387" y="178486"/>
                  <a:pt x="1433387" y="207079"/>
                </a:cubicBezTo>
                <a:lnTo>
                  <a:pt x="1433387" y="298015"/>
                </a:lnTo>
                <a:lnTo>
                  <a:pt x="2081269" y="298015"/>
                </a:lnTo>
                <a:cubicBezTo>
                  <a:pt x="2187308" y="298015"/>
                  <a:pt x="2273269" y="383976"/>
                  <a:pt x="2273269" y="490015"/>
                </a:cubicBezTo>
                <a:lnTo>
                  <a:pt x="2273269" y="3040141"/>
                </a:lnTo>
                <a:cubicBezTo>
                  <a:pt x="2273269" y="3146180"/>
                  <a:pt x="2187308" y="3232141"/>
                  <a:pt x="2081269" y="3232141"/>
                </a:cubicBezTo>
                <a:lnTo>
                  <a:pt x="192000" y="3232141"/>
                </a:lnTo>
                <a:cubicBezTo>
                  <a:pt x="85961" y="3232141"/>
                  <a:pt x="0" y="3146180"/>
                  <a:pt x="0" y="3040141"/>
                </a:cubicBezTo>
                <a:lnTo>
                  <a:pt x="0" y="490015"/>
                </a:lnTo>
                <a:cubicBezTo>
                  <a:pt x="0" y="383976"/>
                  <a:pt x="85961" y="298015"/>
                  <a:pt x="192000" y="298015"/>
                </a:cubicBezTo>
                <a:lnTo>
                  <a:pt x="839881" y="298015"/>
                </a:lnTo>
                <a:lnTo>
                  <a:pt x="839881" y="207079"/>
                </a:lnTo>
                <a:cubicBezTo>
                  <a:pt x="839881" y="178486"/>
                  <a:pt x="863061" y="155306"/>
                  <a:pt x="891654" y="155306"/>
                </a:cubicBezTo>
                <a:lnTo>
                  <a:pt x="922408" y="155306"/>
                </a:lnTo>
                <a:lnTo>
                  <a:pt x="922408" y="51773"/>
                </a:lnTo>
                <a:cubicBezTo>
                  <a:pt x="922408" y="23180"/>
                  <a:pt x="945588" y="0"/>
                  <a:pt x="97418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120" name="CustomShape 26"/>
          <p:cNvSpPr/>
          <p:nvPr/>
        </p:nvSpPr>
        <p:spPr>
          <a:xfrm>
            <a:off x="11492280" y="3088440"/>
            <a:ext cx="502560" cy="543240"/>
          </a:xfrm>
          <a:custGeom>
            <a:avLst/>
            <a:gdLst/>
            <a:ahLst/>
            <a:rect l="l" t="t" r="r" b="b"/>
            <a:pathLst>
              <a:path w="3240000" h="3240000">
                <a:moveTo>
                  <a:pt x="1303187" y="480874"/>
                </a:moveTo>
                <a:lnTo>
                  <a:pt x="1303187" y="1303187"/>
                </a:lnTo>
                <a:lnTo>
                  <a:pt x="480874" y="1303187"/>
                </a:lnTo>
                <a:lnTo>
                  <a:pt x="480874" y="1936813"/>
                </a:lnTo>
                <a:lnTo>
                  <a:pt x="1303187" y="1936813"/>
                </a:lnTo>
                <a:lnTo>
                  <a:pt x="1303187" y="2759126"/>
                </a:lnTo>
                <a:lnTo>
                  <a:pt x="1936813" y="2759126"/>
                </a:lnTo>
                <a:lnTo>
                  <a:pt x="1936813" y="1936813"/>
                </a:lnTo>
                <a:lnTo>
                  <a:pt x="2759126" y="1936813"/>
                </a:lnTo>
                <a:lnTo>
                  <a:pt x="2759126" y="1303187"/>
                </a:lnTo>
                <a:lnTo>
                  <a:pt x="1936813" y="1303187"/>
                </a:lnTo>
                <a:lnTo>
                  <a:pt x="1936813" y="480874"/>
                </a:ln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121" name="CustomShape 27"/>
          <p:cNvSpPr/>
          <p:nvPr/>
        </p:nvSpPr>
        <p:spPr>
          <a:xfrm>
            <a:off x="6022440" y="4261320"/>
            <a:ext cx="445680" cy="543240"/>
          </a:xfrm>
          <a:custGeom>
            <a:avLst/>
            <a:gdLst/>
            <a:ahLst/>
            <a:rect l="l" t="t" r="r" b="b"/>
            <a:pathLst>
              <a:path w="2868687" h="3240000">
                <a:moveTo>
                  <a:pt x="1433799" y="2290728"/>
                </a:moveTo>
                <a:cubicBezTo>
                  <a:pt x="1317650" y="2346839"/>
                  <a:pt x="1203301" y="2394700"/>
                  <a:pt x="1093028" y="2434329"/>
                </a:cubicBezTo>
                <a:cubicBezTo>
                  <a:pt x="1167481" y="2812207"/>
                  <a:pt x="1292592" y="3060000"/>
                  <a:pt x="1434343" y="3060000"/>
                </a:cubicBezTo>
                <a:cubicBezTo>
                  <a:pt x="1576138" y="3060000"/>
                  <a:pt x="1701284" y="2812053"/>
                  <a:pt x="1774025" y="2433735"/>
                </a:cubicBezTo>
                <a:cubicBezTo>
                  <a:pt x="1663854" y="2394452"/>
                  <a:pt x="1549823" y="2346469"/>
                  <a:pt x="1433799" y="2290728"/>
                </a:cubicBezTo>
                <a:close/>
                <a:moveTo>
                  <a:pt x="1824954" y="2078037"/>
                </a:moveTo>
                <a:cubicBezTo>
                  <a:pt x="1794480" y="2097450"/>
                  <a:pt x="1763147" y="2116057"/>
                  <a:pt x="1731343" y="2134419"/>
                </a:cubicBezTo>
                <a:lnTo>
                  <a:pt x="1635415" y="2187161"/>
                </a:lnTo>
                <a:cubicBezTo>
                  <a:pt x="1691788" y="2215044"/>
                  <a:pt x="1747931" y="2239109"/>
                  <a:pt x="1803378" y="2259350"/>
                </a:cubicBezTo>
                <a:cubicBezTo>
                  <a:pt x="1812120" y="2201101"/>
                  <a:pt x="1819148" y="2140526"/>
                  <a:pt x="1824954" y="2078037"/>
                </a:cubicBezTo>
                <a:close/>
                <a:moveTo>
                  <a:pt x="1042306" y="2077178"/>
                </a:moveTo>
                <a:cubicBezTo>
                  <a:pt x="1047949" y="2140175"/>
                  <a:pt x="1055328" y="2201182"/>
                  <a:pt x="1063873" y="2259905"/>
                </a:cubicBezTo>
                <a:cubicBezTo>
                  <a:pt x="1119365" y="2238275"/>
                  <a:pt x="1176217" y="2214355"/>
                  <a:pt x="1233887" y="2187801"/>
                </a:cubicBezTo>
                <a:cubicBezTo>
                  <a:pt x="1201538" y="2170955"/>
                  <a:pt x="1169452" y="2152957"/>
                  <a:pt x="1137343" y="2134419"/>
                </a:cubicBezTo>
                <a:close/>
                <a:moveTo>
                  <a:pt x="559768" y="1732679"/>
                </a:moveTo>
                <a:cubicBezTo>
                  <a:pt x="268524" y="1984850"/>
                  <a:pt x="116369" y="2217202"/>
                  <a:pt x="187266" y="2340000"/>
                </a:cubicBezTo>
                <a:cubicBezTo>
                  <a:pt x="258144" y="2462764"/>
                  <a:pt x="535307" y="2447213"/>
                  <a:pt x="899736" y="2322555"/>
                </a:cubicBezTo>
                <a:cubicBezTo>
                  <a:pt x="878937" y="2207297"/>
                  <a:pt x="863223" y="2084405"/>
                  <a:pt x="853746" y="1955834"/>
                </a:cubicBezTo>
                <a:cubicBezTo>
                  <a:pt x="747454" y="1883220"/>
                  <a:pt x="648878" y="1808453"/>
                  <a:pt x="559768" y="1732679"/>
                </a:cubicBezTo>
                <a:close/>
                <a:moveTo>
                  <a:pt x="2309048" y="1730507"/>
                </a:moveTo>
                <a:cubicBezTo>
                  <a:pt x="2220666" y="1807660"/>
                  <a:pt x="2121792" y="1882664"/>
                  <a:pt x="2015235" y="1955625"/>
                </a:cubicBezTo>
                <a:cubicBezTo>
                  <a:pt x="2005364" y="2084180"/>
                  <a:pt x="1989894" y="2207119"/>
                  <a:pt x="1967330" y="2322070"/>
                </a:cubicBezTo>
                <a:lnTo>
                  <a:pt x="2081685" y="2358048"/>
                </a:lnTo>
                <a:cubicBezTo>
                  <a:pt x="2116015" y="2320492"/>
                  <a:pt x="2165526" y="2297468"/>
                  <a:pt x="2220415" y="2297468"/>
                </a:cubicBezTo>
                <a:cubicBezTo>
                  <a:pt x="2302230" y="2297468"/>
                  <a:pt x="2372097" y="2348622"/>
                  <a:pt x="2399287" y="2420880"/>
                </a:cubicBezTo>
                <a:cubicBezTo>
                  <a:pt x="2542053" y="2432945"/>
                  <a:pt x="2642630" y="2407186"/>
                  <a:pt x="2681420" y="2340000"/>
                </a:cubicBezTo>
                <a:cubicBezTo>
                  <a:pt x="2752393" y="2217071"/>
                  <a:pt x="2599836" y="1984353"/>
                  <a:pt x="2309048" y="1730507"/>
                </a:cubicBezTo>
                <a:close/>
                <a:moveTo>
                  <a:pt x="2026056" y="1510554"/>
                </a:moveTo>
                <a:cubicBezTo>
                  <a:pt x="2027893" y="1546708"/>
                  <a:pt x="2028343" y="1583211"/>
                  <a:pt x="2028343" y="1620000"/>
                </a:cubicBezTo>
                <a:lnTo>
                  <a:pt x="2024251" y="1730716"/>
                </a:lnTo>
                <a:lnTo>
                  <a:pt x="2173722" y="1619092"/>
                </a:lnTo>
                <a:cubicBezTo>
                  <a:pt x="2127526" y="1582190"/>
                  <a:pt x="2078507" y="1545517"/>
                  <a:pt x="2026056" y="1510554"/>
                </a:cubicBezTo>
                <a:close/>
                <a:moveTo>
                  <a:pt x="844436" y="1509285"/>
                </a:moveTo>
                <a:lnTo>
                  <a:pt x="694964" y="1620908"/>
                </a:lnTo>
                <a:cubicBezTo>
                  <a:pt x="741160" y="1657811"/>
                  <a:pt x="790179" y="1694484"/>
                  <a:pt x="842630" y="1729447"/>
                </a:cubicBezTo>
                <a:cubicBezTo>
                  <a:pt x="840793" y="1693293"/>
                  <a:pt x="840343" y="1656790"/>
                  <a:pt x="840343" y="1620000"/>
                </a:cubicBezTo>
                <a:close/>
                <a:moveTo>
                  <a:pt x="1434343" y="1361184"/>
                </a:moveTo>
                <a:cubicBezTo>
                  <a:pt x="1573534" y="1361184"/>
                  <a:pt x="1686371" y="1474021"/>
                  <a:pt x="1686371" y="1613212"/>
                </a:cubicBezTo>
                <a:cubicBezTo>
                  <a:pt x="1686371" y="1752403"/>
                  <a:pt x="1573534" y="1865240"/>
                  <a:pt x="1434343" y="1865240"/>
                </a:cubicBezTo>
                <a:cubicBezTo>
                  <a:pt x="1295152" y="1865240"/>
                  <a:pt x="1182315" y="1752403"/>
                  <a:pt x="1182315" y="1613212"/>
                </a:cubicBezTo>
                <a:cubicBezTo>
                  <a:pt x="1182315" y="1474021"/>
                  <a:pt x="1295152" y="1361184"/>
                  <a:pt x="1434343" y="1361184"/>
                </a:cubicBezTo>
                <a:close/>
                <a:moveTo>
                  <a:pt x="1433770" y="1149513"/>
                </a:moveTo>
                <a:cubicBezTo>
                  <a:pt x="1365445" y="1183896"/>
                  <a:pt x="1296585" y="1221489"/>
                  <a:pt x="1227343" y="1261466"/>
                </a:cubicBezTo>
                <a:lnTo>
                  <a:pt x="1027157" y="1384911"/>
                </a:lnTo>
                <a:cubicBezTo>
                  <a:pt x="1022222" y="1461370"/>
                  <a:pt x="1020343" y="1539922"/>
                  <a:pt x="1020343" y="1620000"/>
                </a:cubicBezTo>
                <a:lnTo>
                  <a:pt x="1028287" y="1855786"/>
                </a:lnTo>
                <a:cubicBezTo>
                  <a:pt x="1091680" y="1898065"/>
                  <a:pt x="1158394" y="1938727"/>
                  <a:pt x="1227343" y="1978535"/>
                </a:cubicBezTo>
                <a:lnTo>
                  <a:pt x="1434916" y="2090488"/>
                </a:lnTo>
                <a:cubicBezTo>
                  <a:pt x="1503241" y="2056105"/>
                  <a:pt x="1572101" y="2018511"/>
                  <a:pt x="1641343" y="1978535"/>
                </a:cubicBezTo>
                <a:lnTo>
                  <a:pt x="1841530" y="1855090"/>
                </a:lnTo>
                <a:cubicBezTo>
                  <a:pt x="1846464" y="1778631"/>
                  <a:pt x="1848343" y="1700079"/>
                  <a:pt x="1848343" y="1620000"/>
                </a:cubicBezTo>
                <a:lnTo>
                  <a:pt x="1840399" y="1384214"/>
                </a:lnTo>
                <a:cubicBezTo>
                  <a:pt x="1777006" y="1341936"/>
                  <a:pt x="1710293" y="1301274"/>
                  <a:pt x="1641343" y="1261466"/>
                </a:cubicBezTo>
                <a:close/>
                <a:moveTo>
                  <a:pt x="1065308" y="980650"/>
                </a:moveTo>
                <a:cubicBezTo>
                  <a:pt x="1056566" y="1038899"/>
                  <a:pt x="1049538" y="1099475"/>
                  <a:pt x="1043732" y="1161964"/>
                </a:cubicBezTo>
                <a:cubicBezTo>
                  <a:pt x="1074206" y="1142551"/>
                  <a:pt x="1105539" y="1123943"/>
                  <a:pt x="1137343" y="1105581"/>
                </a:cubicBezTo>
                <a:lnTo>
                  <a:pt x="1233271" y="1052839"/>
                </a:lnTo>
                <a:cubicBezTo>
                  <a:pt x="1176898" y="1024957"/>
                  <a:pt x="1120756" y="1000892"/>
                  <a:pt x="1065308" y="980650"/>
                </a:cubicBezTo>
                <a:close/>
                <a:moveTo>
                  <a:pt x="1804814" y="980095"/>
                </a:moveTo>
                <a:cubicBezTo>
                  <a:pt x="1749321" y="1001726"/>
                  <a:pt x="1692469" y="1025646"/>
                  <a:pt x="1634800" y="1052200"/>
                </a:cubicBezTo>
                <a:cubicBezTo>
                  <a:pt x="1667149" y="1069046"/>
                  <a:pt x="1699234" y="1087043"/>
                  <a:pt x="1731343" y="1105581"/>
                </a:cubicBezTo>
                <a:lnTo>
                  <a:pt x="1826380" y="1162822"/>
                </a:lnTo>
                <a:cubicBezTo>
                  <a:pt x="1820738" y="1099825"/>
                  <a:pt x="1813359" y="1038819"/>
                  <a:pt x="1804814" y="980095"/>
                </a:cubicBezTo>
                <a:close/>
                <a:moveTo>
                  <a:pt x="2432236" y="816002"/>
                </a:moveTo>
                <a:cubicBezTo>
                  <a:pt x="2308930" y="820546"/>
                  <a:pt x="2149627" y="855445"/>
                  <a:pt x="1968950" y="917446"/>
                </a:cubicBezTo>
                <a:cubicBezTo>
                  <a:pt x="1989749" y="1032703"/>
                  <a:pt x="2005463" y="1155596"/>
                  <a:pt x="2014941" y="1284167"/>
                </a:cubicBezTo>
                <a:cubicBezTo>
                  <a:pt x="2121232" y="1356780"/>
                  <a:pt x="2219808" y="1431548"/>
                  <a:pt x="2308918" y="1507322"/>
                </a:cubicBezTo>
                <a:cubicBezTo>
                  <a:pt x="2600162" y="1255150"/>
                  <a:pt x="2752317" y="1022798"/>
                  <a:pt x="2681420" y="900000"/>
                </a:cubicBezTo>
                <a:cubicBezTo>
                  <a:pt x="2645694" y="838121"/>
                  <a:pt x="2557557" y="811383"/>
                  <a:pt x="2432236" y="816002"/>
                </a:cubicBezTo>
                <a:close/>
                <a:moveTo>
                  <a:pt x="436450" y="816001"/>
                </a:moveTo>
                <a:cubicBezTo>
                  <a:pt x="311129" y="811383"/>
                  <a:pt x="222992" y="838121"/>
                  <a:pt x="187266" y="900000"/>
                </a:cubicBezTo>
                <a:cubicBezTo>
                  <a:pt x="158404" y="949991"/>
                  <a:pt x="166508" y="1018139"/>
                  <a:pt x="206887" y="1097970"/>
                </a:cubicBezTo>
                <a:cubicBezTo>
                  <a:pt x="213842" y="1096217"/>
                  <a:pt x="221021" y="1095812"/>
                  <a:pt x="228294" y="1095812"/>
                </a:cubicBezTo>
                <a:cubicBezTo>
                  <a:pt x="334372" y="1095812"/>
                  <a:pt x="420366" y="1181806"/>
                  <a:pt x="420366" y="1287884"/>
                </a:cubicBezTo>
                <a:cubicBezTo>
                  <a:pt x="420366" y="1314219"/>
                  <a:pt x="415066" y="1339317"/>
                  <a:pt x="405427" y="1362148"/>
                </a:cubicBezTo>
                <a:cubicBezTo>
                  <a:pt x="450585" y="1410442"/>
                  <a:pt x="502437" y="1459559"/>
                  <a:pt x="559639" y="1509493"/>
                </a:cubicBezTo>
                <a:cubicBezTo>
                  <a:pt x="648020" y="1432341"/>
                  <a:pt x="746894" y="1357336"/>
                  <a:pt x="853451" y="1284376"/>
                </a:cubicBezTo>
                <a:cubicBezTo>
                  <a:pt x="863322" y="1155820"/>
                  <a:pt x="878792" y="1032881"/>
                  <a:pt x="901357" y="917930"/>
                </a:cubicBezTo>
                <a:cubicBezTo>
                  <a:pt x="719999" y="855651"/>
                  <a:pt x="560119" y="820559"/>
                  <a:pt x="436450" y="816001"/>
                </a:cubicBezTo>
                <a:close/>
                <a:moveTo>
                  <a:pt x="1434343" y="180000"/>
                </a:moveTo>
                <a:cubicBezTo>
                  <a:pt x="1292548" y="180000"/>
                  <a:pt x="1167402" y="427948"/>
                  <a:pt x="1094661" y="806265"/>
                </a:cubicBezTo>
                <a:cubicBezTo>
                  <a:pt x="1204832" y="845548"/>
                  <a:pt x="1318864" y="893532"/>
                  <a:pt x="1434887" y="949272"/>
                </a:cubicBezTo>
                <a:cubicBezTo>
                  <a:pt x="1551037" y="893162"/>
                  <a:pt x="1665385" y="845301"/>
                  <a:pt x="1775658" y="805671"/>
                </a:cubicBezTo>
                <a:cubicBezTo>
                  <a:pt x="1751860" y="684885"/>
                  <a:pt x="1722886" y="577390"/>
                  <a:pt x="1688823" y="487405"/>
                </a:cubicBezTo>
                <a:cubicBezTo>
                  <a:pt x="1688009" y="487647"/>
                  <a:pt x="1687191" y="487652"/>
                  <a:pt x="1686371" y="487652"/>
                </a:cubicBezTo>
                <a:cubicBezTo>
                  <a:pt x="1580293" y="487652"/>
                  <a:pt x="1494299" y="401658"/>
                  <a:pt x="1494299" y="295580"/>
                </a:cubicBezTo>
                <a:cubicBezTo>
                  <a:pt x="1494299" y="264819"/>
                  <a:pt x="1501530" y="235747"/>
                  <a:pt x="1516122" y="210837"/>
                </a:cubicBezTo>
                <a:cubicBezTo>
                  <a:pt x="1490583" y="189985"/>
                  <a:pt x="1462798" y="180000"/>
                  <a:pt x="1434343" y="180000"/>
                </a:cubicBezTo>
                <a:close/>
                <a:moveTo>
                  <a:pt x="1434343" y="0"/>
                </a:moveTo>
                <a:cubicBezTo>
                  <a:pt x="1509303" y="0"/>
                  <a:pt x="1581019" y="37868"/>
                  <a:pt x="1646062" y="107907"/>
                </a:cubicBezTo>
                <a:cubicBezTo>
                  <a:pt x="1659037" y="104972"/>
                  <a:pt x="1672533" y="103508"/>
                  <a:pt x="1686371" y="103508"/>
                </a:cubicBezTo>
                <a:cubicBezTo>
                  <a:pt x="1792449" y="103508"/>
                  <a:pt x="1878443" y="189502"/>
                  <a:pt x="1878443" y="295580"/>
                </a:cubicBezTo>
                <a:cubicBezTo>
                  <a:pt x="1878443" y="342831"/>
                  <a:pt x="1861381" y="386097"/>
                  <a:pt x="1831228" y="417985"/>
                </a:cubicBezTo>
                <a:cubicBezTo>
                  <a:pt x="1871860" y="515668"/>
                  <a:pt x="1906636" y="628220"/>
                  <a:pt x="1935357" y="752219"/>
                </a:cubicBezTo>
                <a:cubicBezTo>
                  <a:pt x="2379384" y="616814"/>
                  <a:pt x="2731816" y="627289"/>
                  <a:pt x="2837304" y="810000"/>
                </a:cubicBezTo>
                <a:cubicBezTo>
                  <a:pt x="2942793" y="992711"/>
                  <a:pt x="2775650" y="1303161"/>
                  <a:pt x="2436521" y="1620139"/>
                </a:cubicBezTo>
                <a:cubicBezTo>
                  <a:pt x="2775698" y="1936928"/>
                  <a:pt x="2942777" y="2247316"/>
                  <a:pt x="2837304" y="2430000"/>
                </a:cubicBezTo>
                <a:cubicBezTo>
                  <a:pt x="2771439" y="2544083"/>
                  <a:pt x="2609300" y="2591017"/>
                  <a:pt x="2388706" y="2577188"/>
                </a:cubicBezTo>
                <a:cubicBezTo>
                  <a:pt x="2358753" y="2639691"/>
                  <a:pt x="2294480" y="2681612"/>
                  <a:pt x="2220415" y="2681612"/>
                </a:cubicBezTo>
                <a:cubicBezTo>
                  <a:pt x="2122541" y="2681612"/>
                  <a:pt x="2041764" y="2608405"/>
                  <a:pt x="2030773" y="2513644"/>
                </a:cubicBezTo>
                <a:cubicBezTo>
                  <a:pt x="1999304" y="2506661"/>
                  <a:pt x="1967635" y="2497623"/>
                  <a:pt x="1935485" y="2487821"/>
                </a:cubicBezTo>
                <a:cubicBezTo>
                  <a:pt x="1830610" y="2940018"/>
                  <a:pt x="1645322" y="3240000"/>
                  <a:pt x="1434343" y="3240000"/>
                </a:cubicBezTo>
                <a:cubicBezTo>
                  <a:pt x="1223366" y="3240000"/>
                  <a:pt x="1038079" y="2940023"/>
                  <a:pt x="933330" y="2487781"/>
                </a:cubicBezTo>
                <a:cubicBezTo>
                  <a:pt x="489302" y="2623186"/>
                  <a:pt x="136870" y="2612712"/>
                  <a:pt x="31382" y="2430000"/>
                </a:cubicBezTo>
                <a:cubicBezTo>
                  <a:pt x="-74106" y="2247290"/>
                  <a:pt x="93037" y="1936840"/>
                  <a:pt x="432165" y="1619862"/>
                </a:cubicBezTo>
                <a:cubicBezTo>
                  <a:pt x="378689" y="1569916"/>
                  <a:pt x="329491" y="1520128"/>
                  <a:pt x="285801" y="1470219"/>
                </a:cubicBezTo>
                <a:cubicBezTo>
                  <a:pt x="267844" y="1476857"/>
                  <a:pt x="248431" y="1479956"/>
                  <a:pt x="228294" y="1479956"/>
                </a:cubicBezTo>
                <a:cubicBezTo>
                  <a:pt x="122216" y="1479956"/>
                  <a:pt x="36222" y="1393962"/>
                  <a:pt x="36222" y="1287884"/>
                </a:cubicBezTo>
                <a:cubicBezTo>
                  <a:pt x="36222" y="1246866"/>
                  <a:pt x="49080" y="1208850"/>
                  <a:pt x="73868" y="1179672"/>
                </a:cubicBezTo>
                <a:cubicBezTo>
                  <a:pt x="-4733" y="1033688"/>
                  <a:pt x="-23287" y="904690"/>
                  <a:pt x="31382" y="810000"/>
                </a:cubicBezTo>
                <a:cubicBezTo>
                  <a:pt x="136860" y="627306"/>
                  <a:pt x="489234" y="616816"/>
                  <a:pt x="933201" y="752179"/>
                </a:cubicBezTo>
                <a:cubicBezTo>
                  <a:pt x="1038076" y="299982"/>
                  <a:pt x="1223365" y="0"/>
                  <a:pt x="143434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122" name="CustomShape 28"/>
          <p:cNvSpPr/>
          <p:nvPr/>
        </p:nvSpPr>
        <p:spPr>
          <a:xfrm>
            <a:off x="8435880" y="4278960"/>
            <a:ext cx="476280" cy="504720"/>
          </a:xfrm>
          <a:custGeom>
            <a:avLst/>
            <a:gdLst/>
            <a:ahLst/>
            <a:rect l="l" t="t" r="r" b="b"/>
            <a:pathLst>
              <a:path w="3263621" h="3199863">
                <a:moveTo>
                  <a:pt x="1896188" y="786599"/>
                </a:moveTo>
                <a:cubicBezTo>
                  <a:pt x="1878938" y="786251"/>
                  <a:pt x="1861335" y="789280"/>
                  <a:pt x="1844305" y="796082"/>
                </a:cubicBezTo>
                <a:cubicBezTo>
                  <a:pt x="1792333" y="816839"/>
                  <a:pt x="1760707" y="866742"/>
                  <a:pt x="1761231" y="919486"/>
                </a:cubicBezTo>
                <a:lnTo>
                  <a:pt x="1573886" y="1618665"/>
                </a:lnTo>
                <a:lnTo>
                  <a:pt x="1438574" y="1113672"/>
                </a:lnTo>
                <a:cubicBezTo>
                  <a:pt x="1424335" y="1060531"/>
                  <a:pt x="1379808" y="1023594"/>
                  <a:pt x="1328543" y="1016456"/>
                </a:cubicBezTo>
                <a:cubicBezTo>
                  <a:pt x="1320071" y="1015276"/>
                  <a:pt x="1311415" y="1014911"/>
                  <a:pt x="1302836" y="1018067"/>
                </a:cubicBezTo>
                <a:lnTo>
                  <a:pt x="1300556" y="1017667"/>
                </a:lnTo>
                <a:cubicBezTo>
                  <a:pt x="1298914" y="1017711"/>
                  <a:pt x="1297275" y="1017786"/>
                  <a:pt x="1295680" y="1018515"/>
                </a:cubicBezTo>
                <a:lnTo>
                  <a:pt x="1275904" y="1019755"/>
                </a:lnTo>
                <a:cubicBezTo>
                  <a:pt x="1273459" y="1020410"/>
                  <a:pt x="1271049" y="1021129"/>
                  <a:pt x="1269080" y="1023145"/>
                </a:cubicBezTo>
                <a:cubicBezTo>
                  <a:pt x="1229892" y="1033156"/>
                  <a:pt x="1196286" y="1061513"/>
                  <a:pt x="1180414" y="1102068"/>
                </a:cubicBezTo>
                <a:lnTo>
                  <a:pt x="902406" y="1812437"/>
                </a:lnTo>
                <a:lnTo>
                  <a:pt x="612897" y="1812437"/>
                </a:lnTo>
                <a:cubicBezTo>
                  <a:pt x="539543" y="1812437"/>
                  <a:pt x="480078" y="1871902"/>
                  <a:pt x="480078" y="1945256"/>
                </a:cubicBezTo>
                <a:cubicBezTo>
                  <a:pt x="480078" y="2018610"/>
                  <a:pt x="539543" y="2078075"/>
                  <a:pt x="612897" y="2078075"/>
                </a:cubicBezTo>
                <a:lnTo>
                  <a:pt x="966673" y="2078075"/>
                </a:lnTo>
                <a:cubicBezTo>
                  <a:pt x="1008666" y="2088839"/>
                  <a:pt x="1051924" y="2075535"/>
                  <a:pt x="1081835" y="2045978"/>
                </a:cubicBezTo>
                <a:cubicBezTo>
                  <a:pt x="1105846" y="2028294"/>
                  <a:pt x="1122213" y="2001701"/>
                  <a:pt x="1125659" y="1970866"/>
                </a:cubicBezTo>
                <a:lnTo>
                  <a:pt x="1284498" y="1565001"/>
                </a:lnTo>
                <a:lnTo>
                  <a:pt x="1443089" y="2156868"/>
                </a:lnTo>
                <a:cubicBezTo>
                  <a:pt x="1455914" y="2204733"/>
                  <a:pt x="1493311" y="2239452"/>
                  <a:pt x="1538593" y="2249086"/>
                </a:cubicBezTo>
                <a:lnTo>
                  <a:pt x="1542015" y="2250785"/>
                </a:lnTo>
                <a:cubicBezTo>
                  <a:pt x="1542604" y="2250943"/>
                  <a:pt x="1543193" y="2251097"/>
                  <a:pt x="1543870" y="2250902"/>
                </a:cubicBezTo>
                <a:cubicBezTo>
                  <a:pt x="1553422" y="2254514"/>
                  <a:pt x="1563610" y="2255524"/>
                  <a:pt x="1573886" y="2252783"/>
                </a:cubicBezTo>
                <a:cubicBezTo>
                  <a:pt x="1584162" y="2255524"/>
                  <a:pt x="1594351" y="2254515"/>
                  <a:pt x="1603903" y="2250901"/>
                </a:cubicBezTo>
                <a:lnTo>
                  <a:pt x="1605758" y="2250785"/>
                </a:lnTo>
                <a:cubicBezTo>
                  <a:pt x="1606974" y="2250459"/>
                  <a:pt x="1608181" y="2250118"/>
                  <a:pt x="1609178" y="2249086"/>
                </a:cubicBezTo>
                <a:cubicBezTo>
                  <a:pt x="1654461" y="2239453"/>
                  <a:pt x="1691859" y="2204734"/>
                  <a:pt x="1704684" y="2156868"/>
                </a:cubicBezTo>
                <a:lnTo>
                  <a:pt x="1921541" y="1347547"/>
                </a:lnTo>
                <a:lnTo>
                  <a:pt x="2181705" y="1998928"/>
                </a:lnTo>
                <a:cubicBezTo>
                  <a:pt x="2205326" y="2058070"/>
                  <a:pt x="2266689" y="2090865"/>
                  <a:pt x="2326593" y="2078075"/>
                </a:cubicBezTo>
                <a:lnTo>
                  <a:pt x="2671200" y="2078075"/>
                </a:lnTo>
                <a:cubicBezTo>
                  <a:pt x="2744554" y="2078075"/>
                  <a:pt x="2804019" y="2018610"/>
                  <a:pt x="2804019" y="1945256"/>
                </a:cubicBezTo>
                <a:cubicBezTo>
                  <a:pt x="2804019" y="1871902"/>
                  <a:pt x="2744554" y="1812437"/>
                  <a:pt x="2671200" y="1812437"/>
                </a:cubicBezTo>
                <a:lnTo>
                  <a:pt x="2393261" y="1812437"/>
                </a:lnTo>
                <a:lnTo>
                  <a:pt x="2016914" y="870162"/>
                </a:lnTo>
                <a:cubicBezTo>
                  <a:pt x="1996508" y="819071"/>
                  <a:pt x="1947937" y="787642"/>
                  <a:pt x="1896188" y="786599"/>
                </a:cubicBezTo>
                <a:close/>
                <a:moveTo>
                  <a:pt x="773454" y="106"/>
                </a:moveTo>
                <a:cubicBezTo>
                  <a:pt x="1097282" y="5742"/>
                  <a:pt x="1441967" y="238301"/>
                  <a:pt x="1631811" y="769863"/>
                </a:cubicBezTo>
                <a:cubicBezTo>
                  <a:pt x="2306811" y="-1120137"/>
                  <a:pt x="4939311" y="769863"/>
                  <a:pt x="1631811" y="3199863"/>
                </a:cubicBezTo>
                <a:cubicBezTo>
                  <a:pt x="-745455" y="1453301"/>
                  <a:pt x="-54107" y="-14297"/>
                  <a:pt x="773454" y="106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123" name="CustomShape 29"/>
          <p:cNvSpPr/>
          <p:nvPr/>
        </p:nvSpPr>
        <p:spPr>
          <a:xfrm>
            <a:off x="7614360" y="4318200"/>
            <a:ext cx="472320" cy="430200"/>
          </a:xfrm>
          <a:custGeom>
            <a:avLst/>
            <a:gdLst/>
            <a:ahLst/>
            <a:rect l="l" t="t" r="r" b="b"/>
            <a:pathLst>
              <a:path w="3240000" h="2730652">
                <a:moveTo>
                  <a:pt x="1452811" y="1541940"/>
                </a:moveTo>
                <a:lnTo>
                  <a:pt x="1452811" y="1831951"/>
                </a:lnTo>
                <a:lnTo>
                  <a:pt x="1162800" y="1831951"/>
                </a:lnTo>
                <a:lnTo>
                  <a:pt x="1162800" y="2166329"/>
                </a:lnTo>
                <a:lnTo>
                  <a:pt x="1452811" y="2166329"/>
                </a:lnTo>
                <a:lnTo>
                  <a:pt x="1452811" y="2456340"/>
                </a:lnTo>
                <a:lnTo>
                  <a:pt x="1787189" y="2456340"/>
                </a:lnTo>
                <a:lnTo>
                  <a:pt x="1787189" y="2166329"/>
                </a:lnTo>
                <a:lnTo>
                  <a:pt x="2077200" y="2166329"/>
                </a:lnTo>
                <a:lnTo>
                  <a:pt x="2077200" y="1831951"/>
                </a:lnTo>
                <a:lnTo>
                  <a:pt x="1787189" y="1831951"/>
                </a:lnTo>
                <a:lnTo>
                  <a:pt x="1787189" y="1541940"/>
                </a:lnTo>
                <a:close/>
                <a:moveTo>
                  <a:pt x="0" y="1278453"/>
                </a:moveTo>
                <a:lnTo>
                  <a:pt x="3240000" y="1278453"/>
                </a:lnTo>
                <a:lnTo>
                  <a:pt x="3240000" y="2376509"/>
                </a:lnTo>
                <a:cubicBezTo>
                  <a:pt x="3240000" y="2572097"/>
                  <a:pt x="3081445" y="2730652"/>
                  <a:pt x="2885857" y="2730652"/>
                </a:cubicBezTo>
                <a:lnTo>
                  <a:pt x="354143" y="2730652"/>
                </a:lnTo>
                <a:cubicBezTo>
                  <a:pt x="158555" y="2730652"/>
                  <a:pt x="0" y="2572097"/>
                  <a:pt x="0" y="2376509"/>
                </a:cubicBezTo>
                <a:close/>
                <a:moveTo>
                  <a:pt x="1001150" y="200505"/>
                </a:moveTo>
                <a:cubicBezTo>
                  <a:pt x="933045" y="200505"/>
                  <a:pt x="877834" y="255715"/>
                  <a:pt x="877834" y="323821"/>
                </a:cubicBezTo>
                <a:lnTo>
                  <a:pt x="877834" y="605836"/>
                </a:lnTo>
                <a:lnTo>
                  <a:pt x="2362163" y="605836"/>
                </a:lnTo>
                <a:lnTo>
                  <a:pt x="2362163" y="323821"/>
                </a:lnTo>
                <a:cubicBezTo>
                  <a:pt x="2362163" y="255715"/>
                  <a:pt x="2306952" y="200505"/>
                  <a:pt x="2238846" y="200505"/>
                </a:cubicBezTo>
                <a:close/>
                <a:moveTo>
                  <a:pt x="843301" y="0"/>
                </a:moveTo>
                <a:lnTo>
                  <a:pt x="2396696" y="0"/>
                </a:lnTo>
                <a:cubicBezTo>
                  <a:pt x="2488075" y="0"/>
                  <a:pt x="2562152" y="74077"/>
                  <a:pt x="2562152" y="165456"/>
                </a:cubicBezTo>
                <a:lnTo>
                  <a:pt x="2562152" y="605836"/>
                </a:lnTo>
                <a:lnTo>
                  <a:pt x="2885857" y="605836"/>
                </a:lnTo>
                <a:cubicBezTo>
                  <a:pt x="3081445" y="605836"/>
                  <a:pt x="3240000" y="764391"/>
                  <a:pt x="3240000" y="959979"/>
                </a:cubicBezTo>
                <a:lnTo>
                  <a:pt x="3240000" y="1134437"/>
                </a:lnTo>
                <a:lnTo>
                  <a:pt x="0" y="1134437"/>
                </a:lnTo>
                <a:lnTo>
                  <a:pt x="0" y="959979"/>
                </a:lnTo>
                <a:cubicBezTo>
                  <a:pt x="0" y="764391"/>
                  <a:pt x="158555" y="605836"/>
                  <a:pt x="354143" y="605836"/>
                </a:cubicBezTo>
                <a:lnTo>
                  <a:pt x="677845" y="605836"/>
                </a:lnTo>
                <a:lnTo>
                  <a:pt x="677845" y="165456"/>
                </a:lnTo>
                <a:cubicBezTo>
                  <a:pt x="677845" y="74077"/>
                  <a:pt x="751923" y="0"/>
                  <a:pt x="84330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124" name="CustomShape 30"/>
          <p:cNvSpPr/>
          <p:nvPr/>
        </p:nvSpPr>
        <p:spPr>
          <a:xfrm>
            <a:off x="6805080" y="4280760"/>
            <a:ext cx="472320" cy="505440"/>
          </a:xfrm>
          <a:custGeom>
            <a:avLst/>
            <a:gdLst/>
            <a:ahLst/>
            <a:rect l="l" t="t" r="r" b="b"/>
            <a:pathLst>
              <a:path w="3240000" h="3211580">
                <a:moveTo>
                  <a:pt x="991906" y="2959580"/>
                </a:moveTo>
                <a:lnTo>
                  <a:pt x="2193254" y="2959580"/>
                </a:lnTo>
                <a:cubicBezTo>
                  <a:pt x="2215674" y="2959580"/>
                  <a:pt x="2233849" y="2977755"/>
                  <a:pt x="2233849" y="3000175"/>
                </a:cubicBezTo>
                <a:lnTo>
                  <a:pt x="2233849" y="3170985"/>
                </a:lnTo>
                <a:cubicBezTo>
                  <a:pt x="2233849" y="3193405"/>
                  <a:pt x="2215674" y="3211580"/>
                  <a:pt x="2193254" y="3211580"/>
                </a:cubicBezTo>
                <a:lnTo>
                  <a:pt x="991906" y="3211580"/>
                </a:lnTo>
                <a:cubicBezTo>
                  <a:pt x="969486" y="3211580"/>
                  <a:pt x="951311" y="3193405"/>
                  <a:pt x="951311" y="3170985"/>
                </a:cubicBezTo>
                <a:lnTo>
                  <a:pt x="951311" y="3000175"/>
                </a:lnTo>
                <a:cubicBezTo>
                  <a:pt x="951311" y="2977755"/>
                  <a:pt x="969486" y="2959580"/>
                  <a:pt x="991906" y="2959580"/>
                </a:cubicBezTo>
                <a:close/>
                <a:moveTo>
                  <a:pt x="1439043" y="1763796"/>
                </a:moveTo>
                <a:lnTo>
                  <a:pt x="1439043" y="2067459"/>
                </a:lnTo>
                <a:lnTo>
                  <a:pt x="1135380" y="2067459"/>
                </a:lnTo>
                <a:lnTo>
                  <a:pt x="1135380" y="2374533"/>
                </a:lnTo>
                <a:lnTo>
                  <a:pt x="1439043" y="2374533"/>
                </a:lnTo>
                <a:lnTo>
                  <a:pt x="1439043" y="2678196"/>
                </a:lnTo>
                <a:lnTo>
                  <a:pt x="1746117" y="2678196"/>
                </a:lnTo>
                <a:lnTo>
                  <a:pt x="1746117" y="2374533"/>
                </a:lnTo>
                <a:lnTo>
                  <a:pt x="2049780" y="2374533"/>
                </a:lnTo>
                <a:lnTo>
                  <a:pt x="2049780" y="2067459"/>
                </a:lnTo>
                <a:lnTo>
                  <a:pt x="1746117" y="2067459"/>
                </a:lnTo>
                <a:lnTo>
                  <a:pt x="1746117" y="1763796"/>
                </a:lnTo>
                <a:close/>
                <a:moveTo>
                  <a:pt x="128358" y="1541040"/>
                </a:moveTo>
                <a:lnTo>
                  <a:pt x="3056915" y="1550917"/>
                </a:lnTo>
                <a:cubicBezTo>
                  <a:pt x="3061111" y="2078028"/>
                  <a:pt x="2781683" y="2566719"/>
                  <a:pt x="2325284" y="2830467"/>
                </a:cubicBezTo>
                <a:lnTo>
                  <a:pt x="2182018" y="2900953"/>
                </a:lnTo>
                <a:lnTo>
                  <a:pt x="1002135" y="2900953"/>
                </a:lnTo>
                <a:cubicBezTo>
                  <a:pt x="950374" y="2879821"/>
                  <a:pt x="900231" y="2854191"/>
                  <a:pt x="851341" y="2825496"/>
                </a:cubicBezTo>
                <a:cubicBezTo>
                  <a:pt x="396732" y="2558675"/>
                  <a:pt x="120607" y="2068110"/>
                  <a:pt x="128358" y="1541040"/>
                </a:cubicBezTo>
                <a:close/>
                <a:moveTo>
                  <a:pt x="61067" y="1230414"/>
                </a:moveTo>
                <a:lnTo>
                  <a:pt x="3178933" y="1230414"/>
                </a:lnTo>
                <a:cubicBezTo>
                  <a:pt x="3212659" y="1230414"/>
                  <a:pt x="3240000" y="1257755"/>
                  <a:pt x="3240000" y="1291481"/>
                </a:cubicBezTo>
                <a:lnTo>
                  <a:pt x="3240000" y="1421347"/>
                </a:lnTo>
                <a:cubicBezTo>
                  <a:pt x="3240000" y="1455073"/>
                  <a:pt x="3212659" y="1482414"/>
                  <a:pt x="3178933" y="1482414"/>
                </a:cubicBezTo>
                <a:lnTo>
                  <a:pt x="61067" y="1482414"/>
                </a:lnTo>
                <a:cubicBezTo>
                  <a:pt x="27341" y="1482414"/>
                  <a:pt x="0" y="1455073"/>
                  <a:pt x="0" y="1421347"/>
                </a:cubicBezTo>
                <a:lnTo>
                  <a:pt x="0" y="1291481"/>
                </a:lnTo>
                <a:cubicBezTo>
                  <a:pt x="0" y="1257755"/>
                  <a:pt x="27341" y="1230414"/>
                  <a:pt x="61067" y="1230414"/>
                </a:cubicBezTo>
                <a:close/>
                <a:moveTo>
                  <a:pt x="2481726" y="315922"/>
                </a:moveTo>
                <a:lnTo>
                  <a:pt x="2862412" y="696608"/>
                </a:lnTo>
                <a:lnTo>
                  <a:pt x="2420437" y="1138584"/>
                </a:lnTo>
                <a:lnTo>
                  <a:pt x="1659064" y="1138584"/>
                </a:lnTo>
                <a:close/>
                <a:moveTo>
                  <a:pt x="2730827" y="0"/>
                </a:moveTo>
                <a:cubicBezTo>
                  <a:pt x="2765703" y="0"/>
                  <a:pt x="2800581" y="13305"/>
                  <a:pt x="2827191" y="39915"/>
                </a:cubicBezTo>
                <a:lnTo>
                  <a:pt x="3143636" y="356360"/>
                </a:lnTo>
                <a:cubicBezTo>
                  <a:pt x="3196857" y="409581"/>
                  <a:pt x="3196857" y="495868"/>
                  <a:pt x="3143636" y="549088"/>
                </a:cubicBezTo>
                <a:lnTo>
                  <a:pt x="3082882" y="609843"/>
                </a:lnTo>
                <a:cubicBezTo>
                  <a:pt x="3029661" y="663063"/>
                  <a:pt x="2943375" y="663064"/>
                  <a:pt x="2890155" y="609843"/>
                </a:cubicBezTo>
                <a:lnTo>
                  <a:pt x="2573708" y="293397"/>
                </a:lnTo>
                <a:cubicBezTo>
                  <a:pt x="2520488" y="240176"/>
                  <a:pt x="2520488" y="153889"/>
                  <a:pt x="2573708" y="100669"/>
                </a:cubicBezTo>
                <a:lnTo>
                  <a:pt x="2634463" y="39914"/>
                </a:lnTo>
                <a:cubicBezTo>
                  <a:pt x="2661073" y="13305"/>
                  <a:pt x="2695950" y="0"/>
                  <a:pt x="273082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125" name="CustomShape 31"/>
          <p:cNvSpPr/>
          <p:nvPr/>
        </p:nvSpPr>
        <p:spPr>
          <a:xfrm rot="2941800">
            <a:off x="9170640" y="4277160"/>
            <a:ext cx="460080" cy="482040"/>
          </a:xfrm>
          <a:custGeom>
            <a:avLst/>
            <a:gdLst/>
            <a:ahLst/>
            <a:rect l="l" t="t" r="r" b="b"/>
            <a:pathLst>
              <a:path w="3011706" h="3204001">
                <a:moveTo>
                  <a:pt x="2432249" y="1011942"/>
                </a:moveTo>
                <a:cubicBezTo>
                  <a:pt x="2423608" y="1019482"/>
                  <a:pt x="2416303" y="1028841"/>
                  <a:pt x="2410966" y="1039800"/>
                </a:cubicBezTo>
                <a:lnTo>
                  <a:pt x="1969837" y="1945620"/>
                </a:lnTo>
                <a:cubicBezTo>
                  <a:pt x="1948488" y="1989457"/>
                  <a:pt x="1966719" y="2042300"/>
                  <a:pt x="2010556" y="2063648"/>
                </a:cubicBezTo>
                <a:cubicBezTo>
                  <a:pt x="2054392" y="2084996"/>
                  <a:pt x="2107235" y="2066766"/>
                  <a:pt x="2128583" y="2022929"/>
                </a:cubicBezTo>
                <a:lnTo>
                  <a:pt x="2569712" y="1117109"/>
                </a:lnTo>
                <a:cubicBezTo>
                  <a:pt x="2591061" y="1073271"/>
                  <a:pt x="2572830" y="1020430"/>
                  <a:pt x="2528993" y="999081"/>
                </a:cubicBezTo>
                <a:cubicBezTo>
                  <a:pt x="2496115" y="983070"/>
                  <a:pt x="2458172" y="989322"/>
                  <a:pt x="2432249" y="1011942"/>
                </a:cubicBezTo>
                <a:close/>
                <a:moveTo>
                  <a:pt x="1709549" y="1044955"/>
                </a:moveTo>
                <a:cubicBezTo>
                  <a:pt x="1978186" y="735551"/>
                  <a:pt x="2446780" y="702502"/>
                  <a:pt x="2756184" y="971139"/>
                </a:cubicBezTo>
                <a:cubicBezTo>
                  <a:pt x="3065588" y="1239776"/>
                  <a:pt x="3098636" y="1708370"/>
                  <a:pt x="2830000" y="2017774"/>
                </a:cubicBezTo>
                <a:cubicBezTo>
                  <a:pt x="2561363" y="2327178"/>
                  <a:pt x="2092769" y="2360227"/>
                  <a:pt x="1783365" y="2091590"/>
                </a:cubicBezTo>
                <a:cubicBezTo>
                  <a:pt x="1473960" y="1822953"/>
                  <a:pt x="1440912" y="1354359"/>
                  <a:pt x="1709549" y="1044955"/>
                </a:cubicBezTo>
                <a:close/>
                <a:moveTo>
                  <a:pt x="208197" y="1872243"/>
                </a:moveTo>
                <a:cubicBezTo>
                  <a:pt x="195168" y="1885273"/>
                  <a:pt x="187109" y="1903273"/>
                  <a:pt x="187109" y="1923155"/>
                </a:cubicBezTo>
                <a:lnTo>
                  <a:pt x="187109" y="2715155"/>
                </a:lnTo>
                <a:cubicBezTo>
                  <a:pt x="187109" y="2754920"/>
                  <a:pt x="219344" y="2787155"/>
                  <a:pt x="259109" y="2787155"/>
                </a:cubicBezTo>
                <a:cubicBezTo>
                  <a:pt x="298874" y="2787155"/>
                  <a:pt x="331109" y="2754920"/>
                  <a:pt x="331109" y="2715155"/>
                </a:cubicBezTo>
                <a:lnTo>
                  <a:pt x="331109" y="1923155"/>
                </a:lnTo>
                <a:cubicBezTo>
                  <a:pt x="331109" y="1883390"/>
                  <a:pt x="298874" y="1851155"/>
                  <a:pt x="259109" y="1851155"/>
                </a:cubicBezTo>
                <a:cubicBezTo>
                  <a:pt x="239226" y="1851156"/>
                  <a:pt x="221226" y="1859214"/>
                  <a:pt x="208197" y="1872243"/>
                </a:cubicBezTo>
                <a:close/>
                <a:moveTo>
                  <a:pt x="0" y="1625202"/>
                </a:moveTo>
                <a:cubicBezTo>
                  <a:pt x="418057" y="1737228"/>
                  <a:pt x="858998" y="1737384"/>
                  <a:pt x="1277606" y="1625336"/>
                </a:cubicBezTo>
                <a:cubicBezTo>
                  <a:pt x="1277605" y="1938624"/>
                  <a:pt x="1277605" y="2251911"/>
                  <a:pt x="1277605" y="2565198"/>
                </a:cubicBezTo>
                <a:cubicBezTo>
                  <a:pt x="1277605" y="2917999"/>
                  <a:pt x="991603" y="3204001"/>
                  <a:pt x="638802" y="3204001"/>
                </a:cubicBezTo>
                <a:lnTo>
                  <a:pt x="638803" y="3204000"/>
                </a:lnTo>
                <a:cubicBezTo>
                  <a:pt x="286002" y="3204000"/>
                  <a:pt x="0" y="2917999"/>
                  <a:pt x="0" y="2565197"/>
                </a:cubicBezTo>
                <a:close/>
                <a:moveTo>
                  <a:pt x="208197" y="459897"/>
                </a:moveTo>
                <a:cubicBezTo>
                  <a:pt x="195167" y="472926"/>
                  <a:pt x="187109" y="490926"/>
                  <a:pt x="187109" y="510808"/>
                </a:cubicBezTo>
                <a:lnTo>
                  <a:pt x="187109" y="1302808"/>
                </a:lnTo>
                <a:cubicBezTo>
                  <a:pt x="187109" y="1342573"/>
                  <a:pt x="219344" y="1374808"/>
                  <a:pt x="259109" y="1374808"/>
                </a:cubicBezTo>
                <a:cubicBezTo>
                  <a:pt x="298874" y="1374808"/>
                  <a:pt x="331109" y="1342573"/>
                  <a:pt x="331109" y="1302808"/>
                </a:cubicBezTo>
                <a:lnTo>
                  <a:pt x="331109" y="510808"/>
                </a:lnTo>
                <a:cubicBezTo>
                  <a:pt x="331109" y="471043"/>
                  <a:pt x="298874" y="438808"/>
                  <a:pt x="259109" y="438808"/>
                </a:cubicBezTo>
                <a:cubicBezTo>
                  <a:pt x="239226" y="438808"/>
                  <a:pt x="221226" y="446867"/>
                  <a:pt x="208197" y="459897"/>
                </a:cubicBezTo>
                <a:close/>
                <a:moveTo>
                  <a:pt x="187101" y="187101"/>
                </a:moveTo>
                <a:cubicBezTo>
                  <a:pt x="302701" y="71501"/>
                  <a:pt x="462402" y="0"/>
                  <a:pt x="638803" y="0"/>
                </a:cubicBezTo>
                <a:cubicBezTo>
                  <a:pt x="991604" y="0"/>
                  <a:pt x="1277606" y="286002"/>
                  <a:pt x="1277606" y="638803"/>
                </a:cubicBezTo>
                <a:lnTo>
                  <a:pt x="1277606" y="1497764"/>
                </a:lnTo>
                <a:cubicBezTo>
                  <a:pt x="859958" y="1616355"/>
                  <a:pt x="417375" y="1616210"/>
                  <a:pt x="0" y="1498771"/>
                </a:cubicBezTo>
                <a:lnTo>
                  <a:pt x="0" y="638803"/>
                </a:lnTo>
                <a:cubicBezTo>
                  <a:pt x="0" y="462403"/>
                  <a:pt x="71500" y="302702"/>
                  <a:pt x="187101" y="18710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126" name="CustomShape 32"/>
          <p:cNvSpPr/>
          <p:nvPr/>
        </p:nvSpPr>
        <p:spPr>
          <a:xfrm flipH="1" rot="18924600">
            <a:off x="6946200" y="5335920"/>
            <a:ext cx="161640" cy="627840"/>
          </a:xfrm>
          <a:custGeom>
            <a:avLst/>
            <a:gdLst/>
            <a:ahLst/>
            <a:rect l="l" t="t" r="r" b="b"/>
            <a:pathLst>
              <a:path w="1081111" h="4228323">
                <a:moveTo>
                  <a:pt x="335224" y="1867922"/>
                </a:moveTo>
                <a:cubicBezTo>
                  <a:pt x="355105" y="1839562"/>
                  <a:pt x="441066" y="1818228"/>
                  <a:pt x="544096" y="1818228"/>
                </a:cubicBezTo>
                <a:cubicBezTo>
                  <a:pt x="661845" y="1818228"/>
                  <a:pt x="757300" y="1846093"/>
                  <a:pt x="757300" y="1880465"/>
                </a:cubicBezTo>
                <a:lnTo>
                  <a:pt x="754850" y="1887560"/>
                </a:lnTo>
                <a:lnTo>
                  <a:pt x="757869" y="1887560"/>
                </a:lnTo>
                <a:lnTo>
                  <a:pt x="757869" y="2839818"/>
                </a:lnTo>
                <a:cubicBezTo>
                  <a:pt x="757869" y="2972331"/>
                  <a:pt x="662287" y="3079754"/>
                  <a:pt x="544381" y="3079754"/>
                </a:cubicBezTo>
                <a:cubicBezTo>
                  <a:pt x="426475" y="3079754"/>
                  <a:pt x="330892" y="2972330"/>
                  <a:pt x="330892" y="2839818"/>
                </a:cubicBezTo>
                <a:cubicBezTo>
                  <a:pt x="330892" y="2522399"/>
                  <a:pt x="330893" y="2204979"/>
                  <a:pt x="330893" y="1887560"/>
                </a:cubicBezTo>
                <a:lnTo>
                  <a:pt x="333343" y="1887560"/>
                </a:lnTo>
                <a:cubicBezTo>
                  <a:pt x="331423" y="1885549"/>
                  <a:pt x="330893" y="1883025"/>
                  <a:pt x="330893" y="1880465"/>
                </a:cubicBezTo>
                <a:cubicBezTo>
                  <a:pt x="330893" y="1876168"/>
                  <a:pt x="332384" y="1871973"/>
                  <a:pt x="335224" y="1867922"/>
                </a:cubicBezTo>
                <a:close/>
                <a:moveTo>
                  <a:pt x="40017" y="122059"/>
                </a:moveTo>
                <a:cubicBezTo>
                  <a:pt x="33211" y="132011"/>
                  <a:pt x="29637" y="142314"/>
                  <a:pt x="29637" y="152868"/>
                </a:cubicBezTo>
                <a:cubicBezTo>
                  <a:pt x="29637" y="201406"/>
                  <a:pt x="105246" y="244661"/>
                  <a:pt x="223474" y="271871"/>
                </a:cubicBezTo>
                <a:lnTo>
                  <a:pt x="259635" y="468058"/>
                </a:lnTo>
                <a:cubicBezTo>
                  <a:pt x="103865" y="495856"/>
                  <a:pt x="0" y="547115"/>
                  <a:pt x="0" y="605632"/>
                </a:cubicBezTo>
                <a:cubicBezTo>
                  <a:pt x="0" y="658669"/>
                  <a:pt x="85325" y="705745"/>
                  <a:pt x="217400" y="734580"/>
                </a:cubicBezTo>
                <a:lnTo>
                  <a:pt x="217063" y="737117"/>
                </a:lnTo>
                <a:lnTo>
                  <a:pt x="217063" y="2943282"/>
                </a:lnTo>
                <a:cubicBezTo>
                  <a:pt x="217063" y="3039089"/>
                  <a:pt x="294931" y="3121078"/>
                  <a:pt x="405721" y="3153265"/>
                </a:cubicBezTo>
                <a:cubicBezTo>
                  <a:pt x="400324" y="3160310"/>
                  <a:pt x="397646" y="3168520"/>
                  <a:pt x="397646" y="3177204"/>
                </a:cubicBezTo>
                <a:lnTo>
                  <a:pt x="397646" y="3194256"/>
                </a:lnTo>
                <a:cubicBezTo>
                  <a:pt x="397646" y="3224314"/>
                  <a:pt x="429716" y="3248680"/>
                  <a:pt x="469276" y="3248680"/>
                </a:cubicBezTo>
                <a:lnTo>
                  <a:pt x="496274" y="3248680"/>
                </a:lnTo>
                <a:cubicBezTo>
                  <a:pt x="503831" y="3569617"/>
                  <a:pt x="518631" y="3867052"/>
                  <a:pt x="514761" y="4228323"/>
                </a:cubicBezTo>
                <a:lnTo>
                  <a:pt x="577573" y="4091802"/>
                </a:lnTo>
                <a:cubicBezTo>
                  <a:pt x="580481" y="3794896"/>
                  <a:pt x="583388" y="3537508"/>
                  <a:pt x="586278" y="3248680"/>
                </a:cubicBezTo>
                <a:lnTo>
                  <a:pt x="611834" y="3248680"/>
                </a:lnTo>
                <a:cubicBezTo>
                  <a:pt x="651395" y="3248680"/>
                  <a:pt x="683465" y="3224314"/>
                  <a:pt x="683465" y="3194256"/>
                </a:cubicBezTo>
                <a:lnTo>
                  <a:pt x="683465" y="3177205"/>
                </a:lnTo>
                <a:cubicBezTo>
                  <a:pt x="683465" y="3168518"/>
                  <a:pt x="680787" y="3160307"/>
                  <a:pt x="675388" y="3153262"/>
                </a:cubicBezTo>
                <a:cubicBezTo>
                  <a:pt x="786180" y="3121079"/>
                  <a:pt x="864048" y="3039089"/>
                  <a:pt x="864048" y="2943282"/>
                </a:cubicBezTo>
                <a:lnTo>
                  <a:pt x="864048" y="737117"/>
                </a:lnTo>
                <a:cubicBezTo>
                  <a:pt x="864048" y="736269"/>
                  <a:pt x="864042" y="735422"/>
                  <a:pt x="863712" y="734579"/>
                </a:cubicBezTo>
                <a:cubicBezTo>
                  <a:pt x="995786" y="705744"/>
                  <a:pt x="1081111" y="658669"/>
                  <a:pt x="1081111" y="605632"/>
                </a:cubicBezTo>
                <a:cubicBezTo>
                  <a:pt x="1081111" y="547115"/>
                  <a:pt x="977246" y="495856"/>
                  <a:pt x="821477" y="468058"/>
                </a:cubicBezTo>
                <a:lnTo>
                  <a:pt x="857637" y="271871"/>
                </a:lnTo>
                <a:cubicBezTo>
                  <a:pt x="975865" y="244661"/>
                  <a:pt x="1051474" y="201406"/>
                  <a:pt x="1051474" y="152868"/>
                </a:cubicBezTo>
                <a:cubicBezTo>
                  <a:pt x="1051474" y="68441"/>
                  <a:pt x="822728" y="0"/>
                  <a:pt x="540555" y="0"/>
                </a:cubicBezTo>
                <a:cubicBezTo>
                  <a:pt x="293654" y="0"/>
                  <a:pt x="87658" y="52400"/>
                  <a:pt x="40017" y="122059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127" name="CustomShape 33"/>
          <p:cNvSpPr/>
          <p:nvPr/>
        </p:nvSpPr>
        <p:spPr>
          <a:xfrm>
            <a:off x="11584800" y="4261320"/>
            <a:ext cx="316800" cy="543240"/>
          </a:xfrm>
          <a:custGeom>
            <a:avLst/>
            <a:gdLst/>
            <a:ahLst/>
            <a:rect l="l" t="t" r="r" b="b"/>
            <a:pathLst>
              <a:path w="2016224" h="3207971">
                <a:moveTo>
                  <a:pt x="854575" y="1382799"/>
                </a:moveTo>
                <a:lnTo>
                  <a:pt x="854575" y="1686462"/>
                </a:lnTo>
                <a:lnTo>
                  <a:pt x="550912" y="1686462"/>
                </a:lnTo>
                <a:lnTo>
                  <a:pt x="550912" y="1993536"/>
                </a:lnTo>
                <a:lnTo>
                  <a:pt x="854575" y="1993536"/>
                </a:lnTo>
                <a:lnTo>
                  <a:pt x="854575" y="2297199"/>
                </a:lnTo>
                <a:lnTo>
                  <a:pt x="1161649" y="2297199"/>
                </a:lnTo>
                <a:lnTo>
                  <a:pt x="1161649" y="1993536"/>
                </a:lnTo>
                <a:lnTo>
                  <a:pt x="1465312" y="1993536"/>
                </a:lnTo>
                <a:lnTo>
                  <a:pt x="1465312" y="1686462"/>
                </a:lnTo>
                <a:lnTo>
                  <a:pt x="1161649" y="1686462"/>
                </a:lnTo>
                <a:lnTo>
                  <a:pt x="1161649" y="1382799"/>
                </a:lnTo>
                <a:close/>
                <a:moveTo>
                  <a:pt x="397285" y="941591"/>
                </a:moveTo>
                <a:lnTo>
                  <a:pt x="1618940" y="941591"/>
                </a:lnTo>
                <a:lnTo>
                  <a:pt x="1618940" y="2738407"/>
                </a:lnTo>
                <a:lnTo>
                  <a:pt x="397285" y="2738407"/>
                </a:lnTo>
                <a:close/>
                <a:moveTo>
                  <a:pt x="305673" y="849979"/>
                </a:moveTo>
                <a:lnTo>
                  <a:pt x="305673" y="2830019"/>
                </a:lnTo>
                <a:lnTo>
                  <a:pt x="1710552" y="2830019"/>
                </a:lnTo>
                <a:lnTo>
                  <a:pt x="1710552" y="849979"/>
                </a:lnTo>
                <a:close/>
                <a:moveTo>
                  <a:pt x="240515" y="472027"/>
                </a:moveTo>
                <a:lnTo>
                  <a:pt x="1775709" y="472027"/>
                </a:lnTo>
                <a:cubicBezTo>
                  <a:pt x="1908542" y="472027"/>
                  <a:pt x="2016224" y="579709"/>
                  <a:pt x="2016224" y="712542"/>
                </a:cubicBezTo>
                <a:lnTo>
                  <a:pt x="2016224" y="2967456"/>
                </a:lnTo>
                <a:cubicBezTo>
                  <a:pt x="2016224" y="3100289"/>
                  <a:pt x="1908542" y="3207971"/>
                  <a:pt x="1775709" y="3207971"/>
                </a:cubicBezTo>
                <a:lnTo>
                  <a:pt x="240515" y="3207971"/>
                </a:lnTo>
                <a:cubicBezTo>
                  <a:pt x="107682" y="3207971"/>
                  <a:pt x="0" y="3100289"/>
                  <a:pt x="0" y="2967456"/>
                </a:cubicBezTo>
                <a:lnTo>
                  <a:pt x="0" y="712542"/>
                </a:lnTo>
                <a:cubicBezTo>
                  <a:pt x="0" y="579709"/>
                  <a:pt x="107682" y="472027"/>
                  <a:pt x="240515" y="472027"/>
                </a:cubicBezTo>
                <a:close/>
                <a:moveTo>
                  <a:pt x="515787" y="0"/>
                </a:moveTo>
                <a:lnTo>
                  <a:pt x="1500437" y="0"/>
                </a:lnTo>
                <a:cubicBezTo>
                  <a:pt x="1541893" y="0"/>
                  <a:pt x="1575500" y="33607"/>
                  <a:pt x="1575500" y="75063"/>
                </a:cubicBezTo>
                <a:lnTo>
                  <a:pt x="1575500" y="367990"/>
                </a:lnTo>
                <a:lnTo>
                  <a:pt x="440724" y="367990"/>
                </a:lnTo>
                <a:lnTo>
                  <a:pt x="440724" y="75063"/>
                </a:lnTo>
                <a:cubicBezTo>
                  <a:pt x="440724" y="33607"/>
                  <a:pt x="474331" y="0"/>
                  <a:pt x="51578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128" name="CustomShape 34"/>
          <p:cNvSpPr/>
          <p:nvPr/>
        </p:nvSpPr>
        <p:spPr>
          <a:xfrm>
            <a:off x="9951120" y="4261320"/>
            <a:ext cx="502560" cy="543240"/>
          </a:xfrm>
          <a:custGeom>
            <a:avLst/>
            <a:gdLst/>
            <a:ahLst/>
            <a:rect l="l" t="t" r="r" b="b"/>
            <a:pathLst>
              <a:path w="3240000" h="3240000">
                <a:moveTo>
                  <a:pt x="1799999" y="306000"/>
                </a:moveTo>
                <a:lnTo>
                  <a:pt x="1440000" y="306000"/>
                </a:lnTo>
                <a:lnTo>
                  <a:pt x="1440000" y="1308231"/>
                </a:lnTo>
                <a:lnTo>
                  <a:pt x="572043" y="807116"/>
                </a:lnTo>
                <a:lnTo>
                  <a:pt x="392043" y="1118885"/>
                </a:lnTo>
                <a:lnTo>
                  <a:pt x="1260000" y="1620000"/>
                </a:lnTo>
                <a:lnTo>
                  <a:pt x="392043" y="2121116"/>
                </a:lnTo>
                <a:lnTo>
                  <a:pt x="572043" y="2432885"/>
                </a:lnTo>
                <a:lnTo>
                  <a:pt x="1440000" y="1931769"/>
                </a:lnTo>
                <a:lnTo>
                  <a:pt x="1440000" y="2934000"/>
                </a:lnTo>
                <a:lnTo>
                  <a:pt x="1800000" y="2934000"/>
                </a:lnTo>
                <a:lnTo>
                  <a:pt x="1800000" y="1931769"/>
                </a:lnTo>
                <a:lnTo>
                  <a:pt x="2667957" y="2432884"/>
                </a:lnTo>
                <a:lnTo>
                  <a:pt x="2847957" y="2121116"/>
                </a:lnTo>
                <a:lnTo>
                  <a:pt x="1980000" y="1620000"/>
                </a:lnTo>
                <a:lnTo>
                  <a:pt x="2847958" y="1118885"/>
                </a:lnTo>
                <a:lnTo>
                  <a:pt x="2667957" y="807116"/>
                </a:lnTo>
                <a:lnTo>
                  <a:pt x="1800000" y="1308231"/>
                </a:ln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129" name="CustomShape 35"/>
          <p:cNvSpPr/>
          <p:nvPr/>
        </p:nvSpPr>
        <p:spPr>
          <a:xfrm>
            <a:off x="10749600" y="4261320"/>
            <a:ext cx="502560" cy="543240"/>
          </a:xfrm>
          <a:custGeom>
            <a:avLst/>
            <a:gdLst/>
            <a:ahLst/>
            <a:rect l="l" t="t" r="r" b="b"/>
            <a:pathLst>
              <a:path w="3225370" h="3229762">
                <a:moveTo>
                  <a:pt x="1355872" y="0"/>
                </a:moveTo>
                <a:cubicBezTo>
                  <a:pt x="1564636" y="0"/>
                  <a:pt x="1733872" y="169236"/>
                  <a:pt x="1733872" y="378000"/>
                </a:cubicBezTo>
                <a:cubicBezTo>
                  <a:pt x="1733872" y="530834"/>
                  <a:pt x="1643169" y="662483"/>
                  <a:pt x="1512292" y="721255"/>
                </a:cubicBezTo>
                <a:lnTo>
                  <a:pt x="1607042" y="1169019"/>
                </a:lnTo>
                <a:cubicBezTo>
                  <a:pt x="1611319" y="1167786"/>
                  <a:pt x="1615651" y="1167712"/>
                  <a:pt x="1620000" y="1167712"/>
                </a:cubicBezTo>
                <a:cubicBezTo>
                  <a:pt x="1828764" y="1167712"/>
                  <a:pt x="1998000" y="1336948"/>
                  <a:pt x="1998000" y="1545712"/>
                </a:cubicBezTo>
                <a:lnTo>
                  <a:pt x="1996362" y="1567711"/>
                </a:lnTo>
                <a:lnTo>
                  <a:pt x="2525816" y="1711728"/>
                </a:lnTo>
                <a:cubicBezTo>
                  <a:pt x="2591164" y="1602543"/>
                  <a:pt x="2710810" y="1530128"/>
                  <a:pt x="2847370" y="1530128"/>
                </a:cubicBezTo>
                <a:cubicBezTo>
                  <a:pt x="3056134" y="1530128"/>
                  <a:pt x="3225370" y="1699364"/>
                  <a:pt x="3225370" y="1908128"/>
                </a:cubicBezTo>
                <a:cubicBezTo>
                  <a:pt x="3225370" y="2116892"/>
                  <a:pt x="3056134" y="2286128"/>
                  <a:pt x="2847370" y="2286128"/>
                </a:cubicBezTo>
                <a:cubicBezTo>
                  <a:pt x="2638606" y="2286128"/>
                  <a:pt x="2469370" y="2116892"/>
                  <a:pt x="2469370" y="1908128"/>
                </a:cubicBezTo>
                <a:lnTo>
                  <a:pt x="2475505" y="1847275"/>
                </a:lnTo>
                <a:lnTo>
                  <a:pt x="1957861" y="1706471"/>
                </a:lnTo>
                <a:cubicBezTo>
                  <a:pt x="1922674" y="1789256"/>
                  <a:pt x="1855841" y="1854310"/>
                  <a:pt x="1773397" y="1890608"/>
                </a:cubicBezTo>
                <a:lnTo>
                  <a:pt x="1908290" y="2478637"/>
                </a:lnTo>
                <a:cubicBezTo>
                  <a:pt x="2094333" y="2500701"/>
                  <a:pt x="2237929" y="2659462"/>
                  <a:pt x="2237929" y="2851762"/>
                </a:cubicBezTo>
                <a:cubicBezTo>
                  <a:pt x="2237929" y="3060526"/>
                  <a:pt x="2068693" y="3229762"/>
                  <a:pt x="1859929" y="3229762"/>
                </a:cubicBezTo>
                <a:cubicBezTo>
                  <a:pt x="1651165" y="3229762"/>
                  <a:pt x="1481929" y="3060526"/>
                  <a:pt x="1481929" y="2851762"/>
                </a:cubicBezTo>
                <a:cubicBezTo>
                  <a:pt x="1481929" y="2676759"/>
                  <a:pt x="1600854" y="2529533"/>
                  <a:pt x="1762693" y="2487978"/>
                </a:cubicBezTo>
                <a:lnTo>
                  <a:pt x="1632951" y="1922407"/>
                </a:lnTo>
                <a:cubicBezTo>
                  <a:pt x="1628677" y="1923639"/>
                  <a:pt x="1624347" y="1923712"/>
                  <a:pt x="1620000" y="1923712"/>
                </a:cubicBezTo>
                <a:cubicBezTo>
                  <a:pt x="1474614" y="1923712"/>
                  <a:pt x="1348399" y="1841634"/>
                  <a:pt x="1286703" y="1720478"/>
                </a:cubicBezTo>
                <a:lnTo>
                  <a:pt x="726463" y="1950491"/>
                </a:lnTo>
                <a:cubicBezTo>
                  <a:pt x="745503" y="1995553"/>
                  <a:pt x="756000" y="2045092"/>
                  <a:pt x="756000" y="2097083"/>
                </a:cubicBezTo>
                <a:cubicBezTo>
                  <a:pt x="756000" y="2305847"/>
                  <a:pt x="586764" y="2475083"/>
                  <a:pt x="378000" y="2475083"/>
                </a:cubicBezTo>
                <a:cubicBezTo>
                  <a:pt x="169236" y="2475083"/>
                  <a:pt x="0" y="2305847"/>
                  <a:pt x="0" y="2097083"/>
                </a:cubicBezTo>
                <a:cubicBezTo>
                  <a:pt x="0" y="1888319"/>
                  <a:pt x="169236" y="1719083"/>
                  <a:pt x="378000" y="1719083"/>
                </a:cubicBezTo>
                <a:cubicBezTo>
                  <a:pt x="481765" y="1719083"/>
                  <a:pt x="575764" y="1760894"/>
                  <a:pt x="643957" y="1828700"/>
                </a:cubicBezTo>
                <a:lnTo>
                  <a:pt x="1245626" y="1581679"/>
                </a:lnTo>
                <a:cubicBezTo>
                  <a:pt x="1242578" y="1569964"/>
                  <a:pt x="1242000" y="1557905"/>
                  <a:pt x="1242000" y="1545712"/>
                </a:cubicBezTo>
                <a:cubicBezTo>
                  <a:pt x="1242000" y="1391666"/>
                  <a:pt x="1334148" y="1259142"/>
                  <a:pt x="1466584" y="1200827"/>
                </a:cubicBezTo>
                <a:lnTo>
                  <a:pt x="1372109" y="754363"/>
                </a:lnTo>
                <a:cubicBezTo>
                  <a:pt x="1366762" y="755885"/>
                  <a:pt x="1361331" y="756000"/>
                  <a:pt x="1355872" y="756000"/>
                </a:cubicBezTo>
                <a:cubicBezTo>
                  <a:pt x="1147108" y="756000"/>
                  <a:pt x="977872" y="586764"/>
                  <a:pt x="977872" y="378000"/>
                </a:cubicBezTo>
                <a:cubicBezTo>
                  <a:pt x="977872" y="169236"/>
                  <a:pt x="1147108" y="0"/>
                  <a:pt x="135587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130" name="CustomShape 36"/>
          <p:cNvSpPr/>
          <p:nvPr/>
        </p:nvSpPr>
        <p:spPr>
          <a:xfrm rot="10800000">
            <a:off x="6012000" y="5395680"/>
            <a:ext cx="464400" cy="543600"/>
          </a:xfrm>
          <a:custGeom>
            <a:avLst/>
            <a:gdLst/>
            <a:ahLst/>
            <a:rect l="l" t="t" r="r" b="b"/>
            <a:pathLst>
              <a:path w="2958558" h="3207983">
                <a:moveTo>
                  <a:pt x="376920" y="2960896"/>
                </a:moveTo>
                <a:cubicBezTo>
                  <a:pt x="266613" y="2960896"/>
                  <a:pt x="177192" y="2871475"/>
                  <a:pt x="177192" y="2761168"/>
                </a:cubicBezTo>
                <a:cubicBezTo>
                  <a:pt x="177192" y="2650861"/>
                  <a:pt x="266613" y="2561440"/>
                  <a:pt x="376920" y="2561440"/>
                </a:cubicBezTo>
                <a:cubicBezTo>
                  <a:pt x="487227" y="2561440"/>
                  <a:pt x="576648" y="2650861"/>
                  <a:pt x="576648" y="2761168"/>
                </a:cubicBezTo>
                <a:cubicBezTo>
                  <a:pt x="576648" y="2871475"/>
                  <a:pt x="487227" y="2960896"/>
                  <a:pt x="376920" y="2960896"/>
                </a:cubicBezTo>
                <a:close/>
                <a:moveTo>
                  <a:pt x="376921" y="3072323"/>
                </a:moveTo>
                <a:cubicBezTo>
                  <a:pt x="539434" y="3072323"/>
                  <a:pt x="671176" y="2940581"/>
                  <a:pt x="671176" y="2778068"/>
                </a:cubicBezTo>
                <a:cubicBezTo>
                  <a:pt x="671176" y="2615555"/>
                  <a:pt x="539434" y="2483813"/>
                  <a:pt x="376921" y="2483813"/>
                </a:cubicBezTo>
                <a:cubicBezTo>
                  <a:pt x="214408" y="2483813"/>
                  <a:pt x="82666" y="2615555"/>
                  <a:pt x="82666" y="2778068"/>
                </a:cubicBezTo>
                <a:cubicBezTo>
                  <a:pt x="82666" y="2940581"/>
                  <a:pt x="214408" y="3072323"/>
                  <a:pt x="376921" y="3072323"/>
                </a:cubicBezTo>
                <a:close/>
                <a:moveTo>
                  <a:pt x="2379939" y="3207575"/>
                </a:moveTo>
                <a:cubicBezTo>
                  <a:pt x="2342159" y="3210380"/>
                  <a:pt x="2303308" y="3198772"/>
                  <a:pt x="2272342" y="3172087"/>
                </a:cubicBezTo>
                <a:cubicBezTo>
                  <a:pt x="2210411" y="3118717"/>
                  <a:pt x="2203469" y="3025247"/>
                  <a:pt x="2256839" y="2963315"/>
                </a:cubicBezTo>
                <a:cubicBezTo>
                  <a:pt x="2292137" y="2922355"/>
                  <a:pt x="2344975" y="2905450"/>
                  <a:pt x="2394194" y="2916618"/>
                </a:cubicBezTo>
                <a:lnTo>
                  <a:pt x="2482323" y="2842744"/>
                </a:lnTo>
                <a:lnTo>
                  <a:pt x="2486558" y="2847797"/>
                </a:lnTo>
                <a:cubicBezTo>
                  <a:pt x="2638916" y="2767056"/>
                  <a:pt x="2628462" y="2744879"/>
                  <a:pt x="2689889" y="2690172"/>
                </a:cubicBezTo>
                <a:cubicBezTo>
                  <a:pt x="2722819" y="2655246"/>
                  <a:pt x="2732363" y="2657367"/>
                  <a:pt x="2726376" y="2568558"/>
                </a:cubicBezTo>
                <a:lnTo>
                  <a:pt x="2730335" y="2568172"/>
                </a:lnTo>
                <a:lnTo>
                  <a:pt x="2726098" y="2568172"/>
                </a:lnTo>
                <a:lnTo>
                  <a:pt x="2726098" y="2140027"/>
                </a:lnTo>
                <a:lnTo>
                  <a:pt x="2686068" y="2140105"/>
                </a:lnTo>
                <a:cubicBezTo>
                  <a:pt x="2685662" y="1932305"/>
                  <a:pt x="2574529" y="1740506"/>
                  <a:pt x="2394530" y="1636956"/>
                </a:cubicBezTo>
                <a:cubicBezTo>
                  <a:pt x="2214320" y="1533284"/>
                  <a:pt x="1992511" y="1533845"/>
                  <a:pt x="1812826" y="1638426"/>
                </a:cubicBezTo>
                <a:cubicBezTo>
                  <a:pt x="1633353" y="1742884"/>
                  <a:pt x="1523189" y="1935240"/>
                  <a:pt x="1523830" y="2143038"/>
                </a:cubicBezTo>
                <a:lnTo>
                  <a:pt x="1483625" y="2143162"/>
                </a:lnTo>
                <a:lnTo>
                  <a:pt x="1483625" y="2568172"/>
                </a:lnTo>
                <a:lnTo>
                  <a:pt x="1479388" y="2568172"/>
                </a:lnTo>
                <a:lnTo>
                  <a:pt x="1483347" y="2568558"/>
                </a:lnTo>
                <a:cubicBezTo>
                  <a:pt x="1477359" y="2657367"/>
                  <a:pt x="1486903" y="2655246"/>
                  <a:pt x="1519833" y="2690172"/>
                </a:cubicBezTo>
                <a:cubicBezTo>
                  <a:pt x="1581261" y="2744879"/>
                  <a:pt x="1570806" y="2767057"/>
                  <a:pt x="1723166" y="2847797"/>
                </a:cubicBezTo>
                <a:lnTo>
                  <a:pt x="1727402" y="2842744"/>
                </a:lnTo>
                <a:lnTo>
                  <a:pt x="1815530" y="2916618"/>
                </a:lnTo>
                <a:cubicBezTo>
                  <a:pt x="1864749" y="2905450"/>
                  <a:pt x="1917587" y="2922356"/>
                  <a:pt x="1952884" y="2963315"/>
                </a:cubicBezTo>
                <a:cubicBezTo>
                  <a:pt x="2006254" y="3025247"/>
                  <a:pt x="1999313" y="3118717"/>
                  <a:pt x="1937381" y="3172087"/>
                </a:cubicBezTo>
                <a:cubicBezTo>
                  <a:pt x="1906416" y="3198772"/>
                  <a:pt x="1867565" y="3210380"/>
                  <a:pt x="1829785" y="3207575"/>
                </a:cubicBezTo>
                <a:cubicBezTo>
                  <a:pt x="1792004" y="3204769"/>
                  <a:pt x="1755294" y="3187551"/>
                  <a:pt x="1728609" y="3156586"/>
                </a:cubicBezTo>
                <a:cubicBezTo>
                  <a:pt x="1704170" y="3128225"/>
                  <a:pt x="1692377" y="3093251"/>
                  <a:pt x="1694258" y="3058558"/>
                </a:cubicBezTo>
                <a:lnTo>
                  <a:pt x="1607474" y="2985811"/>
                </a:lnTo>
                <a:lnTo>
                  <a:pt x="1609754" y="2983092"/>
                </a:lnTo>
                <a:cubicBezTo>
                  <a:pt x="1505378" y="2914609"/>
                  <a:pt x="1454899" y="2874388"/>
                  <a:pt x="1372959" y="2808609"/>
                </a:cubicBezTo>
                <a:cubicBezTo>
                  <a:pt x="1301402" y="2768123"/>
                  <a:pt x="1295976" y="2652344"/>
                  <a:pt x="1300245" y="2568172"/>
                </a:cubicBezTo>
                <a:lnTo>
                  <a:pt x="1296941" y="2568172"/>
                </a:lnTo>
                <a:lnTo>
                  <a:pt x="1296941" y="2143739"/>
                </a:lnTo>
                <a:lnTo>
                  <a:pt x="1251342" y="2143880"/>
                </a:lnTo>
                <a:cubicBezTo>
                  <a:pt x="1250400" y="1838694"/>
                  <a:pt x="1412261" y="1556194"/>
                  <a:pt x="1675942" y="1402813"/>
                </a:cubicBezTo>
                <a:cubicBezTo>
                  <a:pt x="1778114" y="1343381"/>
                  <a:pt x="1889554" y="1306836"/>
                  <a:pt x="2003205" y="1293823"/>
                </a:cubicBezTo>
                <a:lnTo>
                  <a:pt x="2003205" y="878785"/>
                </a:lnTo>
                <a:lnTo>
                  <a:pt x="1998176" y="878621"/>
                </a:lnTo>
                <a:cubicBezTo>
                  <a:pt x="2009560" y="630102"/>
                  <a:pt x="1847671" y="398939"/>
                  <a:pt x="1584243" y="287563"/>
                </a:cubicBezTo>
                <a:cubicBezTo>
                  <a:pt x="1373323" y="198386"/>
                  <a:pt x="1125012" y="198092"/>
                  <a:pt x="913796" y="286769"/>
                </a:cubicBezTo>
                <a:cubicBezTo>
                  <a:pt x="650203" y="397436"/>
                  <a:pt x="487575" y="627955"/>
                  <a:pt x="497878" y="876315"/>
                </a:cubicBezTo>
                <a:lnTo>
                  <a:pt x="492947" y="876461"/>
                </a:lnTo>
                <a:lnTo>
                  <a:pt x="492947" y="2424958"/>
                </a:lnTo>
                <a:cubicBezTo>
                  <a:pt x="646520" y="2471832"/>
                  <a:pt x="757382" y="2615059"/>
                  <a:pt x="757382" y="2784179"/>
                </a:cubicBezTo>
                <a:cubicBezTo>
                  <a:pt x="757382" y="2993324"/>
                  <a:pt x="587836" y="3162870"/>
                  <a:pt x="378691" y="3162870"/>
                </a:cubicBezTo>
                <a:cubicBezTo>
                  <a:pt x="169546" y="3162870"/>
                  <a:pt x="0" y="2993324"/>
                  <a:pt x="0" y="2784179"/>
                </a:cubicBezTo>
                <a:cubicBezTo>
                  <a:pt x="0" y="2610447"/>
                  <a:pt x="116991" y="2464039"/>
                  <a:pt x="276947" y="2421074"/>
                </a:cubicBezTo>
                <a:lnTo>
                  <a:pt x="276947" y="783746"/>
                </a:lnTo>
                <a:lnTo>
                  <a:pt x="281758" y="783746"/>
                </a:lnTo>
                <a:cubicBezTo>
                  <a:pt x="307533" y="493124"/>
                  <a:pt x="502412" y="231983"/>
                  <a:pt x="801266" y="95774"/>
                </a:cubicBezTo>
                <a:cubicBezTo>
                  <a:pt x="1082323" y="-32324"/>
                  <a:pt x="1416727" y="-31901"/>
                  <a:pt x="1697364" y="96907"/>
                </a:cubicBezTo>
                <a:cubicBezTo>
                  <a:pt x="1994951" y="233494"/>
                  <a:pt x="2188714" y="494056"/>
                  <a:pt x="2214549" y="783746"/>
                </a:cubicBezTo>
                <a:lnTo>
                  <a:pt x="2219205" y="783746"/>
                </a:lnTo>
                <a:lnTo>
                  <a:pt x="2219205" y="1295162"/>
                </a:lnTo>
                <a:cubicBezTo>
                  <a:pt x="2327099" y="1309357"/>
                  <a:pt x="2432799" y="1344641"/>
                  <a:pt x="2530224" y="1400656"/>
                </a:cubicBezTo>
                <a:cubicBezTo>
                  <a:pt x="2794677" y="1552703"/>
                  <a:pt x="2957961" y="1834385"/>
                  <a:pt x="2958558" y="2139573"/>
                </a:cubicBezTo>
                <a:lnTo>
                  <a:pt x="2912782" y="2139663"/>
                </a:lnTo>
                <a:lnTo>
                  <a:pt x="2912782" y="2568172"/>
                </a:lnTo>
                <a:lnTo>
                  <a:pt x="2909478" y="2568172"/>
                </a:lnTo>
                <a:cubicBezTo>
                  <a:pt x="2913747" y="2652344"/>
                  <a:pt x="2908320" y="2768123"/>
                  <a:pt x="2836763" y="2808609"/>
                </a:cubicBezTo>
                <a:cubicBezTo>
                  <a:pt x="2754824" y="2874388"/>
                  <a:pt x="2704345" y="2914609"/>
                  <a:pt x="2599970" y="2983091"/>
                </a:cubicBezTo>
                <a:lnTo>
                  <a:pt x="2602250" y="2985811"/>
                </a:lnTo>
                <a:lnTo>
                  <a:pt x="2515466" y="3058559"/>
                </a:lnTo>
                <a:cubicBezTo>
                  <a:pt x="2517346" y="3093252"/>
                  <a:pt x="2505554" y="3128225"/>
                  <a:pt x="2481114" y="3156586"/>
                </a:cubicBezTo>
                <a:cubicBezTo>
                  <a:pt x="2454429" y="3187551"/>
                  <a:pt x="2417719" y="3204769"/>
                  <a:pt x="2379939" y="320757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131" name="CustomShape 37"/>
          <p:cNvSpPr/>
          <p:nvPr/>
        </p:nvSpPr>
        <p:spPr>
          <a:xfrm rot="10800000">
            <a:off x="9259560" y="5379120"/>
            <a:ext cx="303480" cy="534600"/>
          </a:xfrm>
          <a:custGeom>
            <a:avLst/>
            <a:gdLst/>
            <a:ahLst/>
            <a:rect l="l" t="t" r="r" b="b"/>
            <a:pathLst>
              <a:path w="3636337" h="7138182">
                <a:moveTo>
                  <a:pt x="1563551" y="3029061"/>
                </a:moveTo>
                <a:lnTo>
                  <a:pt x="1563551" y="1171769"/>
                </a:lnTo>
                <a:cubicBezTo>
                  <a:pt x="1444523" y="1201084"/>
                  <a:pt x="1330799" y="1254073"/>
                  <a:pt x="1228219" y="1328453"/>
                </a:cubicBezTo>
                <a:cubicBezTo>
                  <a:pt x="927220" y="1546705"/>
                  <a:pt x="771440" y="1913395"/>
                  <a:pt x="823311" y="2281559"/>
                </a:cubicBezTo>
                <a:cubicBezTo>
                  <a:pt x="886035" y="2761950"/>
                  <a:pt x="1181988" y="2923981"/>
                  <a:pt x="1563551" y="3029061"/>
                </a:cubicBezTo>
                <a:close/>
                <a:moveTo>
                  <a:pt x="2056123" y="5971053"/>
                </a:moveTo>
                <a:cubicBezTo>
                  <a:pt x="2180706" y="5941789"/>
                  <a:pt x="2300029" y="5887431"/>
                  <a:pt x="2407191" y="5809729"/>
                </a:cubicBezTo>
                <a:cubicBezTo>
                  <a:pt x="2708190" y="5591477"/>
                  <a:pt x="2863970" y="5224787"/>
                  <a:pt x="2812099" y="4856623"/>
                </a:cubicBezTo>
                <a:cubicBezTo>
                  <a:pt x="2712300" y="4365494"/>
                  <a:pt x="2419393" y="4148018"/>
                  <a:pt x="2056123" y="4007016"/>
                </a:cubicBezTo>
                <a:close/>
                <a:moveTo>
                  <a:pt x="2056123" y="7138182"/>
                </a:moveTo>
                <a:lnTo>
                  <a:pt x="1563551" y="7138182"/>
                </a:lnTo>
                <a:lnTo>
                  <a:pt x="1563551" y="6796553"/>
                </a:lnTo>
                <a:cubicBezTo>
                  <a:pt x="1376287" y="6771102"/>
                  <a:pt x="1191751" y="6715291"/>
                  <a:pt x="1016794" y="6629471"/>
                </a:cubicBezTo>
                <a:cubicBezTo>
                  <a:pt x="412303" y="6332946"/>
                  <a:pt x="21102" y="5726704"/>
                  <a:pt x="0" y="5053734"/>
                </a:cubicBezTo>
                <a:lnTo>
                  <a:pt x="813973" y="5028205"/>
                </a:lnTo>
                <a:cubicBezTo>
                  <a:pt x="825624" y="5399818"/>
                  <a:pt x="1041643" y="5734588"/>
                  <a:pt x="1375441" y="5898325"/>
                </a:cubicBezTo>
                <a:cubicBezTo>
                  <a:pt x="1436179" y="5928119"/>
                  <a:pt x="1499008" y="5951362"/>
                  <a:pt x="1563551" y="5965918"/>
                </a:cubicBezTo>
                <a:lnTo>
                  <a:pt x="1563551" y="3847635"/>
                </a:lnTo>
                <a:cubicBezTo>
                  <a:pt x="920238" y="3662345"/>
                  <a:pt x="233045" y="3450393"/>
                  <a:pt x="16852" y="2382091"/>
                </a:cubicBezTo>
                <a:cubicBezTo>
                  <a:pt x="-73403" y="1719933"/>
                  <a:pt x="208577" y="1061859"/>
                  <a:pt x="750173" y="669157"/>
                </a:cubicBezTo>
                <a:cubicBezTo>
                  <a:pt x="994931" y="491686"/>
                  <a:pt x="1274723" y="381458"/>
                  <a:pt x="1563551" y="341319"/>
                </a:cubicBezTo>
                <a:lnTo>
                  <a:pt x="1563551" y="0"/>
                </a:lnTo>
                <a:lnTo>
                  <a:pt x="2056123" y="0"/>
                </a:lnTo>
                <a:lnTo>
                  <a:pt x="2056123" y="339268"/>
                </a:lnTo>
                <a:cubicBezTo>
                  <a:pt x="2248752" y="363969"/>
                  <a:pt x="2438747" y="420481"/>
                  <a:pt x="2618616" y="508711"/>
                </a:cubicBezTo>
                <a:cubicBezTo>
                  <a:pt x="3223107" y="805237"/>
                  <a:pt x="3614308" y="1411478"/>
                  <a:pt x="3635410" y="2084448"/>
                </a:cubicBezTo>
                <a:lnTo>
                  <a:pt x="2821437" y="2109978"/>
                </a:lnTo>
                <a:cubicBezTo>
                  <a:pt x="2809786" y="1738364"/>
                  <a:pt x="2593767" y="1403594"/>
                  <a:pt x="2259969" y="1239857"/>
                </a:cubicBezTo>
                <a:cubicBezTo>
                  <a:pt x="2194243" y="1207617"/>
                  <a:pt x="2126069" y="1183046"/>
                  <a:pt x="2056123" y="1168235"/>
                </a:cubicBezTo>
                <a:lnTo>
                  <a:pt x="2056123" y="3150890"/>
                </a:lnTo>
                <a:cubicBezTo>
                  <a:pt x="2675271" y="3303511"/>
                  <a:pt x="3347939" y="3564428"/>
                  <a:pt x="3618512" y="4743007"/>
                </a:cubicBezTo>
                <a:cubicBezTo>
                  <a:pt x="3712448" y="5409725"/>
                  <a:pt x="3430336" y="6073786"/>
                  <a:pt x="2885237" y="6469025"/>
                </a:cubicBezTo>
                <a:cubicBezTo>
                  <a:pt x="2636047" y="6649712"/>
                  <a:pt x="2350538" y="6760700"/>
                  <a:pt x="2056123" y="679874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132" name="CustomShape 38"/>
          <p:cNvSpPr/>
          <p:nvPr/>
        </p:nvSpPr>
        <p:spPr>
          <a:xfrm>
            <a:off x="7610400" y="5521320"/>
            <a:ext cx="480960" cy="290160"/>
          </a:xfrm>
          <a:custGeom>
            <a:avLst/>
            <a:gdLst/>
            <a:ahLst/>
            <a:rect l="l" t="t" r="r" b="b"/>
            <a:pathLst>
              <a:path w="4560938" h="2554996">
                <a:moveTo>
                  <a:pt x="2315585" y="1351978"/>
                </a:moveTo>
                <a:lnTo>
                  <a:pt x="2315585" y="1608128"/>
                </a:lnTo>
                <a:cubicBezTo>
                  <a:pt x="2332000" y="1604085"/>
                  <a:pt x="2347685" y="1596777"/>
                  <a:pt x="2361832" y="1586519"/>
                </a:cubicBezTo>
                <a:cubicBezTo>
                  <a:pt x="2403345" y="1556419"/>
                  <a:pt x="2424829" y="1505846"/>
                  <a:pt x="2417675" y="1455070"/>
                </a:cubicBezTo>
                <a:cubicBezTo>
                  <a:pt x="2409025" y="1388817"/>
                  <a:pt x="2368208" y="1366470"/>
                  <a:pt x="2315585" y="1351978"/>
                </a:cubicBezTo>
                <a:close/>
                <a:moveTo>
                  <a:pt x="3612086" y="989467"/>
                </a:moveTo>
                <a:cubicBezTo>
                  <a:pt x="3453010" y="989467"/>
                  <a:pt x="3324054" y="1118423"/>
                  <a:pt x="3324054" y="1277499"/>
                </a:cubicBezTo>
                <a:cubicBezTo>
                  <a:pt x="3324054" y="1436575"/>
                  <a:pt x="3453010" y="1565531"/>
                  <a:pt x="3612086" y="1565531"/>
                </a:cubicBezTo>
                <a:cubicBezTo>
                  <a:pt x="3771162" y="1565531"/>
                  <a:pt x="3900118" y="1436575"/>
                  <a:pt x="3900118" y="1277499"/>
                </a:cubicBezTo>
                <a:cubicBezTo>
                  <a:pt x="3900118" y="1118423"/>
                  <a:pt x="3771162" y="989467"/>
                  <a:pt x="3612086" y="989467"/>
                </a:cubicBezTo>
                <a:close/>
                <a:moveTo>
                  <a:pt x="948854" y="989467"/>
                </a:moveTo>
                <a:cubicBezTo>
                  <a:pt x="789778" y="989467"/>
                  <a:pt x="660822" y="1118423"/>
                  <a:pt x="660822" y="1277499"/>
                </a:cubicBezTo>
                <a:cubicBezTo>
                  <a:pt x="660822" y="1436575"/>
                  <a:pt x="789778" y="1565531"/>
                  <a:pt x="948854" y="1565531"/>
                </a:cubicBezTo>
                <a:cubicBezTo>
                  <a:pt x="1107930" y="1565531"/>
                  <a:pt x="1236886" y="1436575"/>
                  <a:pt x="1236886" y="1277499"/>
                </a:cubicBezTo>
                <a:cubicBezTo>
                  <a:pt x="1236886" y="1118423"/>
                  <a:pt x="1107930" y="989467"/>
                  <a:pt x="948854" y="989467"/>
                </a:cubicBezTo>
                <a:close/>
                <a:moveTo>
                  <a:pt x="2247651" y="946230"/>
                </a:moveTo>
                <a:cubicBezTo>
                  <a:pt x="2230469" y="950266"/>
                  <a:pt x="2214012" y="957763"/>
                  <a:pt x="2199233" y="968479"/>
                </a:cubicBezTo>
                <a:cubicBezTo>
                  <a:pt x="2157721" y="998579"/>
                  <a:pt x="2136236" y="1049152"/>
                  <a:pt x="2143390" y="1099928"/>
                </a:cubicBezTo>
                <a:cubicBezTo>
                  <a:pt x="2157154" y="1167662"/>
                  <a:pt x="2197550" y="1197656"/>
                  <a:pt x="2247651" y="1217102"/>
                </a:cubicBezTo>
                <a:close/>
                <a:moveTo>
                  <a:pt x="2247651" y="785264"/>
                </a:moveTo>
                <a:lnTo>
                  <a:pt x="2315585" y="785264"/>
                </a:lnTo>
                <a:lnTo>
                  <a:pt x="2315585" y="832380"/>
                </a:lnTo>
                <a:cubicBezTo>
                  <a:pt x="2341411" y="835890"/>
                  <a:pt x="2366862" y="843587"/>
                  <a:pt x="2390991" y="855423"/>
                </a:cubicBezTo>
                <a:cubicBezTo>
                  <a:pt x="2474360" y="896319"/>
                  <a:pt x="2528313" y="979930"/>
                  <a:pt x="2531223" y="1072743"/>
                </a:cubicBezTo>
                <a:lnTo>
                  <a:pt x="2418963" y="1076264"/>
                </a:lnTo>
                <a:cubicBezTo>
                  <a:pt x="2417356" y="1025012"/>
                  <a:pt x="2387564" y="978842"/>
                  <a:pt x="2341528" y="956260"/>
                </a:cubicBezTo>
                <a:cubicBezTo>
                  <a:pt x="2333151" y="952151"/>
                  <a:pt x="2324486" y="948946"/>
                  <a:pt x="2315585" y="946938"/>
                </a:cubicBezTo>
                <a:lnTo>
                  <a:pt x="2315585" y="1239083"/>
                </a:lnTo>
                <a:cubicBezTo>
                  <a:pt x="2404308" y="1264638"/>
                  <a:pt x="2499083" y="1293869"/>
                  <a:pt x="2528899" y="1441205"/>
                </a:cubicBezTo>
                <a:cubicBezTo>
                  <a:pt x="2541347" y="1532528"/>
                  <a:pt x="2502457" y="1623287"/>
                  <a:pt x="2427762" y="1677447"/>
                </a:cubicBezTo>
                <a:cubicBezTo>
                  <a:pt x="2394006" y="1701923"/>
                  <a:pt x="2355419" y="1717125"/>
                  <a:pt x="2315585" y="1722661"/>
                </a:cubicBezTo>
                <a:lnTo>
                  <a:pt x="2315585" y="1769734"/>
                </a:lnTo>
                <a:lnTo>
                  <a:pt x="2247651" y="1769734"/>
                </a:lnTo>
                <a:lnTo>
                  <a:pt x="2247651" y="1722944"/>
                </a:lnTo>
                <a:cubicBezTo>
                  <a:pt x="2221084" y="1719537"/>
                  <a:pt x="2194881" y="1711743"/>
                  <a:pt x="2170074" y="1699575"/>
                </a:cubicBezTo>
                <a:cubicBezTo>
                  <a:pt x="2086705" y="1658679"/>
                  <a:pt x="2032752" y="1575069"/>
                  <a:pt x="2029842" y="1482255"/>
                </a:cubicBezTo>
                <a:lnTo>
                  <a:pt x="2142102" y="1478734"/>
                </a:lnTo>
                <a:cubicBezTo>
                  <a:pt x="2143709" y="1529986"/>
                  <a:pt x="2173501" y="1576156"/>
                  <a:pt x="2219537" y="1598738"/>
                </a:cubicBezTo>
                <a:cubicBezTo>
                  <a:pt x="2228602" y="1603184"/>
                  <a:pt x="2238004" y="1606573"/>
                  <a:pt x="2247651" y="1608616"/>
                </a:cubicBezTo>
                <a:lnTo>
                  <a:pt x="2247651" y="1335176"/>
                </a:lnTo>
                <a:cubicBezTo>
                  <a:pt x="2162261" y="1314127"/>
                  <a:pt x="2069489" y="1278142"/>
                  <a:pt x="2032173" y="1115597"/>
                </a:cubicBezTo>
                <a:cubicBezTo>
                  <a:pt x="2019217" y="1023646"/>
                  <a:pt x="2058125" y="932061"/>
                  <a:pt x="2133303" y="877552"/>
                </a:cubicBezTo>
                <a:cubicBezTo>
                  <a:pt x="2167670" y="852632"/>
                  <a:pt x="2207046" y="837325"/>
                  <a:pt x="2247651" y="832077"/>
                </a:cubicBezTo>
                <a:close/>
                <a:moveTo>
                  <a:pt x="2280470" y="617534"/>
                </a:moveTo>
                <a:cubicBezTo>
                  <a:pt x="1915981" y="617534"/>
                  <a:pt x="1620504" y="913011"/>
                  <a:pt x="1620504" y="1277500"/>
                </a:cubicBezTo>
                <a:cubicBezTo>
                  <a:pt x="1620504" y="1641989"/>
                  <a:pt x="1915981" y="1937466"/>
                  <a:pt x="2280470" y="1937466"/>
                </a:cubicBezTo>
                <a:cubicBezTo>
                  <a:pt x="2644959" y="1937466"/>
                  <a:pt x="2940436" y="1641989"/>
                  <a:pt x="2940436" y="1277500"/>
                </a:cubicBezTo>
                <a:cubicBezTo>
                  <a:pt x="2940436" y="913011"/>
                  <a:pt x="2644959" y="617534"/>
                  <a:pt x="2280470" y="617534"/>
                </a:cubicBezTo>
                <a:close/>
                <a:moveTo>
                  <a:pt x="284505" y="265281"/>
                </a:moveTo>
                <a:lnTo>
                  <a:pt x="4276434" y="265281"/>
                </a:lnTo>
                <a:lnTo>
                  <a:pt x="4276434" y="2289716"/>
                </a:lnTo>
                <a:lnTo>
                  <a:pt x="284505" y="2289716"/>
                </a:lnTo>
                <a:close/>
                <a:moveTo>
                  <a:pt x="180344" y="148161"/>
                </a:moveTo>
                <a:lnTo>
                  <a:pt x="180344" y="2406836"/>
                </a:lnTo>
                <a:lnTo>
                  <a:pt x="4380595" y="2406836"/>
                </a:lnTo>
                <a:lnTo>
                  <a:pt x="4380595" y="148161"/>
                </a:lnTo>
                <a:close/>
                <a:moveTo>
                  <a:pt x="0" y="0"/>
                </a:moveTo>
                <a:lnTo>
                  <a:pt x="4560938" y="0"/>
                </a:lnTo>
                <a:lnTo>
                  <a:pt x="4560938" y="2554996"/>
                </a:lnTo>
                <a:lnTo>
                  <a:pt x="0" y="255499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133" name="CustomShape 39"/>
          <p:cNvSpPr/>
          <p:nvPr/>
        </p:nvSpPr>
        <p:spPr>
          <a:xfrm>
            <a:off x="11496240" y="5420880"/>
            <a:ext cx="496080" cy="537120"/>
          </a:xfrm>
          <a:custGeom>
            <a:avLst/>
            <a:gdLst/>
            <a:ahLst/>
            <a:rect l="l" t="t" r="r" b="b"/>
            <a:pathLst>
              <a:path w="3197597" h="3202496">
                <a:moveTo>
                  <a:pt x="601421" y="1611393"/>
                </a:moveTo>
                <a:lnTo>
                  <a:pt x="2596176" y="1611393"/>
                </a:lnTo>
                <a:cubicBezTo>
                  <a:pt x="2928331" y="1611393"/>
                  <a:pt x="3197594" y="1880656"/>
                  <a:pt x="3197594" y="2212811"/>
                </a:cubicBezTo>
                <a:lnTo>
                  <a:pt x="3197594" y="2776360"/>
                </a:lnTo>
                <a:lnTo>
                  <a:pt x="3197597" y="2776360"/>
                </a:lnTo>
                <a:lnTo>
                  <a:pt x="3197597" y="2914824"/>
                </a:lnTo>
                <a:lnTo>
                  <a:pt x="3197198" y="2914824"/>
                </a:lnTo>
                <a:lnTo>
                  <a:pt x="3197198" y="3202496"/>
                </a:lnTo>
                <a:lnTo>
                  <a:pt x="398" y="3202496"/>
                </a:lnTo>
                <a:lnTo>
                  <a:pt x="398" y="2914824"/>
                </a:lnTo>
                <a:lnTo>
                  <a:pt x="0" y="2914824"/>
                </a:lnTo>
                <a:lnTo>
                  <a:pt x="0" y="2212811"/>
                </a:lnTo>
                <a:cubicBezTo>
                  <a:pt x="0" y="1880656"/>
                  <a:pt x="269266" y="1611393"/>
                  <a:pt x="601421" y="1611393"/>
                </a:cubicBezTo>
                <a:close/>
                <a:moveTo>
                  <a:pt x="1598801" y="0"/>
                </a:moveTo>
                <a:cubicBezTo>
                  <a:pt x="1998649" y="0"/>
                  <a:pt x="2322791" y="324142"/>
                  <a:pt x="2322791" y="723993"/>
                </a:cubicBezTo>
                <a:cubicBezTo>
                  <a:pt x="2322791" y="1123843"/>
                  <a:pt x="1998649" y="1447985"/>
                  <a:pt x="1598801" y="1447985"/>
                </a:cubicBezTo>
                <a:cubicBezTo>
                  <a:pt x="1198951" y="1447985"/>
                  <a:pt x="874809" y="1123843"/>
                  <a:pt x="874809" y="723993"/>
                </a:cubicBezTo>
                <a:cubicBezTo>
                  <a:pt x="874809" y="324142"/>
                  <a:pt x="1198951" y="0"/>
                  <a:pt x="159880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134" name="CustomShape 40"/>
          <p:cNvSpPr/>
          <p:nvPr/>
        </p:nvSpPr>
        <p:spPr>
          <a:xfrm flipH="1" rot="16200000">
            <a:off x="9935280" y="6392520"/>
            <a:ext cx="555120" cy="484560"/>
          </a:xfrm>
          <a:custGeom>
            <a:avLst/>
            <a:gdLst/>
            <a:ahLst/>
            <a:rect l="l" t="t" r="r" b="b"/>
            <a:pathLst>
              <a:path w="2928608" h="2758049">
                <a:moveTo>
                  <a:pt x="2797052" y="1199936"/>
                </a:moveTo>
                <a:lnTo>
                  <a:pt x="2797052" y="1541978"/>
                </a:lnTo>
                <a:cubicBezTo>
                  <a:pt x="2797052" y="1578306"/>
                  <a:pt x="2826502" y="1607756"/>
                  <a:pt x="2862830" y="1607756"/>
                </a:cubicBezTo>
                <a:lnTo>
                  <a:pt x="2862830" y="1607755"/>
                </a:lnTo>
                <a:cubicBezTo>
                  <a:pt x="2899158" y="1607755"/>
                  <a:pt x="2928608" y="1578305"/>
                  <a:pt x="2928608" y="1541977"/>
                </a:cubicBezTo>
                <a:lnTo>
                  <a:pt x="2928607" y="1199936"/>
                </a:lnTo>
                <a:cubicBezTo>
                  <a:pt x="2928607" y="1163608"/>
                  <a:pt x="2899158" y="1134159"/>
                  <a:pt x="2862830" y="1134158"/>
                </a:cubicBezTo>
                <a:cubicBezTo>
                  <a:pt x="2826502" y="1134159"/>
                  <a:pt x="2797052" y="1163608"/>
                  <a:pt x="2797052" y="1199936"/>
                </a:cubicBezTo>
                <a:close/>
                <a:moveTo>
                  <a:pt x="2593193" y="1147315"/>
                </a:moveTo>
                <a:lnTo>
                  <a:pt x="2593193" y="1594601"/>
                </a:lnTo>
                <a:cubicBezTo>
                  <a:pt x="2593193" y="1630929"/>
                  <a:pt x="2622643" y="1660379"/>
                  <a:pt x="2658971" y="1660379"/>
                </a:cubicBezTo>
                <a:lnTo>
                  <a:pt x="2658971" y="1660378"/>
                </a:lnTo>
                <a:cubicBezTo>
                  <a:pt x="2695299" y="1660378"/>
                  <a:pt x="2724749" y="1630928"/>
                  <a:pt x="2724749" y="1594600"/>
                </a:cubicBezTo>
                <a:lnTo>
                  <a:pt x="2724748" y="1147315"/>
                </a:lnTo>
                <a:cubicBezTo>
                  <a:pt x="2724748" y="1110987"/>
                  <a:pt x="2695299" y="1081538"/>
                  <a:pt x="2658971" y="1081537"/>
                </a:cubicBezTo>
                <a:cubicBezTo>
                  <a:pt x="2622643" y="1081538"/>
                  <a:pt x="2593193" y="1110987"/>
                  <a:pt x="2593193" y="1147315"/>
                </a:cubicBezTo>
                <a:close/>
                <a:moveTo>
                  <a:pt x="2389334" y="1121004"/>
                </a:moveTo>
                <a:lnTo>
                  <a:pt x="2389334" y="1620912"/>
                </a:lnTo>
                <a:cubicBezTo>
                  <a:pt x="2389334" y="1657240"/>
                  <a:pt x="2418784" y="1686690"/>
                  <a:pt x="2455112" y="1686690"/>
                </a:cubicBezTo>
                <a:lnTo>
                  <a:pt x="2455112" y="1686689"/>
                </a:lnTo>
                <a:cubicBezTo>
                  <a:pt x="2491440" y="1686689"/>
                  <a:pt x="2520890" y="1657239"/>
                  <a:pt x="2520890" y="1620911"/>
                </a:cubicBezTo>
                <a:lnTo>
                  <a:pt x="2520889" y="1121004"/>
                </a:lnTo>
                <a:cubicBezTo>
                  <a:pt x="2520889" y="1084676"/>
                  <a:pt x="2491440" y="1055227"/>
                  <a:pt x="2455112" y="1055226"/>
                </a:cubicBezTo>
                <a:cubicBezTo>
                  <a:pt x="2418784" y="1055227"/>
                  <a:pt x="2389334" y="1084676"/>
                  <a:pt x="2389334" y="1121004"/>
                </a:cubicBezTo>
                <a:close/>
                <a:moveTo>
                  <a:pt x="1314382" y="1247024"/>
                </a:moveTo>
                <a:cubicBezTo>
                  <a:pt x="1314381" y="1225915"/>
                  <a:pt x="1331494" y="1208803"/>
                  <a:pt x="1352603" y="1208803"/>
                </a:cubicBezTo>
                <a:lnTo>
                  <a:pt x="1410313" y="1208803"/>
                </a:lnTo>
                <a:lnTo>
                  <a:pt x="1410313" y="1146778"/>
                </a:lnTo>
                <a:cubicBezTo>
                  <a:pt x="1410313" y="1145599"/>
                  <a:pt x="1410393" y="1144438"/>
                  <a:pt x="1411688" y="1143457"/>
                </a:cubicBezTo>
                <a:lnTo>
                  <a:pt x="1408531" y="1133444"/>
                </a:lnTo>
                <a:cubicBezTo>
                  <a:pt x="1410371" y="1112415"/>
                  <a:pt x="1428909" y="1096860"/>
                  <a:pt x="1449938" y="1098699"/>
                </a:cubicBezTo>
                <a:lnTo>
                  <a:pt x="2236821" y="1167543"/>
                </a:lnTo>
                <a:cubicBezTo>
                  <a:pt x="2257849" y="1169383"/>
                  <a:pt x="2273405" y="1187920"/>
                  <a:pt x="2271565" y="1208950"/>
                </a:cubicBezTo>
                <a:cubicBezTo>
                  <a:pt x="2269725" y="1229978"/>
                  <a:pt x="2251187" y="1245533"/>
                  <a:pt x="2230159" y="1243693"/>
                </a:cubicBezTo>
                <a:cubicBezTo>
                  <a:pt x="1973864" y="1221271"/>
                  <a:pt x="1717570" y="1198849"/>
                  <a:pt x="1461275" y="1176426"/>
                </a:cubicBezTo>
                <a:lnTo>
                  <a:pt x="1461274" y="1208803"/>
                </a:lnTo>
                <a:lnTo>
                  <a:pt x="1518985" y="1208803"/>
                </a:lnTo>
                <a:cubicBezTo>
                  <a:pt x="1540095" y="1208802"/>
                  <a:pt x="1557205" y="1225915"/>
                  <a:pt x="1557206" y="1247025"/>
                </a:cubicBezTo>
                <a:lnTo>
                  <a:pt x="1557207" y="1247023"/>
                </a:lnTo>
                <a:cubicBezTo>
                  <a:pt x="1557207" y="1268132"/>
                  <a:pt x="1540095" y="1285244"/>
                  <a:pt x="1518986" y="1285244"/>
                </a:cubicBezTo>
                <a:cubicBezTo>
                  <a:pt x="1499749" y="1285244"/>
                  <a:pt x="1480511" y="1285243"/>
                  <a:pt x="1461275" y="1285244"/>
                </a:cubicBezTo>
                <a:lnTo>
                  <a:pt x="1461275" y="1337600"/>
                </a:lnTo>
                <a:lnTo>
                  <a:pt x="1518985" y="1337600"/>
                </a:lnTo>
                <a:cubicBezTo>
                  <a:pt x="1540095" y="1337600"/>
                  <a:pt x="1557206" y="1354713"/>
                  <a:pt x="1557206" y="1375821"/>
                </a:cubicBezTo>
                <a:lnTo>
                  <a:pt x="1557207" y="1375820"/>
                </a:lnTo>
                <a:cubicBezTo>
                  <a:pt x="1557206" y="1396928"/>
                  <a:pt x="1540095" y="1414041"/>
                  <a:pt x="1518986" y="1414041"/>
                </a:cubicBezTo>
                <a:cubicBezTo>
                  <a:pt x="1499750" y="1414041"/>
                  <a:pt x="1480511" y="1414041"/>
                  <a:pt x="1461275" y="1414042"/>
                </a:cubicBezTo>
                <a:lnTo>
                  <a:pt x="1461275" y="1466398"/>
                </a:lnTo>
                <a:lnTo>
                  <a:pt x="1518985" y="1466398"/>
                </a:lnTo>
                <a:cubicBezTo>
                  <a:pt x="1540095" y="1466398"/>
                  <a:pt x="1557206" y="1483509"/>
                  <a:pt x="1557206" y="1504618"/>
                </a:cubicBezTo>
                <a:lnTo>
                  <a:pt x="1557207" y="1504619"/>
                </a:lnTo>
                <a:cubicBezTo>
                  <a:pt x="1557207" y="1525727"/>
                  <a:pt x="1540094" y="1542838"/>
                  <a:pt x="1518986" y="1542839"/>
                </a:cubicBezTo>
                <a:cubicBezTo>
                  <a:pt x="1499749" y="1542839"/>
                  <a:pt x="1480511" y="1542838"/>
                  <a:pt x="1461275" y="1542839"/>
                </a:cubicBezTo>
                <a:lnTo>
                  <a:pt x="1461274" y="1575412"/>
                </a:lnTo>
                <a:lnTo>
                  <a:pt x="2226550" y="1494978"/>
                </a:lnTo>
                <a:cubicBezTo>
                  <a:pt x="2247542" y="1492772"/>
                  <a:pt x="2266350" y="1508001"/>
                  <a:pt x="2268556" y="1528995"/>
                </a:cubicBezTo>
                <a:cubicBezTo>
                  <a:pt x="2270763" y="1549988"/>
                  <a:pt x="2255534" y="1568794"/>
                  <a:pt x="2234542" y="1571000"/>
                </a:cubicBezTo>
                <a:cubicBezTo>
                  <a:pt x="1972686" y="1598522"/>
                  <a:pt x="1710833" y="1626046"/>
                  <a:pt x="1448978" y="1653567"/>
                </a:cubicBezTo>
                <a:cubicBezTo>
                  <a:pt x="1427984" y="1655774"/>
                  <a:pt x="1409178" y="1640544"/>
                  <a:pt x="1406971" y="1619551"/>
                </a:cubicBezTo>
                <a:cubicBezTo>
                  <a:pt x="1406474" y="1614827"/>
                  <a:pt x="1406862" y="1610214"/>
                  <a:pt x="1410805" y="1606610"/>
                </a:cubicBezTo>
                <a:lnTo>
                  <a:pt x="1410312" y="1605422"/>
                </a:lnTo>
                <a:lnTo>
                  <a:pt x="1410312" y="1542839"/>
                </a:lnTo>
                <a:lnTo>
                  <a:pt x="1352603" y="1542841"/>
                </a:lnTo>
                <a:cubicBezTo>
                  <a:pt x="1331494" y="1542841"/>
                  <a:pt x="1314382" y="1525729"/>
                  <a:pt x="1314382" y="1504619"/>
                </a:cubicBezTo>
                <a:cubicBezTo>
                  <a:pt x="1314382" y="1483510"/>
                  <a:pt x="1331493" y="1466397"/>
                  <a:pt x="1352603" y="1466398"/>
                </a:cubicBezTo>
                <a:lnTo>
                  <a:pt x="1410312" y="1466398"/>
                </a:lnTo>
                <a:lnTo>
                  <a:pt x="1410313" y="1414042"/>
                </a:lnTo>
                <a:lnTo>
                  <a:pt x="1352603" y="1414042"/>
                </a:lnTo>
                <a:cubicBezTo>
                  <a:pt x="1331494" y="1414041"/>
                  <a:pt x="1314383" y="1396930"/>
                  <a:pt x="1314382" y="1375820"/>
                </a:cubicBezTo>
                <a:cubicBezTo>
                  <a:pt x="1314383" y="1354713"/>
                  <a:pt x="1331494" y="1337600"/>
                  <a:pt x="1352603" y="1337601"/>
                </a:cubicBezTo>
                <a:lnTo>
                  <a:pt x="1410312" y="1337600"/>
                </a:lnTo>
                <a:lnTo>
                  <a:pt x="1410312" y="1285244"/>
                </a:lnTo>
                <a:lnTo>
                  <a:pt x="1352603" y="1285244"/>
                </a:lnTo>
                <a:cubicBezTo>
                  <a:pt x="1331494" y="1285244"/>
                  <a:pt x="1314381" y="1268133"/>
                  <a:pt x="1314382" y="1247024"/>
                </a:cubicBezTo>
                <a:close/>
                <a:moveTo>
                  <a:pt x="1171967" y="72000"/>
                </a:moveTo>
                <a:lnTo>
                  <a:pt x="1171967" y="288000"/>
                </a:lnTo>
                <a:cubicBezTo>
                  <a:pt x="1171967" y="327765"/>
                  <a:pt x="1204202" y="360000"/>
                  <a:pt x="1243967" y="360000"/>
                </a:cubicBezTo>
                <a:cubicBezTo>
                  <a:pt x="1283732" y="360000"/>
                  <a:pt x="1315967" y="327765"/>
                  <a:pt x="1315967" y="288000"/>
                </a:cubicBezTo>
                <a:lnTo>
                  <a:pt x="1315967" y="72000"/>
                </a:lnTo>
                <a:cubicBezTo>
                  <a:pt x="1315967" y="32235"/>
                  <a:pt x="1283732" y="0"/>
                  <a:pt x="1243967" y="0"/>
                </a:cubicBezTo>
                <a:cubicBezTo>
                  <a:pt x="1204202" y="0"/>
                  <a:pt x="1171967" y="32235"/>
                  <a:pt x="1171967" y="72000"/>
                </a:cubicBezTo>
                <a:close/>
                <a:moveTo>
                  <a:pt x="1171966" y="2470049"/>
                </a:moveTo>
                <a:lnTo>
                  <a:pt x="1171966" y="2686049"/>
                </a:lnTo>
                <a:cubicBezTo>
                  <a:pt x="1171966" y="2725814"/>
                  <a:pt x="1204201" y="2758049"/>
                  <a:pt x="1243966" y="2758049"/>
                </a:cubicBezTo>
                <a:cubicBezTo>
                  <a:pt x="1283731" y="2758049"/>
                  <a:pt x="1315966" y="2725814"/>
                  <a:pt x="1315966" y="2686049"/>
                </a:cubicBezTo>
                <a:lnTo>
                  <a:pt x="1315966" y="2470049"/>
                </a:lnTo>
                <a:cubicBezTo>
                  <a:pt x="1315966" y="2430284"/>
                  <a:pt x="1283731" y="2398049"/>
                  <a:pt x="1243966" y="2398049"/>
                </a:cubicBezTo>
                <a:cubicBezTo>
                  <a:pt x="1204201" y="2398049"/>
                  <a:pt x="1171966" y="2430284"/>
                  <a:pt x="1171966" y="2470049"/>
                </a:cubicBezTo>
                <a:close/>
                <a:moveTo>
                  <a:pt x="515345" y="1370958"/>
                </a:moveTo>
                <a:cubicBezTo>
                  <a:pt x="515344" y="1558300"/>
                  <a:pt x="586814" y="1745642"/>
                  <a:pt x="729750" y="1888579"/>
                </a:cubicBezTo>
                <a:cubicBezTo>
                  <a:pt x="1015625" y="2174454"/>
                  <a:pt x="1479119" y="2174454"/>
                  <a:pt x="1764994" y="1888580"/>
                </a:cubicBezTo>
                <a:lnTo>
                  <a:pt x="1940572" y="1713001"/>
                </a:lnTo>
                <a:lnTo>
                  <a:pt x="2136413" y="1713002"/>
                </a:lnTo>
                <a:cubicBezTo>
                  <a:pt x="2215124" y="1713001"/>
                  <a:pt x="2278929" y="1649195"/>
                  <a:pt x="2278929" y="1570486"/>
                </a:cubicBezTo>
                <a:lnTo>
                  <a:pt x="2278929" y="1374645"/>
                </a:lnTo>
                <a:lnTo>
                  <a:pt x="2282614" y="1370959"/>
                </a:lnTo>
                <a:lnTo>
                  <a:pt x="2278929" y="1367272"/>
                </a:lnTo>
                <a:lnTo>
                  <a:pt x="2278929" y="1171432"/>
                </a:lnTo>
                <a:cubicBezTo>
                  <a:pt x="2278929" y="1092722"/>
                  <a:pt x="2215123" y="1028916"/>
                  <a:pt x="2136413" y="1028916"/>
                </a:cubicBezTo>
                <a:lnTo>
                  <a:pt x="1940571" y="1028916"/>
                </a:lnTo>
                <a:cubicBezTo>
                  <a:pt x="1882045" y="970390"/>
                  <a:pt x="1823519" y="911862"/>
                  <a:pt x="1764993" y="853336"/>
                </a:cubicBezTo>
                <a:cubicBezTo>
                  <a:pt x="1479118" y="567461"/>
                  <a:pt x="1015625" y="567462"/>
                  <a:pt x="729750" y="853336"/>
                </a:cubicBezTo>
                <a:cubicBezTo>
                  <a:pt x="586813" y="996273"/>
                  <a:pt x="515344" y="1183616"/>
                  <a:pt x="515345" y="1370958"/>
                </a:cubicBezTo>
                <a:close/>
                <a:moveTo>
                  <a:pt x="388776" y="2386770"/>
                </a:moveTo>
                <a:cubicBezTo>
                  <a:pt x="388776" y="2405196"/>
                  <a:pt x="395805" y="2423622"/>
                  <a:pt x="409865" y="2437681"/>
                </a:cubicBezTo>
                <a:cubicBezTo>
                  <a:pt x="437983" y="2465800"/>
                  <a:pt x="483570" y="2465800"/>
                  <a:pt x="511688" y="2437681"/>
                </a:cubicBezTo>
                <a:lnTo>
                  <a:pt x="664423" y="2284946"/>
                </a:lnTo>
                <a:cubicBezTo>
                  <a:pt x="692541" y="2256828"/>
                  <a:pt x="692541" y="2211241"/>
                  <a:pt x="664423" y="2183123"/>
                </a:cubicBezTo>
                <a:cubicBezTo>
                  <a:pt x="636305" y="2155005"/>
                  <a:pt x="590718" y="2155005"/>
                  <a:pt x="562599" y="2183123"/>
                </a:cubicBezTo>
                <a:lnTo>
                  <a:pt x="409865" y="2335858"/>
                </a:lnTo>
                <a:cubicBezTo>
                  <a:pt x="395805" y="2349917"/>
                  <a:pt x="388776" y="2368343"/>
                  <a:pt x="388776" y="2386770"/>
                </a:cubicBezTo>
                <a:close/>
                <a:moveTo>
                  <a:pt x="388776" y="365689"/>
                </a:moveTo>
                <a:cubicBezTo>
                  <a:pt x="388776" y="384115"/>
                  <a:pt x="395805" y="402541"/>
                  <a:pt x="409865" y="416600"/>
                </a:cubicBezTo>
                <a:lnTo>
                  <a:pt x="562599" y="569335"/>
                </a:lnTo>
                <a:cubicBezTo>
                  <a:pt x="590718" y="597454"/>
                  <a:pt x="636305" y="597454"/>
                  <a:pt x="664423" y="569335"/>
                </a:cubicBezTo>
                <a:cubicBezTo>
                  <a:pt x="692541" y="541217"/>
                  <a:pt x="692541" y="495630"/>
                  <a:pt x="664423" y="467512"/>
                </a:cubicBezTo>
                <a:lnTo>
                  <a:pt x="511688" y="314777"/>
                </a:lnTo>
                <a:cubicBezTo>
                  <a:pt x="483570" y="286659"/>
                  <a:pt x="437983" y="286659"/>
                  <a:pt x="409865" y="314777"/>
                </a:cubicBezTo>
                <a:cubicBezTo>
                  <a:pt x="395805" y="328836"/>
                  <a:pt x="388776" y="347262"/>
                  <a:pt x="388776" y="365689"/>
                </a:cubicBezTo>
                <a:close/>
                <a:moveTo>
                  <a:pt x="0" y="1379024"/>
                </a:moveTo>
                <a:cubicBezTo>
                  <a:pt x="0" y="1418789"/>
                  <a:pt x="32235" y="1451024"/>
                  <a:pt x="72000" y="1451024"/>
                </a:cubicBezTo>
                <a:lnTo>
                  <a:pt x="288000" y="1451024"/>
                </a:lnTo>
                <a:cubicBezTo>
                  <a:pt x="327765" y="1451024"/>
                  <a:pt x="360000" y="1418789"/>
                  <a:pt x="360000" y="1379024"/>
                </a:cubicBezTo>
                <a:cubicBezTo>
                  <a:pt x="360000" y="1339259"/>
                  <a:pt x="327765" y="1307024"/>
                  <a:pt x="288000" y="1307024"/>
                </a:cubicBezTo>
                <a:lnTo>
                  <a:pt x="72000" y="1307024"/>
                </a:lnTo>
                <a:cubicBezTo>
                  <a:pt x="32235" y="1307024"/>
                  <a:pt x="0" y="1339259"/>
                  <a:pt x="0" y="137902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135" name="CustomShape 41"/>
          <p:cNvSpPr/>
          <p:nvPr/>
        </p:nvSpPr>
        <p:spPr>
          <a:xfrm>
            <a:off x="8483400" y="5460840"/>
            <a:ext cx="384120" cy="414360"/>
          </a:xfrm>
          <a:custGeom>
            <a:avLst/>
            <a:gdLst/>
            <a:ahLst/>
            <a:rect l="l" t="t" r="r" b="b"/>
            <a:pathLst>
              <a:path w="3229104" h="3225610">
                <a:moveTo>
                  <a:pt x="2311104" y="907633"/>
                </a:moveTo>
                <a:lnTo>
                  <a:pt x="3229104" y="907633"/>
                </a:lnTo>
                <a:lnTo>
                  <a:pt x="1769979" y="3097491"/>
                </a:lnTo>
                <a:close/>
                <a:moveTo>
                  <a:pt x="823" y="907633"/>
                </a:moveTo>
                <a:lnTo>
                  <a:pt x="918823" y="907633"/>
                </a:lnTo>
                <a:lnTo>
                  <a:pt x="1498048" y="3135591"/>
                </a:lnTo>
                <a:close/>
                <a:moveTo>
                  <a:pt x="1036980" y="907632"/>
                </a:moveTo>
                <a:lnTo>
                  <a:pt x="2192122" y="907632"/>
                </a:lnTo>
                <a:lnTo>
                  <a:pt x="1614551" y="3225610"/>
                </a:lnTo>
                <a:close/>
                <a:moveTo>
                  <a:pt x="2769693" y="0"/>
                </a:moveTo>
                <a:lnTo>
                  <a:pt x="3229104" y="792088"/>
                </a:lnTo>
                <a:lnTo>
                  <a:pt x="2310282" y="792088"/>
                </a:lnTo>
                <a:close/>
                <a:moveTo>
                  <a:pt x="1732713" y="0"/>
                </a:moveTo>
                <a:lnTo>
                  <a:pt x="2651535" y="0"/>
                </a:lnTo>
                <a:lnTo>
                  <a:pt x="2192124" y="792088"/>
                </a:lnTo>
                <a:close/>
                <a:moveTo>
                  <a:pt x="1614553" y="0"/>
                </a:moveTo>
                <a:lnTo>
                  <a:pt x="2073964" y="792088"/>
                </a:lnTo>
                <a:lnTo>
                  <a:pt x="1155142" y="792088"/>
                </a:lnTo>
                <a:close/>
                <a:moveTo>
                  <a:pt x="577571" y="0"/>
                </a:moveTo>
                <a:lnTo>
                  <a:pt x="1496393" y="0"/>
                </a:lnTo>
                <a:lnTo>
                  <a:pt x="1036982" y="792088"/>
                </a:lnTo>
                <a:close/>
                <a:moveTo>
                  <a:pt x="459411" y="0"/>
                </a:moveTo>
                <a:lnTo>
                  <a:pt x="918822" y="792088"/>
                </a:lnTo>
                <a:lnTo>
                  <a:pt x="0" y="79208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136" name="CustomShape 42"/>
          <p:cNvSpPr/>
          <p:nvPr/>
        </p:nvSpPr>
        <p:spPr>
          <a:xfrm>
            <a:off x="9951480" y="5528160"/>
            <a:ext cx="503280" cy="276120"/>
          </a:xfrm>
          <a:custGeom>
            <a:avLst/>
            <a:gdLst/>
            <a:ahLst/>
            <a:rect l="l" t="t" r="r" b="b"/>
            <a:pathLst>
              <a:path w="3261500" h="1659188">
                <a:moveTo>
                  <a:pt x="121102" y="1436888"/>
                </a:moveTo>
                <a:lnTo>
                  <a:pt x="3045452" y="1436888"/>
                </a:lnTo>
                <a:cubicBezTo>
                  <a:pt x="3001437" y="1508238"/>
                  <a:pt x="2956882" y="1580993"/>
                  <a:pt x="2918729" y="1659188"/>
                </a:cubicBezTo>
                <a:lnTo>
                  <a:pt x="202648" y="1659188"/>
                </a:lnTo>
                <a:cubicBezTo>
                  <a:pt x="188127" y="1585004"/>
                  <a:pt x="156049" y="1510828"/>
                  <a:pt x="121102" y="1436888"/>
                </a:cubicBezTo>
                <a:close/>
                <a:moveTo>
                  <a:pt x="2814967" y="1119413"/>
                </a:moveTo>
                <a:lnTo>
                  <a:pt x="2814967" y="1227413"/>
                </a:lnTo>
                <a:lnTo>
                  <a:pt x="2922967" y="1227413"/>
                </a:lnTo>
                <a:lnTo>
                  <a:pt x="2922967" y="1119413"/>
                </a:lnTo>
                <a:close/>
                <a:moveTo>
                  <a:pt x="2600074" y="1119413"/>
                </a:moveTo>
                <a:lnTo>
                  <a:pt x="2600074" y="1227413"/>
                </a:lnTo>
                <a:lnTo>
                  <a:pt x="2708074" y="1227413"/>
                </a:lnTo>
                <a:lnTo>
                  <a:pt x="2708074" y="1119413"/>
                </a:lnTo>
                <a:close/>
                <a:moveTo>
                  <a:pt x="2385182" y="1119413"/>
                </a:moveTo>
                <a:lnTo>
                  <a:pt x="2385182" y="1227413"/>
                </a:lnTo>
                <a:lnTo>
                  <a:pt x="2493182" y="1227413"/>
                </a:lnTo>
                <a:lnTo>
                  <a:pt x="2493182" y="1119413"/>
                </a:lnTo>
                <a:close/>
                <a:moveTo>
                  <a:pt x="1716569" y="1119413"/>
                </a:moveTo>
                <a:lnTo>
                  <a:pt x="1716569" y="1227413"/>
                </a:lnTo>
                <a:lnTo>
                  <a:pt x="1824569" y="1227413"/>
                </a:lnTo>
                <a:lnTo>
                  <a:pt x="1824569" y="1119413"/>
                </a:lnTo>
                <a:close/>
                <a:moveTo>
                  <a:pt x="1501676" y="1119413"/>
                </a:moveTo>
                <a:lnTo>
                  <a:pt x="1501676" y="1227413"/>
                </a:lnTo>
                <a:lnTo>
                  <a:pt x="1609676" y="1227413"/>
                </a:lnTo>
                <a:lnTo>
                  <a:pt x="1609676" y="1119413"/>
                </a:lnTo>
                <a:close/>
                <a:moveTo>
                  <a:pt x="1286784" y="1119413"/>
                </a:moveTo>
                <a:lnTo>
                  <a:pt x="1286784" y="1227413"/>
                </a:lnTo>
                <a:lnTo>
                  <a:pt x="1394784" y="1227413"/>
                </a:lnTo>
                <a:lnTo>
                  <a:pt x="1394784" y="1119413"/>
                </a:lnTo>
                <a:close/>
                <a:moveTo>
                  <a:pt x="1071892" y="1119413"/>
                </a:moveTo>
                <a:lnTo>
                  <a:pt x="1071892" y="1227413"/>
                </a:lnTo>
                <a:lnTo>
                  <a:pt x="1179892" y="1227413"/>
                </a:lnTo>
                <a:lnTo>
                  <a:pt x="1179892" y="1119413"/>
                </a:lnTo>
                <a:close/>
                <a:moveTo>
                  <a:pt x="857000" y="1119413"/>
                </a:moveTo>
                <a:lnTo>
                  <a:pt x="857000" y="1227413"/>
                </a:lnTo>
                <a:lnTo>
                  <a:pt x="965000" y="1227413"/>
                </a:lnTo>
                <a:lnTo>
                  <a:pt x="965000" y="1119413"/>
                </a:lnTo>
                <a:close/>
                <a:moveTo>
                  <a:pt x="642108" y="1119413"/>
                </a:moveTo>
                <a:lnTo>
                  <a:pt x="642108" y="1227413"/>
                </a:lnTo>
                <a:lnTo>
                  <a:pt x="750108" y="1227413"/>
                </a:lnTo>
                <a:lnTo>
                  <a:pt x="750108" y="1119413"/>
                </a:lnTo>
                <a:close/>
                <a:moveTo>
                  <a:pt x="427216" y="1119413"/>
                </a:moveTo>
                <a:lnTo>
                  <a:pt x="427216" y="1227413"/>
                </a:lnTo>
                <a:lnTo>
                  <a:pt x="535216" y="1227413"/>
                </a:lnTo>
                <a:lnTo>
                  <a:pt x="535216" y="1119413"/>
                </a:lnTo>
                <a:close/>
                <a:moveTo>
                  <a:pt x="356387" y="794045"/>
                </a:moveTo>
                <a:lnTo>
                  <a:pt x="310667" y="896924"/>
                </a:lnTo>
                <a:lnTo>
                  <a:pt x="2620886" y="908354"/>
                </a:lnTo>
                <a:lnTo>
                  <a:pt x="2540130" y="801665"/>
                </a:lnTo>
                <a:close/>
                <a:moveTo>
                  <a:pt x="382676" y="631248"/>
                </a:moveTo>
                <a:lnTo>
                  <a:pt x="363625" y="730317"/>
                </a:lnTo>
                <a:lnTo>
                  <a:pt x="2492522" y="737937"/>
                </a:lnTo>
                <a:lnTo>
                  <a:pt x="2418771" y="631248"/>
                </a:lnTo>
                <a:close/>
                <a:moveTo>
                  <a:pt x="1756650" y="318899"/>
                </a:moveTo>
                <a:lnTo>
                  <a:pt x="1756650" y="477608"/>
                </a:lnTo>
                <a:lnTo>
                  <a:pt x="1900650" y="477608"/>
                </a:lnTo>
                <a:lnTo>
                  <a:pt x="1900650" y="318899"/>
                </a:lnTo>
                <a:close/>
                <a:moveTo>
                  <a:pt x="1470038" y="318899"/>
                </a:moveTo>
                <a:lnTo>
                  <a:pt x="1470038" y="477608"/>
                </a:lnTo>
                <a:lnTo>
                  <a:pt x="1614038" y="477608"/>
                </a:lnTo>
                <a:lnTo>
                  <a:pt x="1614038" y="318899"/>
                </a:lnTo>
                <a:close/>
                <a:moveTo>
                  <a:pt x="1183427" y="318899"/>
                </a:moveTo>
                <a:lnTo>
                  <a:pt x="1183427" y="477608"/>
                </a:lnTo>
                <a:lnTo>
                  <a:pt x="1327427" y="477608"/>
                </a:lnTo>
                <a:lnTo>
                  <a:pt x="1327427" y="318899"/>
                </a:lnTo>
                <a:close/>
                <a:moveTo>
                  <a:pt x="896816" y="318899"/>
                </a:moveTo>
                <a:lnTo>
                  <a:pt x="896816" y="477608"/>
                </a:lnTo>
                <a:lnTo>
                  <a:pt x="1040816" y="477608"/>
                </a:lnTo>
                <a:lnTo>
                  <a:pt x="1040816" y="318899"/>
                </a:lnTo>
                <a:close/>
                <a:moveTo>
                  <a:pt x="1190618" y="0"/>
                </a:moveTo>
                <a:lnTo>
                  <a:pt x="1271830" y="0"/>
                </a:lnTo>
                <a:lnTo>
                  <a:pt x="1308266" y="193836"/>
                </a:lnTo>
                <a:lnTo>
                  <a:pt x="1977660" y="193836"/>
                </a:lnTo>
                <a:lnTo>
                  <a:pt x="2138144" y="525639"/>
                </a:lnTo>
                <a:lnTo>
                  <a:pt x="2421400" y="525639"/>
                </a:lnTo>
                <a:lnTo>
                  <a:pt x="2750195" y="950920"/>
                </a:lnTo>
                <a:lnTo>
                  <a:pt x="3261500" y="937238"/>
                </a:lnTo>
                <a:cubicBezTo>
                  <a:pt x="3244841" y="1097170"/>
                  <a:pt x="3172191" y="1230845"/>
                  <a:pt x="3089450" y="1364888"/>
                </a:cubicBezTo>
                <a:lnTo>
                  <a:pt x="88044" y="1364888"/>
                </a:lnTo>
                <a:cubicBezTo>
                  <a:pt x="35437" y="1251413"/>
                  <a:pt x="-11245" y="1137942"/>
                  <a:pt x="2399" y="1024450"/>
                </a:cubicBezTo>
                <a:lnTo>
                  <a:pt x="197767" y="1019222"/>
                </a:lnTo>
                <a:lnTo>
                  <a:pt x="321162" y="525639"/>
                </a:lnTo>
                <a:lnTo>
                  <a:pt x="681951" y="525639"/>
                </a:lnTo>
                <a:lnTo>
                  <a:pt x="764901" y="193836"/>
                </a:lnTo>
                <a:lnTo>
                  <a:pt x="930048" y="193836"/>
                </a:lnTo>
                <a:lnTo>
                  <a:pt x="966373" y="588"/>
                </a:lnTo>
                <a:lnTo>
                  <a:pt x="1047585" y="588"/>
                </a:lnTo>
                <a:lnTo>
                  <a:pt x="1083910" y="193836"/>
                </a:lnTo>
                <a:lnTo>
                  <a:pt x="1154183" y="19383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137" name="CustomShape 43"/>
          <p:cNvSpPr/>
          <p:nvPr/>
        </p:nvSpPr>
        <p:spPr>
          <a:xfrm rot="2160000">
            <a:off x="10747080" y="5391360"/>
            <a:ext cx="479520" cy="528120"/>
          </a:xfrm>
          <a:custGeom>
            <a:avLst/>
            <a:gdLst/>
            <a:ahLst/>
            <a:rect l="l" t="t" r="r" b="b"/>
            <a:pathLst>
              <a:path w="2735240" h="2951283">
                <a:moveTo>
                  <a:pt x="945240" y="943134"/>
                </a:moveTo>
                <a:cubicBezTo>
                  <a:pt x="504657" y="1263236"/>
                  <a:pt x="406988" y="1879894"/>
                  <a:pt x="727090" y="2320477"/>
                </a:cubicBezTo>
                <a:cubicBezTo>
                  <a:pt x="1047193" y="2761060"/>
                  <a:pt x="1663850" y="2858729"/>
                  <a:pt x="2104434" y="2538627"/>
                </a:cubicBezTo>
                <a:cubicBezTo>
                  <a:pt x="2545017" y="2218524"/>
                  <a:pt x="2642686" y="1601867"/>
                  <a:pt x="2322584" y="1161283"/>
                </a:cubicBezTo>
                <a:cubicBezTo>
                  <a:pt x="2003839" y="722570"/>
                  <a:pt x="1391052" y="623866"/>
                  <a:pt x="951049" y="939346"/>
                </a:cubicBezTo>
                <a:lnTo>
                  <a:pt x="1557721" y="1618250"/>
                </a:lnTo>
                <a:cubicBezTo>
                  <a:pt x="1596798" y="1621348"/>
                  <a:pt x="1633874" y="1641400"/>
                  <a:pt x="1658719" y="1675596"/>
                </a:cubicBezTo>
                <a:cubicBezTo>
                  <a:pt x="1705470" y="1739944"/>
                  <a:pt x="1691206" y="1830007"/>
                  <a:pt x="1626858" y="1876758"/>
                </a:cubicBezTo>
                <a:cubicBezTo>
                  <a:pt x="1562511" y="1923509"/>
                  <a:pt x="1472448" y="1909245"/>
                  <a:pt x="1425696" y="1844897"/>
                </a:cubicBezTo>
                <a:cubicBezTo>
                  <a:pt x="1398776" y="1807844"/>
                  <a:pt x="1392087" y="1762265"/>
                  <a:pt x="1405709" y="1721944"/>
                </a:cubicBezTo>
                <a:lnTo>
                  <a:pt x="950242" y="939871"/>
                </a:lnTo>
                <a:cubicBezTo>
                  <a:pt x="948462" y="940800"/>
                  <a:pt x="946850" y="941964"/>
                  <a:pt x="945240" y="943134"/>
                </a:cubicBezTo>
                <a:close/>
                <a:moveTo>
                  <a:pt x="390013" y="178929"/>
                </a:moveTo>
                <a:cubicBezTo>
                  <a:pt x="223423" y="299964"/>
                  <a:pt x="186493" y="533130"/>
                  <a:pt x="307528" y="699721"/>
                </a:cubicBezTo>
                <a:cubicBezTo>
                  <a:pt x="392822" y="817118"/>
                  <a:pt x="533802" y="870124"/>
                  <a:pt x="667672" y="847235"/>
                </a:cubicBezTo>
                <a:lnTo>
                  <a:pt x="556452" y="694153"/>
                </a:lnTo>
                <a:lnTo>
                  <a:pt x="528500" y="714461"/>
                </a:lnTo>
                <a:cubicBezTo>
                  <a:pt x="498835" y="736014"/>
                  <a:pt x="457314" y="729437"/>
                  <a:pt x="435761" y="699772"/>
                </a:cubicBezTo>
                <a:lnTo>
                  <a:pt x="341779" y="570418"/>
                </a:lnTo>
                <a:cubicBezTo>
                  <a:pt x="320226" y="540753"/>
                  <a:pt x="326803" y="499231"/>
                  <a:pt x="356468" y="477679"/>
                </a:cubicBezTo>
                <a:lnTo>
                  <a:pt x="684509" y="239343"/>
                </a:lnTo>
                <a:cubicBezTo>
                  <a:pt x="714174" y="217790"/>
                  <a:pt x="755695" y="224366"/>
                  <a:pt x="777248" y="254031"/>
                </a:cubicBezTo>
                <a:lnTo>
                  <a:pt x="871230" y="383386"/>
                </a:lnTo>
                <a:cubicBezTo>
                  <a:pt x="892782" y="413051"/>
                  <a:pt x="886206" y="454572"/>
                  <a:pt x="856541" y="476125"/>
                </a:cubicBezTo>
                <a:lnTo>
                  <a:pt x="828590" y="496433"/>
                </a:lnTo>
                <a:lnTo>
                  <a:pt x="939810" y="649514"/>
                </a:lnTo>
                <a:cubicBezTo>
                  <a:pt x="1002947" y="529270"/>
                  <a:pt x="996100" y="378811"/>
                  <a:pt x="910806" y="261414"/>
                </a:cubicBezTo>
                <a:cubicBezTo>
                  <a:pt x="789771" y="94824"/>
                  <a:pt x="556604" y="57894"/>
                  <a:pt x="390013" y="178929"/>
                </a:cubicBezTo>
                <a:close/>
                <a:moveTo>
                  <a:pt x="326716" y="91807"/>
                </a:moveTo>
                <a:cubicBezTo>
                  <a:pt x="541423" y="-64186"/>
                  <a:pt x="841934" y="-16590"/>
                  <a:pt x="997927" y="198117"/>
                </a:cubicBezTo>
                <a:cubicBezTo>
                  <a:pt x="1090326" y="325293"/>
                  <a:pt x="1111296" y="482575"/>
                  <a:pt x="1067359" y="621566"/>
                </a:cubicBezTo>
                <a:cubicBezTo>
                  <a:pt x="1125087" y="596400"/>
                  <a:pt x="1184605" y="577365"/>
                  <a:pt x="1244892" y="563339"/>
                </a:cubicBezTo>
                <a:lnTo>
                  <a:pt x="1244892" y="425809"/>
                </a:lnTo>
                <a:lnTo>
                  <a:pt x="1238396" y="425809"/>
                </a:lnTo>
                <a:cubicBezTo>
                  <a:pt x="1203300" y="425809"/>
                  <a:pt x="1174849" y="397358"/>
                  <a:pt x="1174849" y="362262"/>
                </a:cubicBezTo>
                <a:lnTo>
                  <a:pt x="1174849" y="209229"/>
                </a:lnTo>
                <a:cubicBezTo>
                  <a:pt x="1174849" y="191681"/>
                  <a:pt x="1181962" y="175794"/>
                  <a:pt x="1193462" y="164294"/>
                </a:cubicBezTo>
                <a:cubicBezTo>
                  <a:pt x="1204961" y="152795"/>
                  <a:pt x="1220848" y="145682"/>
                  <a:pt x="1238396" y="145682"/>
                </a:cubicBezTo>
                <a:lnTo>
                  <a:pt x="1484804" y="145682"/>
                </a:lnTo>
                <a:cubicBezTo>
                  <a:pt x="1519900" y="145682"/>
                  <a:pt x="1548351" y="174133"/>
                  <a:pt x="1548351" y="209229"/>
                </a:cubicBezTo>
                <a:lnTo>
                  <a:pt x="1548351" y="362262"/>
                </a:lnTo>
                <a:cubicBezTo>
                  <a:pt x="1548351" y="397358"/>
                  <a:pt x="1519900" y="425809"/>
                  <a:pt x="1484804" y="425809"/>
                </a:cubicBezTo>
                <a:lnTo>
                  <a:pt x="1478305" y="425809"/>
                </a:lnTo>
                <a:lnTo>
                  <a:pt x="1478305" y="531522"/>
                </a:lnTo>
                <a:cubicBezTo>
                  <a:pt x="1867969" y="516696"/>
                  <a:pt x="2257580" y="690299"/>
                  <a:pt x="2504004" y="1029474"/>
                </a:cubicBezTo>
                <a:cubicBezTo>
                  <a:pt x="2896903" y="1570253"/>
                  <a:pt x="2777023" y="2327148"/>
                  <a:pt x="2236244" y="2720047"/>
                </a:cubicBezTo>
                <a:cubicBezTo>
                  <a:pt x="1695464" y="3112946"/>
                  <a:pt x="938569" y="2993066"/>
                  <a:pt x="545670" y="2452287"/>
                </a:cubicBezTo>
                <a:cubicBezTo>
                  <a:pt x="302842" y="2118063"/>
                  <a:pt x="255883" y="1701289"/>
                  <a:pt x="383624" y="1339097"/>
                </a:cubicBezTo>
                <a:lnTo>
                  <a:pt x="271337" y="1301981"/>
                </a:lnTo>
                <a:lnTo>
                  <a:pt x="269200" y="1308446"/>
                </a:lnTo>
                <a:cubicBezTo>
                  <a:pt x="258184" y="1341768"/>
                  <a:pt x="222242" y="1359852"/>
                  <a:pt x="188919" y="1348836"/>
                </a:cubicBezTo>
                <a:lnTo>
                  <a:pt x="43619" y="1300805"/>
                </a:lnTo>
                <a:cubicBezTo>
                  <a:pt x="10297" y="1289790"/>
                  <a:pt x="-7787" y="1253847"/>
                  <a:pt x="3228" y="1220525"/>
                </a:cubicBezTo>
                <a:lnTo>
                  <a:pt x="80565" y="986568"/>
                </a:lnTo>
                <a:cubicBezTo>
                  <a:pt x="86073" y="969906"/>
                  <a:pt x="97812" y="957056"/>
                  <a:pt x="112340" y="949746"/>
                </a:cubicBezTo>
                <a:cubicBezTo>
                  <a:pt x="126869" y="942436"/>
                  <a:pt x="144185" y="940669"/>
                  <a:pt x="160847" y="946177"/>
                </a:cubicBezTo>
                <a:lnTo>
                  <a:pt x="306147" y="994208"/>
                </a:lnTo>
                <a:cubicBezTo>
                  <a:pt x="339468" y="1005223"/>
                  <a:pt x="357552" y="1041166"/>
                  <a:pt x="346537" y="1074488"/>
                </a:cubicBezTo>
                <a:lnTo>
                  <a:pt x="344596" y="1080361"/>
                </a:lnTo>
                <a:lnTo>
                  <a:pt x="482601" y="1125980"/>
                </a:lnTo>
                <a:cubicBezTo>
                  <a:pt x="516519" y="1067404"/>
                  <a:pt x="556040" y="1011588"/>
                  <a:pt x="601675" y="959905"/>
                </a:cubicBezTo>
                <a:cubicBezTo>
                  <a:pt x="455910" y="958740"/>
                  <a:pt x="312806" y="890195"/>
                  <a:pt x="220407" y="763018"/>
                </a:cubicBezTo>
                <a:cubicBezTo>
                  <a:pt x="64413" y="548311"/>
                  <a:pt x="112009" y="247801"/>
                  <a:pt x="326716" y="9180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138" name="CustomShape 44"/>
          <p:cNvSpPr/>
          <p:nvPr/>
        </p:nvSpPr>
        <p:spPr>
          <a:xfrm>
            <a:off x="5232600" y="5394600"/>
            <a:ext cx="415440" cy="543600"/>
          </a:xfrm>
          <a:custGeom>
            <a:avLst/>
            <a:gdLst/>
            <a:ahLst/>
            <a:rect l="l" t="t" r="r" b="b"/>
            <a:pathLst>
              <a:path w="2664297" h="3228846">
                <a:moveTo>
                  <a:pt x="2006233" y="1910002"/>
                </a:moveTo>
                <a:cubicBezTo>
                  <a:pt x="2195393" y="2270441"/>
                  <a:pt x="2396463" y="2592453"/>
                  <a:pt x="2218318" y="2693318"/>
                </a:cubicBezTo>
                <a:cubicBezTo>
                  <a:pt x="1760490" y="2959655"/>
                  <a:pt x="875097" y="3011972"/>
                  <a:pt x="413381" y="2693318"/>
                </a:cubicBezTo>
                <a:cubicBezTo>
                  <a:pt x="278026" y="2578660"/>
                  <a:pt x="448417" y="2270210"/>
                  <a:pt x="622358" y="1918652"/>
                </a:cubicBezTo>
                <a:close/>
                <a:moveTo>
                  <a:pt x="998355" y="318176"/>
                </a:moveTo>
                <a:lnTo>
                  <a:pt x="1054483" y="938365"/>
                </a:lnTo>
                <a:cubicBezTo>
                  <a:pt x="1073419" y="1202005"/>
                  <a:pt x="-94533" y="2544942"/>
                  <a:pt x="263185" y="2803859"/>
                </a:cubicBezTo>
                <a:cubicBezTo>
                  <a:pt x="799752" y="3120272"/>
                  <a:pt x="1828684" y="3068324"/>
                  <a:pt x="2360732" y="2803859"/>
                </a:cubicBezTo>
                <a:cubicBezTo>
                  <a:pt x="2817826" y="2582721"/>
                  <a:pt x="1567592" y="1249230"/>
                  <a:pt x="1559424" y="938364"/>
                </a:cubicBezTo>
                <a:lnTo>
                  <a:pt x="1635785" y="320808"/>
                </a:lnTo>
                <a:lnTo>
                  <a:pt x="1616510" y="323841"/>
                </a:lnTo>
                <a:cubicBezTo>
                  <a:pt x="1541035" y="362546"/>
                  <a:pt x="1432716" y="386340"/>
                  <a:pt x="1312455" y="386340"/>
                </a:cubicBezTo>
                <a:cubicBezTo>
                  <a:pt x="1186664" y="386340"/>
                  <a:pt x="1073940" y="360308"/>
                  <a:pt x="998355" y="318176"/>
                </a:cubicBezTo>
                <a:close/>
                <a:moveTo>
                  <a:pt x="1312455" y="60748"/>
                </a:moveTo>
                <a:cubicBezTo>
                  <a:pt x="1155275" y="60748"/>
                  <a:pt x="1027857" y="120035"/>
                  <a:pt x="1027857" y="193171"/>
                </a:cubicBezTo>
                <a:cubicBezTo>
                  <a:pt x="1027857" y="266307"/>
                  <a:pt x="1155275" y="325594"/>
                  <a:pt x="1312455" y="325594"/>
                </a:cubicBezTo>
                <a:cubicBezTo>
                  <a:pt x="1469634" y="325594"/>
                  <a:pt x="1597052" y="266307"/>
                  <a:pt x="1597052" y="193171"/>
                </a:cubicBezTo>
                <a:cubicBezTo>
                  <a:pt x="1597052" y="120035"/>
                  <a:pt x="1469634" y="60748"/>
                  <a:pt x="1312455" y="60748"/>
                </a:cubicBezTo>
                <a:close/>
                <a:moveTo>
                  <a:pt x="1312455" y="0"/>
                </a:moveTo>
                <a:cubicBezTo>
                  <a:pt x="1537130" y="0"/>
                  <a:pt x="1720121" y="83046"/>
                  <a:pt x="1726235" y="186847"/>
                </a:cubicBezTo>
                <a:cubicBezTo>
                  <a:pt x="1726742" y="186524"/>
                  <a:pt x="1727174" y="186120"/>
                  <a:pt x="1727606" y="185717"/>
                </a:cubicBezTo>
                <a:lnTo>
                  <a:pt x="1727102" y="190850"/>
                </a:lnTo>
                <a:cubicBezTo>
                  <a:pt x="1727595" y="191614"/>
                  <a:pt x="1727605" y="192391"/>
                  <a:pt x="1727605" y="193170"/>
                </a:cubicBezTo>
                <a:lnTo>
                  <a:pt x="1726271" y="199326"/>
                </a:lnTo>
                <a:lnTo>
                  <a:pt x="1655630" y="919826"/>
                </a:lnTo>
                <a:cubicBezTo>
                  <a:pt x="1665213" y="1268678"/>
                  <a:pt x="3079202" y="2735754"/>
                  <a:pt x="2542920" y="2983914"/>
                </a:cubicBezTo>
                <a:cubicBezTo>
                  <a:pt x="1918698" y="3280693"/>
                  <a:pt x="711513" y="3338989"/>
                  <a:pt x="81991" y="2983914"/>
                </a:cubicBezTo>
                <a:cubicBezTo>
                  <a:pt x="-337699" y="2693358"/>
                  <a:pt x="991496" y="1215684"/>
                  <a:pt x="969280" y="919828"/>
                </a:cubicBezTo>
                <a:lnTo>
                  <a:pt x="898640" y="199335"/>
                </a:lnTo>
                <a:cubicBezTo>
                  <a:pt x="897375" y="197339"/>
                  <a:pt x="897304" y="195258"/>
                  <a:pt x="897304" y="193170"/>
                </a:cubicBezTo>
                <a:lnTo>
                  <a:pt x="897808" y="190847"/>
                </a:lnTo>
                <a:lnTo>
                  <a:pt x="897305" y="185717"/>
                </a:lnTo>
                <a:lnTo>
                  <a:pt x="898687" y="186789"/>
                </a:lnTo>
                <a:cubicBezTo>
                  <a:pt x="904857" y="83015"/>
                  <a:pt x="1087821" y="0"/>
                  <a:pt x="1312455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139" name="CustomShape 45"/>
          <p:cNvSpPr/>
          <p:nvPr/>
        </p:nvSpPr>
        <p:spPr>
          <a:xfrm>
            <a:off x="5998320" y="6380280"/>
            <a:ext cx="492840" cy="533160"/>
          </a:xfrm>
          <a:custGeom>
            <a:avLst/>
            <a:gdLst/>
            <a:ahLst/>
            <a:rect l="l" t="t" r="r" b="b"/>
            <a:pathLst>
              <a:path w="3960440" h="3960000">
                <a:moveTo>
                  <a:pt x="1979373" y="472350"/>
                </a:moveTo>
                <a:cubicBezTo>
                  <a:pt x="1228307" y="485871"/>
                  <a:pt x="850011" y="1078219"/>
                  <a:pt x="813783" y="1434034"/>
                </a:cubicBezTo>
                <a:cubicBezTo>
                  <a:pt x="787561" y="1781828"/>
                  <a:pt x="889690" y="2005359"/>
                  <a:pt x="1119009" y="2222584"/>
                </a:cubicBezTo>
                <a:cubicBezTo>
                  <a:pt x="1178964" y="2123026"/>
                  <a:pt x="1260199" y="1908547"/>
                  <a:pt x="1328015" y="1812920"/>
                </a:cubicBezTo>
                <a:cubicBezTo>
                  <a:pt x="1222115" y="1647651"/>
                  <a:pt x="1255483" y="1756375"/>
                  <a:pt x="1234998" y="1431771"/>
                </a:cubicBezTo>
                <a:cubicBezTo>
                  <a:pt x="1331609" y="922504"/>
                  <a:pt x="1719145" y="812633"/>
                  <a:pt x="2217373" y="891303"/>
                </a:cubicBezTo>
                <a:cubicBezTo>
                  <a:pt x="2693518" y="1016895"/>
                  <a:pt x="2787642" y="1344599"/>
                  <a:pt x="2783502" y="1606823"/>
                </a:cubicBezTo>
                <a:cubicBezTo>
                  <a:pt x="2771081" y="1743454"/>
                  <a:pt x="2679609" y="2064482"/>
                  <a:pt x="2456028" y="2225955"/>
                </a:cubicBezTo>
                <a:cubicBezTo>
                  <a:pt x="2192422" y="2399851"/>
                  <a:pt x="2004893" y="2209395"/>
                  <a:pt x="2026974" y="2018938"/>
                </a:cubicBezTo>
                <a:cubicBezTo>
                  <a:pt x="2072519" y="1810540"/>
                  <a:pt x="2086043" y="1754994"/>
                  <a:pt x="2135727" y="1554876"/>
                </a:cubicBezTo>
                <a:cubicBezTo>
                  <a:pt x="2195073" y="1382360"/>
                  <a:pt x="2084273" y="1259912"/>
                  <a:pt x="1915898" y="1219889"/>
                </a:cubicBezTo>
                <a:cubicBezTo>
                  <a:pt x="1750283" y="1186766"/>
                  <a:pt x="1626460" y="1331294"/>
                  <a:pt x="1589196" y="1434803"/>
                </a:cubicBezTo>
                <a:cubicBezTo>
                  <a:pt x="1499489" y="1732912"/>
                  <a:pt x="1614533" y="1824000"/>
                  <a:pt x="1574511" y="1939931"/>
                </a:cubicBezTo>
                <a:cubicBezTo>
                  <a:pt x="1332991" y="2671400"/>
                  <a:pt x="1220920" y="3468343"/>
                  <a:pt x="1339611" y="3487664"/>
                </a:cubicBezTo>
                <a:cubicBezTo>
                  <a:pt x="1434840" y="3497327"/>
                  <a:pt x="1730357" y="3129057"/>
                  <a:pt x="1887692" y="2422431"/>
                </a:cubicBezTo>
                <a:cubicBezTo>
                  <a:pt x="1985681" y="2531460"/>
                  <a:pt x="2093439" y="2747804"/>
                  <a:pt x="2336342" y="2720202"/>
                </a:cubicBezTo>
                <a:cubicBezTo>
                  <a:pt x="2693796" y="2666377"/>
                  <a:pt x="3092265" y="2401394"/>
                  <a:pt x="3176454" y="1627140"/>
                </a:cubicBezTo>
                <a:cubicBezTo>
                  <a:pt x="3254038" y="999456"/>
                  <a:pt x="2816023" y="430731"/>
                  <a:pt x="1979373" y="472350"/>
                </a:cubicBezTo>
                <a:close/>
                <a:moveTo>
                  <a:pt x="436907" y="0"/>
                </a:moveTo>
                <a:lnTo>
                  <a:pt x="3523533" y="0"/>
                </a:lnTo>
                <a:cubicBezTo>
                  <a:pt x="3764830" y="0"/>
                  <a:pt x="3960440" y="195610"/>
                  <a:pt x="3960440" y="436907"/>
                </a:cubicBezTo>
                <a:lnTo>
                  <a:pt x="3960440" y="3523093"/>
                </a:lnTo>
                <a:cubicBezTo>
                  <a:pt x="3960440" y="3764390"/>
                  <a:pt x="3764830" y="3960000"/>
                  <a:pt x="3523533" y="3960000"/>
                </a:cubicBezTo>
                <a:lnTo>
                  <a:pt x="436907" y="3960000"/>
                </a:lnTo>
                <a:cubicBezTo>
                  <a:pt x="195610" y="3960000"/>
                  <a:pt x="0" y="3764390"/>
                  <a:pt x="0" y="3523093"/>
                </a:cubicBezTo>
                <a:lnTo>
                  <a:pt x="0" y="436907"/>
                </a:lnTo>
                <a:cubicBezTo>
                  <a:pt x="0" y="195610"/>
                  <a:pt x="195610" y="0"/>
                  <a:pt x="436907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140" name="CustomShape 46"/>
          <p:cNvSpPr/>
          <p:nvPr/>
        </p:nvSpPr>
        <p:spPr>
          <a:xfrm>
            <a:off x="5192280" y="6380280"/>
            <a:ext cx="492840" cy="533160"/>
          </a:xfrm>
          <a:custGeom>
            <a:avLst/>
            <a:gdLst/>
            <a:ahLst/>
            <a:rect l="l" t="t" r="r" b="b"/>
            <a:pathLst>
              <a:path w="3888432" h="3960440">
                <a:moveTo>
                  <a:pt x="554477" y="1512168"/>
                </a:moveTo>
                <a:lnTo>
                  <a:pt x="554477" y="3312368"/>
                </a:lnTo>
                <a:lnTo>
                  <a:pt x="1201638" y="3312368"/>
                </a:lnTo>
                <a:lnTo>
                  <a:pt x="1201638" y="1512168"/>
                </a:lnTo>
                <a:lnTo>
                  <a:pt x="554477" y="1512168"/>
                </a:lnTo>
                <a:close/>
                <a:moveTo>
                  <a:pt x="2840340" y="1479943"/>
                </a:moveTo>
                <a:cubicBezTo>
                  <a:pt x="2293254" y="1484797"/>
                  <a:pt x="2254084" y="1780470"/>
                  <a:pt x="2136833" y="1785510"/>
                </a:cubicBezTo>
                <a:lnTo>
                  <a:pt x="2136833" y="1510185"/>
                </a:lnTo>
                <a:lnTo>
                  <a:pt x="1489672" y="1510185"/>
                </a:lnTo>
                <a:lnTo>
                  <a:pt x="1489672" y="3310385"/>
                </a:lnTo>
                <a:lnTo>
                  <a:pt x="2136833" y="3310385"/>
                </a:lnTo>
                <a:cubicBezTo>
                  <a:pt x="2140283" y="2925445"/>
                  <a:pt x="2133383" y="2560917"/>
                  <a:pt x="2147184" y="2155564"/>
                </a:cubicBezTo>
                <a:cubicBezTo>
                  <a:pt x="2187272" y="1842063"/>
                  <a:pt x="2668986" y="1938990"/>
                  <a:pt x="2673919" y="2138897"/>
                </a:cubicBezTo>
                <a:lnTo>
                  <a:pt x="2679688" y="3312366"/>
                </a:lnTo>
                <a:lnTo>
                  <a:pt x="3326849" y="3312366"/>
                </a:lnTo>
                <a:cubicBezTo>
                  <a:pt x="3329155" y="2917782"/>
                  <a:pt x="3331462" y="2523197"/>
                  <a:pt x="3333768" y="2128613"/>
                </a:cubicBezTo>
                <a:cubicBezTo>
                  <a:pt x="3339026" y="1942962"/>
                  <a:pt x="3184753" y="1475890"/>
                  <a:pt x="2840340" y="1479943"/>
                </a:cubicBezTo>
                <a:close/>
                <a:moveTo>
                  <a:pt x="878058" y="648072"/>
                </a:moveTo>
                <a:cubicBezTo>
                  <a:pt x="699349" y="648072"/>
                  <a:pt x="554477" y="792944"/>
                  <a:pt x="554477" y="971653"/>
                </a:cubicBezTo>
                <a:cubicBezTo>
                  <a:pt x="554477" y="1150362"/>
                  <a:pt x="699349" y="1295234"/>
                  <a:pt x="878058" y="1295234"/>
                </a:cubicBezTo>
                <a:cubicBezTo>
                  <a:pt x="1056767" y="1295234"/>
                  <a:pt x="1201639" y="1150362"/>
                  <a:pt x="1201639" y="971653"/>
                </a:cubicBezTo>
                <a:cubicBezTo>
                  <a:pt x="1201639" y="792944"/>
                  <a:pt x="1056767" y="648072"/>
                  <a:pt x="878058" y="648072"/>
                </a:cubicBezTo>
                <a:close/>
                <a:moveTo>
                  <a:pt x="333511" y="0"/>
                </a:moveTo>
                <a:lnTo>
                  <a:pt x="3554921" y="0"/>
                </a:lnTo>
                <a:cubicBezTo>
                  <a:pt x="3739114" y="0"/>
                  <a:pt x="3888432" y="149318"/>
                  <a:pt x="3888432" y="333511"/>
                </a:cubicBezTo>
                <a:lnTo>
                  <a:pt x="3888432" y="3626929"/>
                </a:lnTo>
                <a:cubicBezTo>
                  <a:pt x="3888432" y="3811122"/>
                  <a:pt x="3739114" y="3960440"/>
                  <a:pt x="3554921" y="3960440"/>
                </a:cubicBezTo>
                <a:lnTo>
                  <a:pt x="333511" y="3960440"/>
                </a:lnTo>
                <a:cubicBezTo>
                  <a:pt x="149318" y="3960440"/>
                  <a:pt x="0" y="3811122"/>
                  <a:pt x="0" y="3626929"/>
                </a:cubicBezTo>
                <a:lnTo>
                  <a:pt x="0" y="333511"/>
                </a:lnTo>
                <a:cubicBezTo>
                  <a:pt x="0" y="149318"/>
                  <a:pt x="149318" y="0"/>
                  <a:pt x="33351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141" name="CustomShape 47"/>
          <p:cNvSpPr/>
          <p:nvPr/>
        </p:nvSpPr>
        <p:spPr>
          <a:xfrm>
            <a:off x="7603200" y="6380280"/>
            <a:ext cx="492840" cy="533160"/>
          </a:xfrm>
          <a:custGeom>
            <a:avLst/>
            <a:gdLst/>
            <a:ahLst/>
            <a:rect l="l" t="t" r="r" b="b"/>
            <a:pathLst>
              <a:path w="3960000" h="3960000">
                <a:moveTo>
                  <a:pt x="3160999" y="1374274"/>
                </a:moveTo>
                <a:lnTo>
                  <a:pt x="3155132" y="1419362"/>
                </a:lnTo>
                <a:lnTo>
                  <a:pt x="3160999" y="1374274"/>
                </a:lnTo>
                <a:close/>
                <a:moveTo>
                  <a:pt x="2496208" y="770986"/>
                </a:moveTo>
                <a:cubicBezTo>
                  <a:pt x="2113414" y="770986"/>
                  <a:pt x="1929581" y="1106902"/>
                  <a:pt x="1921633" y="1292845"/>
                </a:cubicBezTo>
                <a:cubicBezTo>
                  <a:pt x="1914712" y="1454769"/>
                  <a:pt x="1928136" y="1522392"/>
                  <a:pt x="1942445" y="1570340"/>
                </a:cubicBezTo>
                <a:cubicBezTo>
                  <a:pt x="1547199" y="1510736"/>
                  <a:pt x="1237189" y="1330681"/>
                  <a:pt x="815277" y="836121"/>
                </a:cubicBezTo>
                <a:cubicBezTo>
                  <a:pt x="618819" y="1229038"/>
                  <a:pt x="733086" y="1558961"/>
                  <a:pt x="965659" y="1735195"/>
                </a:cubicBezTo>
                <a:cubicBezTo>
                  <a:pt x="864541" y="1716416"/>
                  <a:pt x="662904" y="1695759"/>
                  <a:pt x="570453" y="1629310"/>
                </a:cubicBezTo>
                <a:cubicBezTo>
                  <a:pt x="597898" y="2016450"/>
                  <a:pt x="990931" y="2177657"/>
                  <a:pt x="1196057" y="2257108"/>
                </a:cubicBezTo>
                <a:cubicBezTo>
                  <a:pt x="1113718" y="2275887"/>
                  <a:pt x="943857" y="2321380"/>
                  <a:pt x="813848" y="2296824"/>
                </a:cubicBezTo>
                <a:cubicBezTo>
                  <a:pt x="926523" y="2634848"/>
                  <a:pt x="1326064" y="2611755"/>
                  <a:pt x="1486410" y="2607420"/>
                </a:cubicBezTo>
                <a:cubicBezTo>
                  <a:pt x="1297174" y="2749708"/>
                  <a:pt x="1000058" y="2795794"/>
                  <a:pt x="489408" y="2829018"/>
                </a:cubicBezTo>
                <a:cubicBezTo>
                  <a:pt x="914827" y="3139596"/>
                  <a:pt x="1734874" y="3242281"/>
                  <a:pt x="2062787" y="3146219"/>
                </a:cubicBezTo>
                <a:cubicBezTo>
                  <a:pt x="2763394" y="2903535"/>
                  <a:pt x="2915370" y="2621267"/>
                  <a:pt x="3074271" y="2105563"/>
                </a:cubicBezTo>
                <a:cubicBezTo>
                  <a:pt x="3173740" y="1733406"/>
                  <a:pt x="3145310" y="1648999"/>
                  <a:pt x="3207849" y="1493166"/>
                </a:cubicBezTo>
                <a:cubicBezTo>
                  <a:pt x="3270388" y="1337333"/>
                  <a:pt x="3414210" y="1276468"/>
                  <a:pt x="3449507" y="1170564"/>
                </a:cubicBezTo>
                <a:cubicBezTo>
                  <a:pt x="3349883" y="1192977"/>
                  <a:pt x="3252716" y="1239516"/>
                  <a:pt x="3140091" y="1227260"/>
                </a:cubicBezTo>
                <a:cubicBezTo>
                  <a:pt x="3219995" y="1183499"/>
                  <a:pt x="3274317" y="996523"/>
                  <a:pt x="3324107" y="851504"/>
                </a:cubicBezTo>
                <a:cubicBezTo>
                  <a:pt x="3215037" y="921165"/>
                  <a:pt x="3152155" y="998691"/>
                  <a:pt x="2995677" y="1008938"/>
                </a:cubicBezTo>
                <a:cubicBezTo>
                  <a:pt x="2884471" y="881691"/>
                  <a:pt x="2678487" y="770986"/>
                  <a:pt x="2496208" y="770986"/>
                </a:cubicBezTo>
                <a:close/>
                <a:moveTo>
                  <a:pt x="308009" y="0"/>
                </a:moveTo>
                <a:lnTo>
                  <a:pt x="3651991" y="0"/>
                </a:lnTo>
                <a:cubicBezTo>
                  <a:pt x="3822100" y="0"/>
                  <a:pt x="3960000" y="137900"/>
                  <a:pt x="3960000" y="308009"/>
                </a:cubicBezTo>
                <a:lnTo>
                  <a:pt x="3960000" y="3651991"/>
                </a:lnTo>
                <a:cubicBezTo>
                  <a:pt x="3960000" y="3822100"/>
                  <a:pt x="3822100" y="3960000"/>
                  <a:pt x="3651991" y="3960000"/>
                </a:cubicBezTo>
                <a:lnTo>
                  <a:pt x="308009" y="3960000"/>
                </a:lnTo>
                <a:cubicBezTo>
                  <a:pt x="137900" y="3960000"/>
                  <a:pt x="0" y="3822100"/>
                  <a:pt x="0" y="3651991"/>
                </a:cubicBezTo>
                <a:lnTo>
                  <a:pt x="0" y="308009"/>
                </a:lnTo>
                <a:cubicBezTo>
                  <a:pt x="0" y="137900"/>
                  <a:pt x="137900" y="0"/>
                  <a:pt x="308009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142" name="CustomShape 48"/>
          <p:cNvSpPr/>
          <p:nvPr/>
        </p:nvSpPr>
        <p:spPr>
          <a:xfrm>
            <a:off x="6796080" y="6380280"/>
            <a:ext cx="492840" cy="533160"/>
          </a:xfrm>
          <a:custGeom>
            <a:avLst/>
            <a:gdLst/>
            <a:ahLst/>
            <a:rect l="l" t="t" r="r" b="b"/>
            <a:pathLst>
              <a:path w="3960000" h="3960000">
                <a:moveTo>
                  <a:pt x="2841893" y="181064"/>
                </a:moveTo>
                <a:cubicBezTo>
                  <a:pt x="2485731" y="190239"/>
                  <a:pt x="2106781" y="339266"/>
                  <a:pt x="2105790" y="859562"/>
                </a:cubicBezTo>
                <a:lnTo>
                  <a:pt x="2106860" y="863292"/>
                </a:lnTo>
                <a:lnTo>
                  <a:pt x="2106860" y="1248172"/>
                </a:lnTo>
                <a:lnTo>
                  <a:pt x="1691968" y="1248172"/>
                </a:lnTo>
                <a:lnTo>
                  <a:pt x="1691968" y="1824236"/>
                </a:lnTo>
                <a:lnTo>
                  <a:pt x="2106860" y="1824236"/>
                </a:lnTo>
                <a:lnTo>
                  <a:pt x="2106860" y="3779396"/>
                </a:lnTo>
                <a:lnTo>
                  <a:pt x="2754932" y="3779396"/>
                </a:lnTo>
                <a:lnTo>
                  <a:pt x="2754932" y="1824236"/>
                </a:lnTo>
                <a:lnTo>
                  <a:pt x="3305869" y="1813665"/>
                </a:lnTo>
                <a:lnTo>
                  <a:pt x="3348152" y="1248172"/>
                </a:lnTo>
                <a:lnTo>
                  <a:pt x="2754932" y="1248172"/>
                </a:lnTo>
                <a:lnTo>
                  <a:pt x="2754932" y="907124"/>
                </a:lnTo>
                <a:cubicBezTo>
                  <a:pt x="2746287" y="682909"/>
                  <a:pt x="3126764" y="685506"/>
                  <a:pt x="3369037" y="704441"/>
                </a:cubicBezTo>
                <a:cubicBezTo>
                  <a:pt x="3391941" y="556446"/>
                  <a:pt x="3409927" y="381656"/>
                  <a:pt x="3410216" y="195189"/>
                </a:cubicBezTo>
                <a:cubicBezTo>
                  <a:pt x="3239930" y="163882"/>
                  <a:pt x="3118909" y="173928"/>
                  <a:pt x="2841893" y="181064"/>
                </a:cubicBezTo>
                <a:close/>
                <a:moveTo>
                  <a:pt x="308009" y="0"/>
                </a:moveTo>
                <a:lnTo>
                  <a:pt x="3651991" y="0"/>
                </a:lnTo>
                <a:cubicBezTo>
                  <a:pt x="3822100" y="0"/>
                  <a:pt x="3960000" y="137900"/>
                  <a:pt x="3960000" y="308009"/>
                </a:cubicBezTo>
                <a:lnTo>
                  <a:pt x="3960000" y="3651991"/>
                </a:lnTo>
                <a:cubicBezTo>
                  <a:pt x="3960000" y="3822100"/>
                  <a:pt x="3822100" y="3960000"/>
                  <a:pt x="3651991" y="3960000"/>
                </a:cubicBezTo>
                <a:lnTo>
                  <a:pt x="308009" y="3960000"/>
                </a:lnTo>
                <a:cubicBezTo>
                  <a:pt x="137900" y="3960000"/>
                  <a:pt x="0" y="3822100"/>
                  <a:pt x="0" y="3651991"/>
                </a:cubicBezTo>
                <a:lnTo>
                  <a:pt x="0" y="308009"/>
                </a:lnTo>
                <a:cubicBezTo>
                  <a:pt x="0" y="137900"/>
                  <a:pt x="137900" y="0"/>
                  <a:pt x="308009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143" name="CustomShape 49"/>
          <p:cNvSpPr/>
          <p:nvPr/>
        </p:nvSpPr>
        <p:spPr>
          <a:xfrm>
            <a:off x="8428320" y="6369480"/>
            <a:ext cx="494640" cy="543600"/>
          </a:xfrm>
          <a:custGeom>
            <a:avLst/>
            <a:gdLst/>
            <a:ahLst/>
            <a:rect l="l" t="t" r="r" b="b"/>
            <a:pathLst>
              <a:path w="3186824" h="3240000">
                <a:moveTo>
                  <a:pt x="2141174" y="1384899"/>
                </a:moveTo>
                <a:lnTo>
                  <a:pt x="2141174" y="1528887"/>
                </a:lnTo>
                <a:lnTo>
                  <a:pt x="1997174" y="1528887"/>
                </a:lnTo>
                <a:lnTo>
                  <a:pt x="1997174" y="1744911"/>
                </a:lnTo>
                <a:lnTo>
                  <a:pt x="2141174" y="1744911"/>
                </a:lnTo>
                <a:lnTo>
                  <a:pt x="2141174" y="1888899"/>
                </a:lnTo>
                <a:lnTo>
                  <a:pt x="2357174" y="1888899"/>
                </a:lnTo>
                <a:lnTo>
                  <a:pt x="2357174" y="1744911"/>
                </a:lnTo>
                <a:lnTo>
                  <a:pt x="2501174" y="1744911"/>
                </a:lnTo>
                <a:lnTo>
                  <a:pt x="2501174" y="1528887"/>
                </a:lnTo>
                <a:lnTo>
                  <a:pt x="2357174" y="1528887"/>
                </a:lnTo>
                <a:lnTo>
                  <a:pt x="2357174" y="1384899"/>
                </a:lnTo>
                <a:close/>
                <a:moveTo>
                  <a:pt x="1286582" y="1008157"/>
                </a:moveTo>
                <a:cubicBezTo>
                  <a:pt x="1148208" y="1006486"/>
                  <a:pt x="1009270" y="1051569"/>
                  <a:pt x="894997" y="1143711"/>
                </a:cubicBezTo>
                <a:cubicBezTo>
                  <a:pt x="666451" y="1327995"/>
                  <a:pt x="600947" y="1648602"/>
                  <a:pt x="738892" y="1907765"/>
                </a:cubicBezTo>
                <a:cubicBezTo>
                  <a:pt x="876837" y="2166928"/>
                  <a:pt x="1179371" y="2291639"/>
                  <a:pt x="1459875" y="2204971"/>
                </a:cubicBezTo>
                <a:cubicBezTo>
                  <a:pt x="1676459" y="2138053"/>
                  <a:pt x="1832801" y="1959669"/>
                  <a:pt x="1876637" y="1747242"/>
                </a:cubicBezTo>
                <a:lnTo>
                  <a:pt x="1879565" y="1747242"/>
                </a:lnTo>
                <a:lnTo>
                  <a:pt x="1879565" y="1728291"/>
                </a:lnTo>
                <a:cubicBezTo>
                  <a:pt x="1891883" y="1671800"/>
                  <a:pt x="1894168" y="1612713"/>
                  <a:pt x="1887545" y="1552862"/>
                </a:cubicBezTo>
                <a:lnTo>
                  <a:pt x="1879565" y="1553745"/>
                </a:lnTo>
                <a:lnTo>
                  <a:pt x="1879565" y="1531218"/>
                </a:lnTo>
                <a:lnTo>
                  <a:pt x="1231565" y="1531218"/>
                </a:lnTo>
                <a:lnTo>
                  <a:pt x="1231565" y="1747242"/>
                </a:lnTo>
                <a:lnTo>
                  <a:pt x="1565835" y="1747242"/>
                </a:lnTo>
                <a:cubicBezTo>
                  <a:pt x="1530201" y="1827940"/>
                  <a:pt x="1460959" y="1892348"/>
                  <a:pt x="1371795" y="1919897"/>
                </a:cubicBezTo>
                <a:cubicBezTo>
                  <a:pt x="1228031" y="1964316"/>
                  <a:pt x="1072976" y="1900399"/>
                  <a:pt x="1002277" y="1767573"/>
                </a:cubicBezTo>
                <a:cubicBezTo>
                  <a:pt x="931578" y="1634747"/>
                  <a:pt x="965150" y="1470429"/>
                  <a:pt x="1082284" y="1375980"/>
                </a:cubicBezTo>
                <a:cubicBezTo>
                  <a:pt x="1199418" y="1281531"/>
                  <a:pt x="1367118" y="1283556"/>
                  <a:pt x="1481937" y="1380807"/>
                </a:cubicBezTo>
                <a:lnTo>
                  <a:pt x="1674778" y="1153129"/>
                </a:lnTo>
                <a:cubicBezTo>
                  <a:pt x="1562764" y="1058254"/>
                  <a:pt x="1424955" y="1009828"/>
                  <a:pt x="1286582" y="1008157"/>
                </a:cubicBezTo>
                <a:close/>
                <a:moveTo>
                  <a:pt x="293028" y="0"/>
                </a:moveTo>
                <a:lnTo>
                  <a:pt x="2893796" y="0"/>
                </a:lnTo>
                <a:cubicBezTo>
                  <a:pt x="3055631" y="0"/>
                  <a:pt x="3186824" y="131193"/>
                  <a:pt x="3186824" y="293028"/>
                </a:cubicBezTo>
                <a:lnTo>
                  <a:pt x="3186824" y="2946972"/>
                </a:lnTo>
                <a:cubicBezTo>
                  <a:pt x="3186824" y="3108807"/>
                  <a:pt x="3055631" y="3240000"/>
                  <a:pt x="2893796" y="3240000"/>
                </a:cubicBezTo>
                <a:lnTo>
                  <a:pt x="293028" y="3240000"/>
                </a:lnTo>
                <a:cubicBezTo>
                  <a:pt x="131193" y="3240000"/>
                  <a:pt x="0" y="3108807"/>
                  <a:pt x="0" y="2946972"/>
                </a:cubicBezTo>
                <a:lnTo>
                  <a:pt x="0" y="293028"/>
                </a:lnTo>
                <a:cubicBezTo>
                  <a:pt x="0" y="131193"/>
                  <a:pt x="131193" y="0"/>
                  <a:pt x="293028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144" name="CustomShape 50"/>
          <p:cNvSpPr/>
          <p:nvPr/>
        </p:nvSpPr>
        <p:spPr>
          <a:xfrm>
            <a:off x="9178200" y="6406560"/>
            <a:ext cx="464760" cy="505800"/>
          </a:xfrm>
          <a:custGeom>
            <a:avLst/>
            <a:gdLst/>
            <a:ahLst/>
            <a:rect l="l" t="t" r="r" b="b"/>
            <a:pathLst>
              <a:path w="3189723" h="3221116">
                <a:moveTo>
                  <a:pt x="2664630" y="2175617"/>
                </a:moveTo>
                <a:lnTo>
                  <a:pt x="2658205" y="2178566"/>
                </a:lnTo>
                <a:cubicBezTo>
                  <a:pt x="2662222" y="2175972"/>
                  <a:pt x="2664284" y="2175096"/>
                  <a:pt x="2664630" y="2175617"/>
                </a:cubicBezTo>
                <a:close/>
                <a:moveTo>
                  <a:pt x="1477043" y="1144372"/>
                </a:moveTo>
                <a:lnTo>
                  <a:pt x="1409070" y="1159393"/>
                </a:lnTo>
                <a:cubicBezTo>
                  <a:pt x="1167974" y="1216277"/>
                  <a:pt x="1134894" y="1538245"/>
                  <a:pt x="1152384" y="1703728"/>
                </a:cubicBezTo>
                <a:cubicBezTo>
                  <a:pt x="1169874" y="1869211"/>
                  <a:pt x="1272747" y="2156947"/>
                  <a:pt x="1514013" y="2152290"/>
                </a:cubicBezTo>
                <a:cubicBezTo>
                  <a:pt x="1680659" y="2149073"/>
                  <a:pt x="1865876" y="1940767"/>
                  <a:pt x="1850815" y="1654259"/>
                </a:cubicBezTo>
                <a:cubicBezTo>
                  <a:pt x="1844015" y="1608142"/>
                  <a:pt x="1837162" y="1561942"/>
                  <a:pt x="1830467" y="1515986"/>
                </a:cubicBezTo>
                <a:cubicBezTo>
                  <a:pt x="1779361" y="1292438"/>
                  <a:pt x="1635542" y="1134285"/>
                  <a:pt x="1477043" y="1144372"/>
                </a:cubicBezTo>
                <a:close/>
                <a:moveTo>
                  <a:pt x="1651152" y="501"/>
                </a:moveTo>
                <a:cubicBezTo>
                  <a:pt x="1977584" y="8635"/>
                  <a:pt x="2235425" y="52153"/>
                  <a:pt x="2580395" y="324821"/>
                </a:cubicBezTo>
                <a:cubicBezTo>
                  <a:pt x="3000061" y="656529"/>
                  <a:pt x="3430704" y="1549940"/>
                  <a:pt x="3030464" y="2249544"/>
                </a:cubicBezTo>
                <a:cubicBezTo>
                  <a:pt x="2882259" y="2451798"/>
                  <a:pt x="2785813" y="2507403"/>
                  <a:pt x="2585849" y="2588887"/>
                </a:cubicBezTo>
                <a:cubicBezTo>
                  <a:pt x="2194785" y="2615774"/>
                  <a:pt x="1984876" y="2478759"/>
                  <a:pt x="1973374" y="2195096"/>
                </a:cubicBezTo>
                <a:cubicBezTo>
                  <a:pt x="1841986" y="2496540"/>
                  <a:pt x="1610941" y="2555551"/>
                  <a:pt x="1390827" y="2527630"/>
                </a:cubicBezTo>
                <a:cubicBezTo>
                  <a:pt x="1131071" y="2494680"/>
                  <a:pt x="853863" y="2136270"/>
                  <a:pt x="783896" y="1665044"/>
                </a:cubicBezTo>
                <a:cubicBezTo>
                  <a:pt x="715204" y="1202409"/>
                  <a:pt x="991941" y="900416"/>
                  <a:pt x="1268509" y="819983"/>
                </a:cubicBezTo>
                <a:cubicBezTo>
                  <a:pt x="1288264" y="814237"/>
                  <a:pt x="1308391" y="810536"/>
                  <a:pt x="1328805" y="807930"/>
                </a:cubicBezTo>
                <a:cubicBezTo>
                  <a:pt x="1349219" y="805325"/>
                  <a:pt x="1369921" y="803817"/>
                  <a:pt x="1390827" y="802457"/>
                </a:cubicBezTo>
                <a:cubicBezTo>
                  <a:pt x="1416795" y="800769"/>
                  <a:pt x="1355770" y="788713"/>
                  <a:pt x="1462242" y="801708"/>
                </a:cubicBezTo>
                <a:cubicBezTo>
                  <a:pt x="1599590" y="818472"/>
                  <a:pt x="1776043" y="890774"/>
                  <a:pt x="1956122" y="1110076"/>
                </a:cubicBezTo>
                <a:lnTo>
                  <a:pt x="1973374" y="875315"/>
                </a:lnTo>
                <a:lnTo>
                  <a:pt x="2333414" y="875315"/>
                </a:lnTo>
                <a:cubicBezTo>
                  <a:pt x="2330539" y="1325736"/>
                  <a:pt x="2327663" y="1603628"/>
                  <a:pt x="2324788" y="2054049"/>
                </a:cubicBezTo>
                <a:cubicBezTo>
                  <a:pt x="2290850" y="2479718"/>
                  <a:pt x="2627788" y="2217580"/>
                  <a:pt x="2661746" y="2179658"/>
                </a:cubicBezTo>
                <a:lnTo>
                  <a:pt x="2691046" y="2188689"/>
                </a:lnTo>
                <a:lnTo>
                  <a:pt x="2667011" y="2175828"/>
                </a:lnTo>
                <a:cubicBezTo>
                  <a:pt x="2945550" y="1655295"/>
                  <a:pt x="2803444" y="1009445"/>
                  <a:pt x="2332141" y="653899"/>
                </a:cubicBezTo>
                <a:cubicBezTo>
                  <a:pt x="1860838" y="298353"/>
                  <a:pt x="1200794" y="339069"/>
                  <a:pt x="776764" y="749845"/>
                </a:cubicBezTo>
                <a:cubicBezTo>
                  <a:pt x="352733" y="1160621"/>
                  <a:pt x="291083" y="1819040"/>
                  <a:pt x="631487" y="2301392"/>
                </a:cubicBezTo>
                <a:cubicBezTo>
                  <a:pt x="971891" y="2783745"/>
                  <a:pt x="1612904" y="2946283"/>
                  <a:pt x="2142017" y="2684410"/>
                </a:cubicBezTo>
                <a:lnTo>
                  <a:pt x="2324866" y="3053856"/>
                </a:lnTo>
                <a:cubicBezTo>
                  <a:pt x="1613730" y="3405817"/>
                  <a:pt x="752200" y="3187363"/>
                  <a:pt x="294693" y="2539075"/>
                </a:cubicBezTo>
                <a:cubicBezTo>
                  <a:pt x="-162814" y="1890787"/>
                  <a:pt x="-79956" y="1005863"/>
                  <a:pt x="489947" y="453774"/>
                </a:cubicBezTo>
                <a:cubicBezTo>
                  <a:pt x="810518" y="143225"/>
                  <a:pt x="1231454" y="-9956"/>
                  <a:pt x="1651152" y="50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145" name="CustomShape 51"/>
          <p:cNvSpPr/>
          <p:nvPr/>
        </p:nvSpPr>
        <p:spPr>
          <a:xfrm>
            <a:off x="11521440" y="6369480"/>
            <a:ext cx="517680" cy="543240"/>
          </a:xfrm>
          <a:custGeom>
            <a:avLst/>
            <a:gdLst/>
            <a:ahLst/>
            <a:rect l="l" t="t" r="r" b="b"/>
            <a:pathLst>
              <a:path w="3306630" h="3218379">
                <a:moveTo>
                  <a:pt x="0" y="2085651"/>
                </a:moveTo>
                <a:cubicBezTo>
                  <a:pt x="253919" y="2342528"/>
                  <a:pt x="881542" y="2297196"/>
                  <a:pt x="1388167" y="2271654"/>
                </a:cubicBezTo>
                <a:lnTo>
                  <a:pt x="1417952" y="2988872"/>
                </a:lnTo>
                <a:lnTo>
                  <a:pt x="717647" y="2950294"/>
                </a:lnTo>
                <a:cubicBezTo>
                  <a:pt x="467617" y="2928101"/>
                  <a:pt x="217417" y="2555860"/>
                  <a:pt x="0" y="2085651"/>
                </a:cubicBezTo>
                <a:close/>
                <a:moveTo>
                  <a:pt x="1969797" y="2019847"/>
                </a:moveTo>
                <a:lnTo>
                  <a:pt x="1969797" y="2274913"/>
                </a:lnTo>
                <a:lnTo>
                  <a:pt x="2657809" y="2274913"/>
                </a:lnTo>
                <a:cubicBezTo>
                  <a:pt x="2787205" y="2599270"/>
                  <a:pt x="2968360" y="2923626"/>
                  <a:pt x="2675062" y="2954686"/>
                </a:cubicBezTo>
                <a:lnTo>
                  <a:pt x="1969797" y="2963313"/>
                </a:lnTo>
                <a:lnTo>
                  <a:pt x="1969797" y="3218379"/>
                </a:lnTo>
                <a:lnTo>
                  <a:pt x="1429598" y="2619113"/>
                </a:lnTo>
                <a:close/>
                <a:moveTo>
                  <a:pt x="2961009" y="1275432"/>
                </a:moveTo>
                <a:lnTo>
                  <a:pt x="3277752" y="1901203"/>
                </a:lnTo>
                <a:cubicBezTo>
                  <a:pt x="3383548" y="2128832"/>
                  <a:pt x="3186278" y="2531632"/>
                  <a:pt x="2887773" y="2955026"/>
                </a:cubicBezTo>
                <a:cubicBezTo>
                  <a:pt x="2983276" y="2606687"/>
                  <a:pt x="2630206" y="2085815"/>
                  <a:pt x="2354773" y="1659836"/>
                </a:cubicBezTo>
                <a:close/>
                <a:moveTo>
                  <a:pt x="1019997" y="990789"/>
                </a:moveTo>
                <a:lnTo>
                  <a:pt x="1268877" y="1758248"/>
                </a:lnTo>
                <a:lnTo>
                  <a:pt x="1047983" y="1630715"/>
                </a:lnTo>
                <a:lnTo>
                  <a:pt x="703977" y="2226552"/>
                </a:lnTo>
                <a:cubicBezTo>
                  <a:pt x="358378" y="2176433"/>
                  <a:pt x="-13100" y="2171140"/>
                  <a:pt x="106650" y="1901606"/>
                </a:cubicBezTo>
                <a:lnTo>
                  <a:pt x="451811" y="1286515"/>
                </a:lnTo>
                <a:lnTo>
                  <a:pt x="230918" y="1158982"/>
                </a:lnTo>
                <a:close/>
                <a:moveTo>
                  <a:pt x="2174825" y="119764"/>
                </a:moveTo>
                <a:cubicBezTo>
                  <a:pt x="2220451" y="119103"/>
                  <a:pt x="2264887" y="143875"/>
                  <a:pt x="2308274" y="203493"/>
                </a:cubicBezTo>
                <a:lnTo>
                  <a:pt x="2668377" y="809957"/>
                </a:lnTo>
                <a:lnTo>
                  <a:pt x="2889271" y="682424"/>
                </a:lnTo>
                <a:lnTo>
                  <a:pt x="2640391" y="1449883"/>
                </a:lnTo>
                <a:lnTo>
                  <a:pt x="1851312" y="1281690"/>
                </a:lnTo>
                <a:lnTo>
                  <a:pt x="2072206" y="1154157"/>
                </a:lnTo>
                <a:lnTo>
                  <a:pt x="1728200" y="558321"/>
                </a:lnTo>
                <a:cubicBezTo>
                  <a:pt x="1890352" y="352642"/>
                  <a:pt x="2037947" y="121750"/>
                  <a:pt x="2174825" y="119764"/>
                </a:cubicBezTo>
                <a:close/>
                <a:moveTo>
                  <a:pt x="1831774" y="30"/>
                </a:moveTo>
                <a:cubicBezTo>
                  <a:pt x="1948530" y="539"/>
                  <a:pt x="2073232" y="7407"/>
                  <a:pt x="2202212" y="19111"/>
                </a:cubicBezTo>
                <a:cubicBezTo>
                  <a:pt x="1852790" y="110572"/>
                  <a:pt x="1578238" y="676776"/>
                  <a:pt x="1347045" y="1128297"/>
                </a:cubicBezTo>
                <a:lnTo>
                  <a:pt x="711024" y="795483"/>
                </a:lnTo>
                <a:lnTo>
                  <a:pt x="1094586" y="208291"/>
                </a:lnTo>
                <a:cubicBezTo>
                  <a:pt x="1202761" y="54213"/>
                  <a:pt x="1481508" y="-1496"/>
                  <a:pt x="1831774" y="3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146" name="CustomShape 52"/>
          <p:cNvSpPr/>
          <p:nvPr/>
        </p:nvSpPr>
        <p:spPr>
          <a:xfrm>
            <a:off x="10827720" y="6370200"/>
            <a:ext cx="404280" cy="551160"/>
          </a:xfrm>
          <a:custGeom>
            <a:avLst/>
            <a:gdLst/>
            <a:ahLst/>
            <a:rect l="l" t="t" r="r" b="b"/>
            <a:pathLst>
              <a:path w="2548531" h="3213371">
                <a:moveTo>
                  <a:pt x="792000" y="2498954"/>
                </a:moveTo>
                <a:lnTo>
                  <a:pt x="792000" y="2641726"/>
                </a:lnTo>
                <a:cubicBezTo>
                  <a:pt x="463357" y="2661706"/>
                  <a:pt x="216000" y="2748872"/>
                  <a:pt x="216000" y="2853371"/>
                </a:cubicBezTo>
                <a:cubicBezTo>
                  <a:pt x="216000" y="2972665"/>
                  <a:pt x="538355" y="3069371"/>
                  <a:pt x="936000" y="3069371"/>
                </a:cubicBezTo>
                <a:cubicBezTo>
                  <a:pt x="1333645" y="3069371"/>
                  <a:pt x="1656000" y="2972665"/>
                  <a:pt x="1656000" y="2853371"/>
                </a:cubicBezTo>
                <a:cubicBezTo>
                  <a:pt x="1656000" y="2748872"/>
                  <a:pt x="1408644" y="2661706"/>
                  <a:pt x="1080000" y="2641726"/>
                </a:cubicBezTo>
                <a:lnTo>
                  <a:pt x="1080000" y="2498954"/>
                </a:lnTo>
                <a:cubicBezTo>
                  <a:pt x="1528614" y="2524263"/>
                  <a:pt x="1872000" y="2673393"/>
                  <a:pt x="1872000" y="2853371"/>
                </a:cubicBezTo>
                <a:cubicBezTo>
                  <a:pt x="1872000" y="3052194"/>
                  <a:pt x="1452939" y="3213371"/>
                  <a:pt x="936000" y="3213371"/>
                </a:cubicBezTo>
                <a:cubicBezTo>
                  <a:pt x="419061" y="3213371"/>
                  <a:pt x="0" y="3052194"/>
                  <a:pt x="0" y="2853371"/>
                </a:cubicBezTo>
                <a:cubicBezTo>
                  <a:pt x="0" y="2673393"/>
                  <a:pt x="343386" y="2524263"/>
                  <a:pt x="792000" y="2498954"/>
                </a:cubicBezTo>
                <a:close/>
                <a:moveTo>
                  <a:pt x="2190403" y="180020"/>
                </a:moveTo>
                <a:cubicBezTo>
                  <a:pt x="2388233" y="180020"/>
                  <a:pt x="2548531" y="236495"/>
                  <a:pt x="2548531" y="306081"/>
                </a:cubicBezTo>
                <a:lnTo>
                  <a:pt x="2548531" y="1314569"/>
                </a:lnTo>
                <a:cubicBezTo>
                  <a:pt x="2548531" y="1244983"/>
                  <a:pt x="2388233" y="1188508"/>
                  <a:pt x="2190403" y="1188508"/>
                </a:cubicBezTo>
                <a:cubicBezTo>
                  <a:pt x="1992574" y="1188508"/>
                  <a:pt x="1832276" y="1244983"/>
                  <a:pt x="1832276" y="1314569"/>
                </a:cubicBezTo>
                <a:cubicBezTo>
                  <a:pt x="1832276" y="1384155"/>
                  <a:pt x="1671978" y="1440630"/>
                  <a:pt x="1474148" y="1440630"/>
                </a:cubicBezTo>
                <a:cubicBezTo>
                  <a:pt x="1276318" y="1440630"/>
                  <a:pt x="1116020" y="1384155"/>
                  <a:pt x="1116020" y="1314569"/>
                </a:cubicBezTo>
                <a:lnTo>
                  <a:pt x="1116020" y="306081"/>
                </a:lnTo>
                <a:cubicBezTo>
                  <a:pt x="1116020" y="375667"/>
                  <a:pt x="1276318" y="432142"/>
                  <a:pt x="1474148" y="432142"/>
                </a:cubicBezTo>
                <a:cubicBezTo>
                  <a:pt x="1671978" y="432142"/>
                  <a:pt x="1832276" y="375667"/>
                  <a:pt x="1832276" y="306081"/>
                </a:cubicBezTo>
                <a:cubicBezTo>
                  <a:pt x="1832276" y="236495"/>
                  <a:pt x="1992574" y="180020"/>
                  <a:pt x="2190403" y="180020"/>
                </a:cubicBezTo>
                <a:close/>
                <a:moveTo>
                  <a:pt x="936000" y="0"/>
                </a:moveTo>
                <a:cubicBezTo>
                  <a:pt x="1035422" y="0"/>
                  <a:pt x="1116020" y="80598"/>
                  <a:pt x="1116020" y="180020"/>
                </a:cubicBezTo>
                <a:cubicBezTo>
                  <a:pt x="1116020" y="246019"/>
                  <a:pt x="1080504" y="303723"/>
                  <a:pt x="1026000" y="332457"/>
                </a:cubicBezTo>
                <a:lnTo>
                  <a:pt x="1026000" y="2887874"/>
                </a:lnTo>
                <a:lnTo>
                  <a:pt x="846000" y="2887874"/>
                </a:lnTo>
                <a:lnTo>
                  <a:pt x="846000" y="332457"/>
                </a:lnTo>
                <a:cubicBezTo>
                  <a:pt x="791497" y="303723"/>
                  <a:pt x="755980" y="246019"/>
                  <a:pt x="755980" y="180020"/>
                </a:cubicBezTo>
                <a:cubicBezTo>
                  <a:pt x="755980" y="80598"/>
                  <a:pt x="836578" y="0"/>
                  <a:pt x="9360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147" name="CustomShape 53"/>
          <p:cNvSpPr/>
          <p:nvPr/>
        </p:nvSpPr>
        <p:spPr>
          <a:xfrm>
            <a:off x="994680" y="2355120"/>
            <a:ext cx="31248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Arial Unicode MS"/>
              </a:rPr>
              <a:t>You can Resize without losing quality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148" name="CustomShape 54"/>
          <p:cNvSpPr/>
          <p:nvPr/>
        </p:nvSpPr>
        <p:spPr>
          <a:xfrm>
            <a:off x="994680" y="3039120"/>
            <a:ext cx="3124800" cy="45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Arial Unicode MS"/>
              </a:rPr>
              <a:t>You can Change Fill Color &amp;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Arial Unicode MS"/>
              </a:rPr>
              <a:t>Line Color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149" name="CustomShape 55"/>
          <p:cNvSpPr/>
          <p:nvPr/>
        </p:nvSpPr>
        <p:spPr>
          <a:xfrm>
            <a:off x="993600" y="6482160"/>
            <a:ext cx="3123720" cy="24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Arial Unicode MS"/>
              </a:rPr>
              <a:t>www.allppt.com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2150" name="CustomShape 56"/>
          <p:cNvSpPr/>
          <p:nvPr/>
        </p:nvSpPr>
        <p:spPr>
          <a:xfrm>
            <a:off x="993600" y="5139720"/>
            <a:ext cx="31237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>
              <a:lnSpc>
                <a:spcPct val="100000"/>
              </a:lnSpc>
            </a:pPr>
            <a:r>
              <a:rPr b="1" lang="en-US" sz="2400" spc="-1" strike="noStrike">
                <a:solidFill>
                  <a:srgbClr val="ffffff"/>
                </a:solidFill>
                <a:latin typeface="Arial"/>
                <a:ea typeface="Arial Unicode MS"/>
              </a:rPr>
              <a:t>FREE 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400" spc="-1" strike="noStrike">
                <a:solidFill>
                  <a:srgbClr val="ffffff"/>
                </a:solidFill>
                <a:latin typeface="Arial"/>
                <a:ea typeface="Arial Unicode MS"/>
              </a:rPr>
              <a:t>PPT TEMPLATES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2151" name="" descr=""/>
          <p:cNvPicPr/>
          <p:nvPr/>
        </p:nvPicPr>
        <p:blipFill>
          <a:blip r:embed="rId1"/>
          <a:stretch/>
        </p:blipFill>
        <p:spPr>
          <a:xfrm>
            <a:off x="144720" y="147960"/>
            <a:ext cx="3374640" cy="690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fce29"/>
      </a:accent1>
      <a:accent2>
        <a:srgbClr val="f2bf27"/>
      </a:accent2>
      <a:accent3>
        <a:srgbClr val="ed1c24"/>
      </a:accent3>
      <a:accent4>
        <a:srgbClr val="ffce29"/>
      </a:accent4>
      <a:accent5>
        <a:srgbClr val="f2bf27"/>
      </a:accent5>
      <a:accent6>
        <a:srgbClr val="ed1c24"/>
      </a:accent6>
      <a:hlink>
        <a:srgbClr val="3f3f3f"/>
      </a:hlink>
      <a:folHlink>
        <a:srgbClr val="3f3f3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fce29"/>
      </a:accent1>
      <a:accent2>
        <a:srgbClr val="f2bf27"/>
      </a:accent2>
      <a:accent3>
        <a:srgbClr val="ed1c24"/>
      </a:accent3>
      <a:accent4>
        <a:srgbClr val="ffce29"/>
      </a:accent4>
      <a:accent5>
        <a:srgbClr val="f2bf27"/>
      </a:accent5>
      <a:accent6>
        <a:srgbClr val="ed1c24"/>
      </a:accent6>
      <a:hlink>
        <a:srgbClr val="3f3f3f"/>
      </a:hlink>
      <a:folHlink>
        <a:srgbClr val="3f3f3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fce29"/>
      </a:accent1>
      <a:accent2>
        <a:srgbClr val="f2bf27"/>
      </a:accent2>
      <a:accent3>
        <a:srgbClr val="ed1c24"/>
      </a:accent3>
      <a:accent4>
        <a:srgbClr val="ffce29"/>
      </a:accent4>
      <a:accent5>
        <a:srgbClr val="f2bf27"/>
      </a:accent5>
      <a:accent6>
        <a:srgbClr val="ed1c24"/>
      </a:accent6>
      <a:hlink>
        <a:srgbClr val="3f3f3f"/>
      </a:hlink>
      <a:folHlink>
        <a:srgbClr val="3f3f3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fce29"/>
      </a:accent1>
      <a:accent2>
        <a:srgbClr val="f2bf27"/>
      </a:accent2>
      <a:accent3>
        <a:srgbClr val="ed1c24"/>
      </a:accent3>
      <a:accent4>
        <a:srgbClr val="ffce29"/>
      </a:accent4>
      <a:accent5>
        <a:srgbClr val="f2bf27"/>
      </a:accent5>
      <a:accent6>
        <a:srgbClr val="ed1c24"/>
      </a:accent6>
      <a:hlink>
        <a:srgbClr val="3f3f3f"/>
      </a:hlink>
      <a:folHlink>
        <a:srgbClr val="3f3f3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fce29"/>
      </a:accent1>
      <a:accent2>
        <a:srgbClr val="f2bf27"/>
      </a:accent2>
      <a:accent3>
        <a:srgbClr val="ed1c24"/>
      </a:accent3>
      <a:accent4>
        <a:srgbClr val="ffce29"/>
      </a:accent4>
      <a:accent5>
        <a:srgbClr val="f2bf27"/>
      </a:accent5>
      <a:accent6>
        <a:srgbClr val="ed1c24"/>
      </a:accent6>
      <a:hlink>
        <a:srgbClr val="3f3f3f"/>
      </a:hlink>
      <a:folHlink>
        <a:srgbClr val="3f3f3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fce29"/>
      </a:accent1>
      <a:accent2>
        <a:srgbClr val="f2bf27"/>
      </a:accent2>
      <a:accent3>
        <a:srgbClr val="ed1c24"/>
      </a:accent3>
      <a:accent4>
        <a:srgbClr val="ffce29"/>
      </a:accent4>
      <a:accent5>
        <a:srgbClr val="f2bf27"/>
      </a:accent5>
      <a:accent6>
        <a:srgbClr val="ed1c24"/>
      </a:accent6>
      <a:hlink>
        <a:srgbClr val="3f3f3f"/>
      </a:hlink>
      <a:folHlink>
        <a:srgbClr val="3f3f3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fce29"/>
      </a:accent1>
      <a:accent2>
        <a:srgbClr val="f2bf27"/>
      </a:accent2>
      <a:accent3>
        <a:srgbClr val="ed1c24"/>
      </a:accent3>
      <a:accent4>
        <a:srgbClr val="ffce29"/>
      </a:accent4>
      <a:accent5>
        <a:srgbClr val="f2bf27"/>
      </a:accent5>
      <a:accent6>
        <a:srgbClr val="ed1c24"/>
      </a:accent6>
      <a:hlink>
        <a:srgbClr val="3f3f3f"/>
      </a:hlink>
      <a:folHlink>
        <a:srgbClr val="3f3f3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fce29"/>
      </a:accent1>
      <a:accent2>
        <a:srgbClr val="f2bf27"/>
      </a:accent2>
      <a:accent3>
        <a:srgbClr val="ed1c24"/>
      </a:accent3>
      <a:accent4>
        <a:srgbClr val="ffce29"/>
      </a:accent4>
      <a:accent5>
        <a:srgbClr val="f2bf27"/>
      </a:accent5>
      <a:accent6>
        <a:srgbClr val="ed1c24"/>
      </a:accent6>
      <a:hlink>
        <a:srgbClr val="3f3f3f"/>
      </a:hlink>
      <a:folHlink>
        <a:srgbClr val="3f3f3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fce29"/>
      </a:accent1>
      <a:accent2>
        <a:srgbClr val="f2bf27"/>
      </a:accent2>
      <a:accent3>
        <a:srgbClr val="ed1c24"/>
      </a:accent3>
      <a:accent4>
        <a:srgbClr val="ffce29"/>
      </a:accent4>
      <a:accent5>
        <a:srgbClr val="f2bf27"/>
      </a:accent5>
      <a:accent6>
        <a:srgbClr val="ed1c24"/>
      </a:accent6>
      <a:hlink>
        <a:srgbClr val="3f3f3f"/>
      </a:hlink>
      <a:folHlink>
        <a:srgbClr val="3f3f3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fce29"/>
      </a:accent1>
      <a:accent2>
        <a:srgbClr val="f2bf27"/>
      </a:accent2>
      <a:accent3>
        <a:srgbClr val="ed1c24"/>
      </a:accent3>
      <a:accent4>
        <a:srgbClr val="ffce29"/>
      </a:accent4>
      <a:accent5>
        <a:srgbClr val="f2bf27"/>
      </a:accent5>
      <a:accent6>
        <a:srgbClr val="ed1c24"/>
      </a:accent6>
      <a:hlink>
        <a:srgbClr val="3f3f3f"/>
      </a:hlink>
      <a:folHlink>
        <a:srgbClr val="3f3f3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fce29"/>
      </a:accent1>
      <a:accent2>
        <a:srgbClr val="f2bf27"/>
      </a:accent2>
      <a:accent3>
        <a:srgbClr val="ed1c24"/>
      </a:accent3>
      <a:accent4>
        <a:srgbClr val="ffce29"/>
      </a:accent4>
      <a:accent5>
        <a:srgbClr val="f2bf27"/>
      </a:accent5>
      <a:accent6>
        <a:srgbClr val="ed1c24"/>
      </a:accent6>
      <a:hlink>
        <a:srgbClr val="3f3f3f"/>
      </a:hlink>
      <a:folHlink>
        <a:srgbClr val="3f3f3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fce29"/>
      </a:accent1>
      <a:accent2>
        <a:srgbClr val="f2bf27"/>
      </a:accent2>
      <a:accent3>
        <a:srgbClr val="ed1c24"/>
      </a:accent3>
      <a:accent4>
        <a:srgbClr val="ffce29"/>
      </a:accent4>
      <a:accent5>
        <a:srgbClr val="f2bf27"/>
      </a:accent5>
      <a:accent6>
        <a:srgbClr val="ed1c24"/>
      </a:accent6>
      <a:hlink>
        <a:srgbClr val="3f3f3f"/>
      </a:hlink>
      <a:folHlink>
        <a:srgbClr val="3f3f3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fce29"/>
      </a:accent1>
      <a:accent2>
        <a:srgbClr val="f2bf27"/>
      </a:accent2>
      <a:accent3>
        <a:srgbClr val="ed1c24"/>
      </a:accent3>
      <a:accent4>
        <a:srgbClr val="ffce29"/>
      </a:accent4>
      <a:accent5>
        <a:srgbClr val="f2bf27"/>
      </a:accent5>
      <a:accent6>
        <a:srgbClr val="ed1c24"/>
      </a:accent6>
      <a:hlink>
        <a:srgbClr val="3f3f3f"/>
      </a:hlink>
      <a:folHlink>
        <a:srgbClr val="3f3f3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fce29"/>
      </a:accent1>
      <a:accent2>
        <a:srgbClr val="f2bf27"/>
      </a:accent2>
      <a:accent3>
        <a:srgbClr val="ed1c24"/>
      </a:accent3>
      <a:accent4>
        <a:srgbClr val="ffce29"/>
      </a:accent4>
      <a:accent5>
        <a:srgbClr val="f2bf27"/>
      </a:accent5>
      <a:accent6>
        <a:srgbClr val="ed1c24"/>
      </a:accent6>
      <a:hlink>
        <a:srgbClr val="3f3f3f"/>
      </a:hlink>
      <a:folHlink>
        <a:srgbClr val="3f3f3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fce29"/>
      </a:accent1>
      <a:accent2>
        <a:srgbClr val="f2bf27"/>
      </a:accent2>
      <a:accent3>
        <a:srgbClr val="ed1c24"/>
      </a:accent3>
      <a:accent4>
        <a:srgbClr val="ffce29"/>
      </a:accent4>
      <a:accent5>
        <a:srgbClr val="f2bf27"/>
      </a:accent5>
      <a:accent6>
        <a:srgbClr val="ed1c24"/>
      </a:accent6>
      <a:hlink>
        <a:srgbClr val="3f3f3f"/>
      </a:hlink>
      <a:folHlink>
        <a:srgbClr val="3f3f3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fce29"/>
      </a:accent1>
      <a:accent2>
        <a:srgbClr val="f2bf27"/>
      </a:accent2>
      <a:accent3>
        <a:srgbClr val="ed1c24"/>
      </a:accent3>
      <a:accent4>
        <a:srgbClr val="ffce29"/>
      </a:accent4>
      <a:accent5>
        <a:srgbClr val="f2bf27"/>
      </a:accent5>
      <a:accent6>
        <a:srgbClr val="ed1c24"/>
      </a:accent6>
      <a:hlink>
        <a:srgbClr val="3f3f3f"/>
      </a:hlink>
      <a:folHlink>
        <a:srgbClr val="3f3f3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fce29"/>
      </a:accent1>
      <a:accent2>
        <a:srgbClr val="f2bf27"/>
      </a:accent2>
      <a:accent3>
        <a:srgbClr val="ed1c24"/>
      </a:accent3>
      <a:accent4>
        <a:srgbClr val="ffce29"/>
      </a:accent4>
      <a:accent5>
        <a:srgbClr val="f2bf27"/>
      </a:accent5>
      <a:accent6>
        <a:srgbClr val="ed1c24"/>
      </a:accent6>
      <a:hlink>
        <a:srgbClr val="3f3f3f"/>
      </a:hlink>
      <a:folHlink>
        <a:srgbClr val="3f3f3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fce29"/>
      </a:accent1>
      <a:accent2>
        <a:srgbClr val="f2bf27"/>
      </a:accent2>
      <a:accent3>
        <a:srgbClr val="ed1c24"/>
      </a:accent3>
      <a:accent4>
        <a:srgbClr val="ffce29"/>
      </a:accent4>
      <a:accent5>
        <a:srgbClr val="f2bf27"/>
      </a:accent5>
      <a:accent6>
        <a:srgbClr val="ed1c24"/>
      </a:accent6>
      <a:hlink>
        <a:srgbClr val="3f3f3f"/>
      </a:hlink>
      <a:folHlink>
        <a:srgbClr val="3f3f3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fce29"/>
      </a:accent1>
      <a:accent2>
        <a:srgbClr val="f2bf27"/>
      </a:accent2>
      <a:accent3>
        <a:srgbClr val="ed1c24"/>
      </a:accent3>
      <a:accent4>
        <a:srgbClr val="ffce29"/>
      </a:accent4>
      <a:accent5>
        <a:srgbClr val="f2bf27"/>
      </a:accent5>
      <a:accent6>
        <a:srgbClr val="ed1c24"/>
      </a:accent6>
      <a:hlink>
        <a:srgbClr val="3f3f3f"/>
      </a:hlink>
      <a:folHlink>
        <a:srgbClr val="3f3f3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fce29"/>
      </a:accent1>
      <a:accent2>
        <a:srgbClr val="f2bf27"/>
      </a:accent2>
      <a:accent3>
        <a:srgbClr val="ed1c24"/>
      </a:accent3>
      <a:accent4>
        <a:srgbClr val="ffce29"/>
      </a:accent4>
      <a:accent5>
        <a:srgbClr val="f2bf27"/>
      </a:accent5>
      <a:accent6>
        <a:srgbClr val="ed1c24"/>
      </a:accent6>
      <a:hlink>
        <a:srgbClr val="3f3f3f"/>
      </a:hlink>
      <a:folHlink>
        <a:srgbClr val="3f3f3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2179</TotalTime>
  <Application>LibreOffice/7.0.4.2$Windows_X86_64 LibreOffice_project/dcf040e67528d9187c66b2379df5ea4407429775</Application>
  <AppVersion>15.0000</AppVersion>
  <Words>2604</Words>
  <Paragraphs>335</Paragraphs>
  <Company>Microsoft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2016-12-05T23:26:54Z</dcterms:created>
  <dc:creator>googleslidesppt.com;allppt.com</dc:creator>
  <dc:description/>
  <dc:language>en-US</dc:language>
  <cp:lastModifiedBy/>
  <dcterms:modified xsi:type="dcterms:W3CDTF">2021-03-10T16:53:29Z</dcterms:modified>
  <cp:revision>104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화면 슬라이드 쇼(16:9)</vt:lpwstr>
  </property>
  <property fmtid="{D5CDD505-2E9C-101B-9397-08002B2CF9AE}" pid="4" name="Slides">
    <vt:i4>37</vt:i4>
  </property>
</Properties>
</file>